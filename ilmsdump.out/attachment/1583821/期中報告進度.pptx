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9DF94-7911-475A-9620-F17CD3BDA7A5}" type="datetimeFigureOut">
              <a:rPr lang="zh-TW" altLang="en-US" smtClean="0"/>
              <a:t>2018/10/17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72A07-6096-4D1E-8477-63FB9BDB42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6228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9DF94-7911-475A-9620-F17CD3BDA7A5}" type="datetimeFigureOut">
              <a:rPr lang="zh-TW" altLang="en-US" smtClean="0"/>
              <a:t>2018/10/17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72A07-6096-4D1E-8477-63FB9BDB42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9895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9DF94-7911-475A-9620-F17CD3BDA7A5}" type="datetimeFigureOut">
              <a:rPr lang="zh-TW" altLang="en-US" smtClean="0"/>
              <a:t>2018/10/17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72A07-6096-4D1E-8477-63FB9BDB42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0534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9DF94-7911-475A-9620-F17CD3BDA7A5}" type="datetimeFigureOut">
              <a:rPr lang="zh-TW" altLang="en-US" smtClean="0"/>
              <a:t>2018/10/17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72A07-6096-4D1E-8477-63FB9BDB42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95465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9DF94-7911-475A-9620-F17CD3BDA7A5}" type="datetimeFigureOut">
              <a:rPr lang="zh-TW" altLang="en-US" smtClean="0"/>
              <a:t>2018/10/17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72A07-6096-4D1E-8477-63FB9BDB42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8324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9DF94-7911-475A-9620-F17CD3BDA7A5}" type="datetimeFigureOut">
              <a:rPr lang="zh-TW" altLang="en-US" smtClean="0"/>
              <a:t>2018/10/17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72A07-6096-4D1E-8477-63FB9BDB42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21211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9DF94-7911-475A-9620-F17CD3BDA7A5}" type="datetimeFigureOut">
              <a:rPr lang="zh-TW" altLang="en-US" smtClean="0"/>
              <a:t>2018/10/17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72A07-6096-4D1E-8477-63FB9BDB42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75575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9DF94-7911-475A-9620-F17CD3BDA7A5}" type="datetimeFigureOut">
              <a:rPr lang="zh-TW" altLang="en-US" smtClean="0"/>
              <a:t>2018/10/17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72A07-6096-4D1E-8477-63FB9BDB42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353881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9DF94-7911-475A-9620-F17CD3BDA7A5}" type="datetimeFigureOut">
              <a:rPr lang="zh-TW" altLang="en-US" smtClean="0"/>
              <a:t>2018/10/17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72A07-6096-4D1E-8477-63FB9BDB42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95874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景圖片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9DF94-7911-475A-9620-F17CD3BDA7A5}" type="datetimeFigureOut">
              <a:rPr lang="zh-TW" altLang="en-US" smtClean="0"/>
              <a:t>2018/10/17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72A07-6096-4D1E-8477-63FB9BDB42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162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說明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9DF94-7911-475A-9620-F17CD3BDA7A5}" type="datetimeFigureOut">
              <a:rPr lang="zh-TW" altLang="en-US" smtClean="0"/>
              <a:t>2018/10/17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72A07-6096-4D1E-8477-63FB9BDB42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16108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9DF94-7911-475A-9620-F17CD3BDA7A5}" type="datetimeFigureOut">
              <a:rPr lang="zh-TW" altLang="en-US" smtClean="0"/>
              <a:t>2018/10/17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72A07-6096-4D1E-8477-63FB9BDB4255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60098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9DF94-7911-475A-9620-F17CD3BDA7A5}" type="datetimeFigureOut">
              <a:rPr lang="zh-TW" altLang="en-US" smtClean="0"/>
              <a:t>2018/10/17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72A07-6096-4D1E-8477-63FB9BDB42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02349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9DF94-7911-475A-9620-F17CD3BDA7A5}" type="datetimeFigureOut">
              <a:rPr lang="zh-TW" altLang="en-US" smtClean="0"/>
              <a:t>2018/10/17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72A07-6096-4D1E-8477-63FB9BDB42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268042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圖片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9DF94-7911-475A-9620-F17CD3BDA7A5}" type="datetimeFigureOut">
              <a:rPr lang="zh-TW" altLang="en-US" smtClean="0"/>
              <a:t>2018/10/17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72A07-6096-4D1E-8477-63FB9BDB42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58372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9DF94-7911-475A-9620-F17CD3BDA7A5}" type="datetimeFigureOut">
              <a:rPr lang="zh-TW" altLang="en-US" smtClean="0"/>
              <a:t>2018/10/17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72A07-6096-4D1E-8477-63FB9BDB42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89513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9DF94-7911-475A-9620-F17CD3BDA7A5}" type="datetimeFigureOut">
              <a:rPr lang="zh-TW" altLang="en-US" smtClean="0"/>
              <a:t>2018/10/17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72A07-6096-4D1E-8477-63FB9BDB42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568052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9DF94-7911-475A-9620-F17CD3BDA7A5}" type="datetimeFigureOut">
              <a:rPr lang="zh-TW" altLang="en-US" smtClean="0"/>
              <a:t>2018/10/17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72A07-6096-4D1E-8477-63FB9BDB42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22989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2FD9DF94-7911-475A-9620-F17CD3BDA7A5}" type="datetimeFigureOut">
              <a:rPr lang="zh-TW" altLang="en-US" smtClean="0"/>
              <a:t>2018/10/17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0372A07-6096-4D1E-8477-63FB9BDB42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1104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tdtb.pixnet.net/blog/post/5457976-%5B%E5%88%86%E4%BA%AB%5D-%E8%A1%A3%E9%A3%9F%E4%BD%8F%E8%A1%8C%E4%B8%AD%EF%BC%8C%E7%9B%B2%E4%BA%BA%E6%9C%80%E6%84%9F%E5%9B%B0%E9%9B%A3%E7%9A%84%E6%98%AF%E5%87%BA%E8%A1%8C" TargetMode="External"/><Relationship Id="rId2" Type="http://schemas.openxmlformats.org/officeDocument/2006/relationships/hyperlink" Target="https://technews.tw/2015/06/12/i-aim-app-the-blind-agent/" TargetMode="Externa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221026"/>
            <a:ext cx="9144000" cy="2387600"/>
          </a:xfrm>
        </p:spPr>
        <p:txBody>
          <a:bodyPr/>
          <a:lstStyle/>
          <a:p>
            <a:r>
              <a:rPr lang="zh-TW" altLang="en-US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期中報告進度</a:t>
            </a:r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837170"/>
            <a:ext cx="9144000" cy="1655762"/>
          </a:xfrm>
        </p:spPr>
        <p:txBody>
          <a:bodyPr/>
          <a:lstStyle/>
          <a:p>
            <a:r>
              <a:rPr lang="zh-TW" altLang="en-US" b="1" dirty="0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資應所碩一 袁偉軒</a:t>
            </a:r>
            <a:endParaRPr lang="en-US" altLang="zh-TW" b="1" dirty="0" smtClean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b="1" dirty="0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陳鵬安</a:t>
            </a:r>
            <a:endParaRPr lang="en-US" altLang="zh-TW" b="1" dirty="0" smtClean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b="1" dirty="0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資應所博一 黃小</a:t>
            </a:r>
            <a:r>
              <a:rPr lang="zh-TW" altLang="en-US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卉</a:t>
            </a:r>
          </a:p>
        </p:txBody>
      </p:sp>
    </p:spTree>
    <p:extLst>
      <p:ext uri="{BB962C8B-B14F-4D97-AF65-F5344CB8AC3E}">
        <p14:creationId xmlns:p14="http://schemas.microsoft.com/office/powerpoint/2010/main" val="3948847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48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大綱</a:t>
            </a:r>
            <a:endParaRPr lang="zh-TW" altLang="en-US" sz="48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TW" altLang="en-US" sz="32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動機</a:t>
            </a:r>
            <a:endParaRPr lang="en-US" altLang="zh-TW" sz="3200" b="1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2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現有系統</a:t>
            </a:r>
            <a:endParaRPr lang="en-US" altLang="zh-TW" sz="3200" b="1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2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系統設計</a:t>
            </a:r>
            <a:endParaRPr lang="en-US" altLang="zh-TW" sz="3200" b="1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2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參考文獻</a:t>
            </a:r>
            <a:endParaRPr lang="en-US" altLang="zh-TW" sz="3200" b="1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17688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48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動機</a:t>
            </a:r>
            <a:endParaRPr lang="zh-TW" altLang="en-US" sz="48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TW" altLang="en-US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盲胞朋友單獨出外困難，現有的導航無法滿足其需求</a:t>
            </a:r>
            <a:endParaRPr lang="en-US" altLang="zh-TW" sz="32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sz="32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適用盲胞朋友的周邊設備不多，但是不能把盲胞朋友隔絕在智慧城市之外</a:t>
            </a:r>
            <a:endParaRPr lang="en-US" altLang="zh-TW" sz="32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sz="32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導盲犬對社會的成本、人類對</a:t>
            </a: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導</a:t>
            </a:r>
            <a:r>
              <a:rPr lang="zh-TW" altLang="en-US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盲犬的成</a:t>
            </a: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本</a:t>
            </a:r>
          </a:p>
        </p:txBody>
      </p:sp>
    </p:spTree>
    <p:extLst>
      <p:ext uri="{BB962C8B-B14F-4D97-AF65-F5344CB8AC3E}">
        <p14:creationId xmlns:p14="http://schemas.microsoft.com/office/powerpoint/2010/main" val="33981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48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現有系統</a:t>
            </a:r>
            <a:endParaRPr lang="zh-TW" altLang="en-US" sz="48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13775" y="2367093"/>
            <a:ext cx="10364452" cy="4490907"/>
          </a:xfrm>
        </p:spPr>
        <p:txBody>
          <a:bodyPr>
            <a:normAutofit fontScale="70000" lnSpcReduction="20000"/>
          </a:bodyPr>
          <a:lstStyle/>
          <a:p>
            <a:r>
              <a:rPr lang="en-US" altLang="zh-TW" sz="4600" dirty="0" err="1" smtClean="0">
                <a:latin typeface="標楷體" panose="03000509000000000000" pitchFamily="65" charset="-120"/>
                <a:ea typeface="標楷體" panose="03000509000000000000" pitchFamily="65" charset="-120"/>
              </a:rPr>
              <a:t>i</a:t>
            </a:r>
            <a:r>
              <a:rPr lang="en-US" altLang="zh-TW" sz="4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-AIM</a:t>
            </a:r>
            <a:r>
              <a:rPr lang="zh-TW" altLang="en-US" sz="4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altLang="zh-TW" sz="4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sz="4600" dirty="0">
                <a:latin typeface="標楷體" panose="03000509000000000000" pitchFamily="65" charset="-120"/>
                <a:ea typeface="標楷體" panose="03000509000000000000" pitchFamily="65" charset="-120"/>
              </a:rPr>
              <a:t>眼睛代理人，幫視障者找回生活主控</a:t>
            </a:r>
            <a:r>
              <a:rPr lang="zh-TW" altLang="en-US" sz="4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權</a:t>
            </a:r>
            <a:endParaRPr lang="en-US" altLang="zh-TW" sz="46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sz="4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sz="4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Seeing AI</a:t>
            </a:r>
            <a:r>
              <a:rPr lang="zh-TW" altLang="en-US" sz="4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altLang="zh-TW" sz="4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sz="4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 將</a:t>
            </a:r>
            <a:r>
              <a:rPr lang="zh-TW" altLang="en-US" sz="4600" dirty="0">
                <a:latin typeface="標楷體" panose="03000509000000000000" pitchFamily="65" charset="-120"/>
                <a:ea typeface="標楷體" panose="03000509000000000000" pitchFamily="65" charset="-120"/>
              </a:rPr>
              <a:t>手機鏡頭變成盲人的</a:t>
            </a:r>
            <a:r>
              <a:rPr lang="zh-TW" altLang="en-US" sz="4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眼睛</a:t>
            </a:r>
            <a:endParaRPr lang="en-US" altLang="zh-TW" sz="46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sz="46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4600" dirty="0">
                <a:latin typeface="標楷體" panose="03000509000000000000" pitchFamily="65" charset="-120"/>
                <a:ea typeface="標楷體" panose="03000509000000000000" pitchFamily="65" charset="-120"/>
              </a:rPr>
              <a:t>台灣視障專用</a:t>
            </a:r>
            <a:r>
              <a:rPr lang="en-US" altLang="zh-TW" sz="4600" dirty="0">
                <a:latin typeface="標楷體" panose="03000509000000000000" pitchFamily="65" charset="-120"/>
                <a:ea typeface="標楷體" panose="03000509000000000000" pitchFamily="65" charset="-120"/>
              </a:rPr>
              <a:t>APP</a:t>
            </a:r>
            <a:r>
              <a:rPr lang="zh-TW" altLang="en-US" sz="4600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altLang="zh-TW" sz="4600" dirty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sz="4600" dirty="0">
                <a:latin typeface="標楷體" panose="03000509000000000000" pitchFamily="65" charset="-120"/>
                <a:ea typeface="標楷體" panose="03000509000000000000" pitchFamily="65" charset="-120"/>
              </a:rPr>
              <a:t> 簡單手勢紀錄附近聲音</a:t>
            </a:r>
            <a:endParaRPr lang="en-US" altLang="zh-TW" sz="4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sz="46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sz="4600" dirty="0" err="1" smtClean="0">
                <a:latin typeface="標楷體" panose="03000509000000000000" pitchFamily="65" charset="-120"/>
                <a:ea typeface="標楷體" panose="03000509000000000000" pitchFamily="65" charset="-120"/>
              </a:rPr>
              <a:t>SignChat</a:t>
            </a:r>
            <a:r>
              <a:rPr lang="zh-TW" altLang="en-US" sz="4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altLang="zh-TW" sz="4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sz="4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 全</a:t>
            </a:r>
            <a:r>
              <a:rPr lang="zh-TW" altLang="en-US" sz="4600" dirty="0">
                <a:latin typeface="標楷體" panose="03000509000000000000" pitchFamily="65" charset="-120"/>
                <a:ea typeface="標楷體" panose="03000509000000000000" pitchFamily="65" charset="-120"/>
              </a:rPr>
              <a:t>臺第一個手語輸入法訊息 </a:t>
            </a:r>
            <a:r>
              <a:rPr lang="en-US" altLang="zh-TW" sz="4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App</a:t>
            </a:r>
            <a:endParaRPr lang="en-US" altLang="zh-TW" sz="4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zh-TW" altLang="en-US" b="1" dirty="0"/>
          </a:p>
          <a:p>
            <a:endParaRPr lang="en-US" altLang="zh-TW" b="1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084297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48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系統設計</a:t>
            </a:r>
            <a:endParaRPr lang="zh-TW" altLang="en-US" sz="48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13775" y="2044877"/>
            <a:ext cx="10364452" cy="4813123"/>
          </a:xfrm>
        </p:spPr>
        <p:txBody>
          <a:bodyPr>
            <a:noAutofit/>
          </a:bodyPr>
          <a:lstStyle/>
          <a:p>
            <a:r>
              <a:rPr lang="zh-TW" altLang="en-US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元素 </a:t>
            </a:r>
            <a:r>
              <a:rPr lang="en-US" altLang="zh-TW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endParaRPr lang="en-US" altLang="zh-TW" sz="32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en-US" altLang="zh-TW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Google map</a:t>
            </a:r>
            <a:r>
              <a:rPr lang="zh-TW" altLang="en-US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altLang="zh-TW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+</a:t>
            </a:r>
            <a:r>
              <a:rPr lang="zh-TW" altLang="en-US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 能施力拉動使用者的陀螺儀</a:t>
            </a:r>
            <a:endParaRPr lang="en-US" altLang="zh-TW" sz="28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能夠進行影像辨識</a:t>
            </a:r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的</a:t>
            </a:r>
            <a:r>
              <a:rPr lang="zh-TW" altLang="en-US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鏡頭</a:t>
            </a:r>
            <a:endParaRPr lang="en-US" altLang="zh-TW" sz="28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功能</a:t>
            </a:r>
            <a:r>
              <a:rPr lang="en-US" altLang="zh-TW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</a:p>
          <a:p>
            <a:pPr lvl="1"/>
            <a:r>
              <a:rPr lang="zh-TW" altLang="en-US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用陀螺儀</a:t>
            </a:r>
            <a:r>
              <a:rPr lang="en-US" altLang="zh-TW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觸覺</a:t>
            </a:r>
            <a:r>
              <a:rPr lang="en-US" altLang="zh-TW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帶</a:t>
            </a:r>
            <a:r>
              <a:rPr lang="zh-TW" altLang="en-US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領使用者前往導航方向</a:t>
            </a:r>
            <a:endParaRPr lang="en-US" altLang="zh-TW" sz="28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視覺辨識路況來避免不必要的危險</a:t>
            </a:r>
            <a:endParaRPr lang="en-US" altLang="zh-TW" sz="28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用</a:t>
            </a:r>
            <a:r>
              <a:rPr lang="en-US" altLang="zh-TW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Google map</a:t>
            </a:r>
            <a:r>
              <a:rPr lang="zh-TW" altLang="en-US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的定位、地標搜尋功能來找尋友善餐廳、能提供特殊需求的商店或是跟其他使用者互相交流</a:t>
            </a:r>
            <a:endParaRPr lang="en-US" altLang="zh-TW" sz="28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6955008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48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參考文獻</a:t>
            </a:r>
            <a:endParaRPr lang="zh-TW" altLang="en-US" sz="48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lnSpcReduction="10000"/>
          </a:bodyPr>
          <a:lstStyle/>
          <a:p>
            <a:pPr>
              <a:lnSpc>
                <a:spcPct val="130000"/>
              </a:lnSpc>
            </a:pP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用額頭「看」、用頭髮「聽」，觸覺科技讓一切不再只是電影──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《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觸覺不思議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》</a:t>
            </a:r>
            <a:endParaRPr lang="en-US" altLang="zh-TW" sz="2400" dirty="0">
              <a:latin typeface="標楷體" panose="03000509000000000000" pitchFamily="65" charset="-120"/>
              <a:ea typeface="標楷體" panose="03000509000000000000" pitchFamily="65" charset="-120"/>
              <a:hlinkClick r:id="rId2"/>
            </a:endParaRPr>
          </a:p>
          <a:p>
            <a: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  <a:hlinkClick r:id="rId2"/>
              </a:rPr>
              <a:t>https://pansci.asia/archives/120878</a:t>
            </a:r>
          </a:p>
          <a:p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好奇心＋不放棄－點亮愛迪生頭腦</a:t>
            </a:r>
            <a:endParaRPr lang="en-US" altLang="zh-TW" sz="2400" dirty="0">
              <a:latin typeface="標楷體" panose="03000509000000000000" pitchFamily="65" charset="-120"/>
              <a:ea typeface="標楷體" panose="03000509000000000000" pitchFamily="65" charset="-120"/>
              <a:hlinkClick r:id="rId2"/>
            </a:endParaRPr>
          </a:p>
          <a:p>
            <a: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  <a:hlinkClick r:id="rId2"/>
              </a:rPr>
              <a:t>https://pansci.asia/archives/29689</a:t>
            </a:r>
          </a:p>
          <a:p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衣食住行中，盲人最感困難的是出行</a:t>
            </a:r>
            <a:endParaRPr lang="en-US" altLang="zh-TW" sz="24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  <a:hlinkClick r:id="rId3"/>
              </a:rPr>
              <a:t>http://tdtb.pixnet.net/blog/post/5457976-%5B%E5%88%86%E4%BA%AB%5D-%E8%A1%A3%E9%A3%9F%E4%BD%8F%E8%A1%8C%E4%B8%AD%EF%BC%8C%E7%9B%B2%E4%BA%BA%E6%9C%80%E6%84%9F%E5%9B%B0%E9%9B%A3%E7%9A%84%E6%98%AF%E5%87%BA%E8%A1%8C</a:t>
            </a:r>
            <a:endParaRPr lang="en-US" altLang="zh-TW" sz="24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zh-TW" altLang="en-US" dirty="0" smtClean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915096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3773" y="128120"/>
            <a:ext cx="10364451" cy="1596177"/>
          </a:xfrm>
        </p:spPr>
        <p:txBody>
          <a:bodyPr>
            <a:normAutofit/>
          </a:bodyPr>
          <a:lstStyle/>
          <a:p>
            <a:pPr algn="ctr"/>
            <a:r>
              <a:rPr lang="zh-TW" altLang="en-US" sz="54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謝謝大家</a:t>
            </a:r>
            <a:endParaRPr lang="zh-TW" altLang="en-US" sz="5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6307" y="1724297"/>
            <a:ext cx="4899385" cy="5133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100344"/>
      </p:ext>
    </p:extLst>
  </p:cSld>
  <p:clrMapOvr>
    <a:masterClrMapping/>
  </p:clrMapOvr>
</p:sld>
</file>

<file path=ppt/theme/theme1.xml><?xml version="1.0" encoding="utf-8"?>
<a:theme xmlns:a="http://schemas.openxmlformats.org/drawingml/2006/main" name="小水滴">
  <a:themeElements>
    <a:clrScheme name="小水滴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小水滴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小水滴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TM04033925[[fn=小水滴]]</Template>
  <TotalTime>119</TotalTime>
  <Words>254</Words>
  <Application>Microsoft Office PowerPoint</Application>
  <PresentationFormat>寬螢幕</PresentationFormat>
  <Paragraphs>42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2" baseType="lpstr">
      <vt:lpstr>新細明體</vt:lpstr>
      <vt:lpstr>標楷體</vt:lpstr>
      <vt:lpstr>Arial</vt:lpstr>
      <vt:lpstr>Tw Cen MT</vt:lpstr>
      <vt:lpstr>小水滴</vt:lpstr>
      <vt:lpstr>期中報告進度</vt:lpstr>
      <vt:lpstr>大綱</vt:lpstr>
      <vt:lpstr>動機</vt:lpstr>
      <vt:lpstr>現有系統</vt:lpstr>
      <vt:lpstr>系統設計</vt:lpstr>
      <vt:lpstr>參考文獻</vt:lpstr>
      <vt:lpstr>謝謝大家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電子導盲犬</dc:title>
  <dc:creator>X450J</dc:creator>
  <cp:lastModifiedBy>X450J</cp:lastModifiedBy>
  <cp:revision>13</cp:revision>
  <dcterms:created xsi:type="dcterms:W3CDTF">2018-10-16T16:32:59Z</dcterms:created>
  <dcterms:modified xsi:type="dcterms:W3CDTF">2018-10-16T18:32:00Z</dcterms:modified>
</cp:coreProperties>
</file>