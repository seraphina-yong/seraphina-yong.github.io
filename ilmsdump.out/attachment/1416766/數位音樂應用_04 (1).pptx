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0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706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audio.com/store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gif"/><Relationship Id="rId4" Type="http://schemas.openxmlformats.org/officeDocument/2006/relationships/hyperlink" Target="https://www.google.com.tw/search?q=trrs&amp;rlz=1C1MSNA_enTW624TW624&amp;espv=2&amp;biw=1889&amp;bih=898&amp;tbm=isch&amp;tbo=u&amp;source=univ&amp;sa=X&amp;ved=0CBsQsARqFQoTCKH_ssmCs8cCFcuelAoduPsHF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weetwater.com/c404--Genelec--Studio_Monito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ttw.net/yin-le/renshiyingpianshuweiyinxia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 b="0"/>
              <a:t>Audio interface-</a:t>
            </a:r>
            <a:r>
              <a:rPr lang="zh-TW" sz="2400" b="0"/>
              <a:t>Universal Audio Apollo </a:t>
            </a:r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Shape 8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53225"/>
            <a:ext cx="9144000" cy="40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Connector</a:t>
            </a:r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761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Male 公   Female 母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Balance(平衡訊號線)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  正、負、接地:功率較大、訊號較遠、摔減少、減少雜訊干擾</a:t>
            </a:r>
            <a:endParaRPr sz="1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Unbalance(非平衡訊號線)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  超過10米易出現衰減、雜訊</a:t>
            </a:r>
            <a:endParaRPr sz="1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  容易受外在的雜訊干擾</a:t>
            </a:r>
            <a:endParaRPr sz="1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Shape 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875" y="0"/>
            <a:ext cx="3265126" cy="19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7400" y="3081475"/>
            <a:ext cx="3936600" cy="20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類比與數位</a:t>
            </a:r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b="1"/>
              <a:t>類比</a:t>
            </a:r>
            <a:endParaRPr b="1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 Balance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 TRS</a:t>
            </a:r>
            <a:endParaRPr sz="18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 XLR</a:t>
            </a:r>
            <a:endParaRPr sz="18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 Unbalance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 TS</a:t>
            </a:r>
            <a:endParaRPr sz="180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 RCA</a:t>
            </a:r>
            <a:endParaRPr sz="1800"/>
          </a:p>
        </p:txBody>
      </p:sp>
      <p:sp>
        <p:nvSpPr>
          <p:cNvPr id="95" name="Shape 95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 b="1"/>
              <a:t>數位</a:t>
            </a:r>
            <a:r>
              <a:rPr lang="zh-TW" sz="1800"/>
              <a:t/>
            </a:r>
            <a:br>
              <a:rPr lang="zh-TW" sz="1800"/>
            </a:br>
            <a:r>
              <a:rPr lang="zh-TW" sz="1800"/>
              <a:t>  AES/EBU</a:t>
            </a:r>
            <a:br>
              <a:rPr lang="zh-TW" sz="1800"/>
            </a:br>
            <a:r>
              <a:rPr lang="zh-TW" sz="1800"/>
              <a:t>  S/PDIF</a:t>
            </a:r>
            <a:endParaRPr sz="18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 b="1"/>
              <a:t>數位訊號</a:t>
            </a:r>
            <a:endParaRPr sz="1800" b="1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MIDI</a:t>
            </a:r>
            <a:br>
              <a:rPr lang="zh-TW" sz="1800"/>
            </a:br>
            <a:r>
              <a:rPr lang="zh-TW" sz="1800"/>
              <a:t>  USB</a:t>
            </a:r>
            <a:endParaRPr sz="18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1800"/>
              <a:t>  IEEI1394 (firewire 800、400)</a:t>
            </a:r>
            <a:endParaRPr sz="1800"/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  </a:t>
            </a:r>
            <a:r>
              <a:rPr lang="zh-TW" sz="1800">
                <a:solidFill>
                  <a:schemeClr val="dk1"/>
                </a:solidFill>
              </a:rPr>
              <a:t>Thunderbolt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監聽設備</a:t>
            </a:r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Monitor Speakers</a:t>
            </a:r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Headphone</a:t>
            </a:r>
            <a:endParaRPr/>
          </a:p>
        </p:txBody>
      </p:sp>
      <p:pic>
        <p:nvPicPr>
          <p:cNvPr id="103" name="Shape 10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38850"/>
            <a:ext cx="4772051" cy="310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6176" y="2006470"/>
            <a:ext cx="4107825" cy="316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Sample rate,Bit death</a:t>
            </a:r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chemeClr val="dk1"/>
                </a:solidFill>
              </a:rPr>
              <a:t>Sample rate</a:t>
            </a:r>
            <a:endParaRPr sz="3600" b="1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採樣頻率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kHz-仟赫茲</a:t>
            </a:r>
            <a:endParaRPr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48kHz-</a:t>
            </a:r>
            <a:endParaRPr>
              <a:solidFill>
                <a:schemeClr val="dk1"/>
              </a:solidFill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每秒取樣 48,000次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Shape 111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chemeClr val="dk1"/>
                </a:solidFill>
              </a:rPr>
              <a:t>Bit death</a:t>
            </a:r>
            <a:endParaRPr sz="3600" b="1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 位元深度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 聲音用電腦多少位元來採樣</a:t>
            </a:r>
            <a:endParaRPr sz="2400">
              <a:solidFill>
                <a:schemeClr val="dk1"/>
              </a:solidFill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 8bit,16bit,24bit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常見設定值</a:t>
            </a:r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/>
              <a:t>CD:44.1 </a:t>
            </a:r>
            <a:r>
              <a:rPr lang="zh-TW" sz="2400">
                <a:solidFill>
                  <a:schemeClr val="dk1"/>
                </a:solidFill>
              </a:rPr>
              <a:t>kHz 16bit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錄音室:48kHz 24bit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DVD:</a:t>
            </a:r>
            <a:r>
              <a:rPr lang="zh-TW" sz="2400" u="sng">
                <a:solidFill>
                  <a:schemeClr val="hlink"/>
                </a:solidFill>
                <a:hlinkClick r:id="rId3"/>
              </a:rPr>
              <a:t>48kHz 16bit</a:t>
            </a:r>
            <a:endParaRPr sz="2400">
              <a:solidFill>
                <a:schemeClr val="dk1"/>
              </a:solidFill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118" name="Shape 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200150"/>
            <a:ext cx="2033450" cy="20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Shape 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3233600"/>
            <a:ext cx="2033450" cy="20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Buffer size- 緩衝大小</a:t>
            </a:r>
            <a:endParaRPr/>
          </a:p>
        </p:txBody>
      </p:sp>
      <p:sp>
        <p:nvSpPr>
          <p:cNvPr id="125" name="Shape 1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/>
              <a:t>Latency 延遲</a:t>
            </a:r>
            <a:endParaRPr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/>
              <a:t>緩衝越大-電腦處理越多-延遲明顯</a:t>
            </a:r>
            <a:endParaRPr sz="240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/>
              <a:t>緩衝越小-</a:t>
            </a:r>
            <a:r>
              <a:rPr lang="zh-TW" sz="2400">
                <a:solidFill>
                  <a:schemeClr val="dk1"/>
                </a:solidFill>
              </a:rPr>
              <a:t>電腦處理越少-延遲少(但可能產生爆音)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錄音:Audio錄音時-Buffer size 調小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編曲、播放:虛擬樂器、效果器-Buffer size 調大</a:t>
            </a:r>
            <a:endParaRPr sz="2400">
              <a:solidFill>
                <a:schemeClr val="dk1"/>
              </a:solidFill>
            </a:endParaRP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ctrTitle"/>
          </p:nvPr>
        </p:nvSpPr>
        <p:spPr>
          <a:xfrm>
            <a:off x="474300" y="1019375"/>
            <a:ext cx="8242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TW" sz="3600" b="0"/>
              <a:t>THANK YOU FOR YOUR ATTENTION</a:t>
            </a:r>
            <a:endParaRPr/>
          </a:p>
        </p:txBody>
      </p:sp>
      <p:pic>
        <p:nvPicPr>
          <p:cNvPr id="131" name="Shape 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650" y="2682125"/>
            <a:ext cx="5509995" cy="230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Shape 132" descr="f9556cff42.png"/>
          <p:cNvPicPr preferRelativeResize="0"/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7815200" y="0"/>
            <a:ext cx="1328800" cy="6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如螢幕大小 (16:9)</PresentationFormat>
  <Paragraphs>49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Light Gradient</vt:lpstr>
      <vt:lpstr>Audio interface-Universal Audio Apollo </vt:lpstr>
      <vt:lpstr>Connector</vt:lpstr>
      <vt:lpstr>類比與數位</vt:lpstr>
      <vt:lpstr>監聽設備</vt:lpstr>
      <vt:lpstr>Sample rate,Bit death</vt:lpstr>
      <vt:lpstr>常見設定值</vt:lpstr>
      <vt:lpstr>Buffer size- 緩衝大小</vt:lpstr>
      <vt:lpstr>THANK YOU FOR YOUR ATTENTION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CUBASE 101</dc:title>
  <dc:creator>謝宗翰</dc:creator>
  <cp:lastModifiedBy>謝宗翰</cp:lastModifiedBy>
  <cp:revision>2</cp:revision>
  <dcterms:modified xsi:type="dcterms:W3CDTF">2018-03-13T01:55:36Z</dcterms:modified>
</cp:coreProperties>
</file>