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612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23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907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56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131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87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2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18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08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36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25B81-50CE-4898-9104-E4F00D33EA3F}" type="datetimeFigureOut">
              <a:rPr lang="zh-TW" altLang="en-US" smtClean="0"/>
              <a:t>2018/10/17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0D5A-842E-4ABB-B085-716235FDB2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57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969305" cy="3083877"/>
          </a:xfrm>
        </p:spPr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互動設計進度報告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新生資訊系統好用嗎？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3999" y="4713386"/>
            <a:ext cx="9144000" cy="1655762"/>
          </a:xfrm>
        </p:spPr>
        <p:txBody>
          <a:bodyPr>
            <a:normAutofit/>
          </a:bodyPr>
          <a:lstStyle/>
          <a:p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蔡傑羽、王蕎芸、吳沛芸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479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選擇動機 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大一新生在入學前，第一個遇到的，其實不是學長姐，也不是系上教授，而是新生資訊系統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為了解新生在使用新生系統時遇到什麼問題，導致很多學生在入學時還是有很多問題，必須透過學長姐或</a:t>
            </a:r>
            <a:r>
              <a:rPr lang="en-US" altLang="zh-TW" dirty="0" err="1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Dcard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等管道才能得到足夠的資訊，我們設計這個使用者測試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838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選擇系統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/>
          <a:srcRect t="9162" b="5123"/>
          <a:stretch/>
        </p:blipFill>
        <p:spPr>
          <a:xfrm>
            <a:off x="838200" y="1492003"/>
            <a:ext cx="10701201" cy="515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人性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266092" y="5233182"/>
            <a:ext cx="30686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對大學不了解，缺乏資訊引導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47" y="1862796"/>
            <a:ext cx="3223386" cy="322338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5725551" y="5254995"/>
            <a:ext cx="5190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人只會看一篇網路文章的</a:t>
            </a:r>
            <a:r>
              <a:rPr lang="en-US" altLang="zh-TW" sz="28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60%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1" y="1690688"/>
            <a:ext cx="3315120" cy="331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4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預計可能訪談對象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沒有使用過系統的同學（對大學有一定的認識）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還沒上過大學的高中生（對大學完全不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了解）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剛上大學的大一新生（有使用過系統）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206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相關文章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Inter UI</a:t>
            </a:r>
          </a:p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提升網站的易讀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性</a:t>
            </a:r>
            <a:endParaRPr lang="en-US" altLang="zh-TW" sz="3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網站停留時間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65" y="1825625"/>
            <a:ext cx="4443030" cy="444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7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163</Words>
  <Application>Microsoft Office PowerPoint</Application>
  <PresentationFormat>寬螢幕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Calibri Light</vt:lpstr>
      <vt:lpstr>Office 佈景主題</vt:lpstr>
      <vt:lpstr>互動設計進度報告  新生資訊系統好用嗎？</vt:lpstr>
      <vt:lpstr>選擇動機 </vt:lpstr>
      <vt:lpstr>選擇系統</vt:lpstr>
      <vt:lpstr>人性</vt:lpstr>
      <vt:lpstr>預計可能訪談對象</vt:lpstr>
      <vt:lpstr>相關文章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互動設計報告 新生資訊系統</dc:title>
  <dc:creator>user</dc:creator>
  <cp:lastModifiedBy>user</cp:lastModifiedBy>
  <cp:revision>5</cp:revision>
  <dcterms:created xsi:type="dcterms:W3CDTF">2018-10-17T02:27:35Z</dcterms:created>
  <dcterms:modified xsi:type="dcterms:W3CDTF">2018-10-17T03:09:45Z</dcterms:modified>
</cp:coreProperties>
</file>