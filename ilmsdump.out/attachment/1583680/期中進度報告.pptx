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8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9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3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22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50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19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18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48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37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8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014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10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449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883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08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737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7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F7B7F4-E7BF-4B4D-9627-D811481653AA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8A57C5-B480-41EB-B09E-EBDCB96599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4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懶人搭公車系統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32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使用手機或是處理事情時，容易沒注意到公車來臨</a:t>
            </a:r>
            <a:endParaRPr lang="en-US" altLang="zh-TW" dirty="0" smtClean="0"/>
          </a:p>
          <a:p>
            <a:r>
              <a:rPr lang="zh-TW" altLang="en-US" dirty="0" smtClean="0"/>
              <a:t>揮手時，在壅擠的車輛中不易被司機看見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65154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目標客群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 smtClean="0">
                <a:solidFill>
                  <a:srgbClr val="FF0000"/>
                </a:solidFill>
              </a:rPr>
              <a:t>常常錯過公車的</a:t>
            </a:r>
            <a:r>
              <a:rPr lang="zh-TW" altLang="en-US" sz="4800" b="1" dirty="0">
                <a:solidFill>
                  <a:srgbClr val="FF0000"/>
                </a:solidFill>
              </a:rPr>
              <a:t>人</a:t>
            </a:r>
            <a:endParaRPr lang="zh-TW" alt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68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讓低頭</a:t>
            </a:r>
            <a:r>
              <a:rPr lang="zh-TW" altLang="en-US" dirty="0"/>
              <a:t>族</a:t>
            </a:r>
            <a:r>
              <a:rPr lang="zh-TW" altLang="en-US" dirty="0" smtClean="0"/>
              <a:t>以及老年人不會錯過公</a:t>
            </a:r>
            <a:r>
              <a:rPr lang="zh-TW" altLang="en-US" dirty="0"/>
              <a:t>車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讓司機不會視線不佳而沒注意到</a:t>
            </a:r>
            <a:r>
              <a:rPr lang="zh-TW" altLang="en-US" dirty="0"/>
              <a:t>客人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9370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方法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在現有的公車站牌新增停車按鈕</a:t>
            </a:r>
            <a:endParaRPr lang="en-US" altLang="zh-TW" dirty="0" smtClean="0"/>
          </a:p>
          <a:p>
            <a:r>
              <a:rPr lang="zh-TW" altLang="en-US" dirty="0" smtClean="0"/>
              <a:t>在現有的公車上新增通知系統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922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</TotalTime>
  <Words>76</Words>
  <Application>Microsoft Office PowerPoint</Application>
  <PresentationFormat>寬螢幕</PresentationFormat>
  <Paragraphs>12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新細明體</vt:lpstr>
      <vt:lpstr>Arial</vt:lpstr>
      <vt:lpstr>Garamond</vt:lpstr>
      <vt:lpstr>有機</vt:lpstr>
      <vt:lpstr>懶人搭公車系統</vt:lpstr>
      <vt:lpstr>問題</vt:lpstr>
      <vt:lpstr>目標客群</vt:lpstr>
      <vt:lpstr>目標</vt:lpstr>
      <vt:lpstr>方法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校內引入電動自行車</dc:title>
  <dc:creator>Windows 使用者</dc:creator>
  <cp:lastModifiedBy>Windows 使用者</cp:lastModifiedBy>
  <cp:revision>5</cp:revision>
  <dcterms:created xsi:type="dcterms:W3CDTF">2018-10-02T12:12:15Z</dcterms:created>
  <dcterms:modified xsi:type="dcterms:W3CDTF">2018-10-16T14:25:21Z</dcterms:modified>
</cp:coreProperties>
</file>