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398" r:id="rId2"/>
    <p:sldId id="399" r:id="rId3"/>
    <p:sldId id="400" r:id="rId4"/>
    <p:sldId id="403" r:id="rId5"/>
    <p:sldId id="404" r:id="rId6"/>
    <p:sldId id="401" r:id="rId7"/>
    <p:sldId id="405" r:id="rId8"/>
    <p:sldId id="406" r:id="rId9"/>
    <p:sldId id="407" r:id="rId10"/>
    <p:sldId id="408" r:id="rId11"/>
    <p:sldId id="402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6" r:id="rId20"/>
    <p:sldId id="381" r:id="rId21"/>
    <p:sldId id="380" r:id="rId22"/>
    <p:sldId id="383" r:id="rId23"/>
    <p:sldId id="384" r:id="rId24"/>
    <p:sldId id="386" r:id="rId25"/>
    <p:sldId id="387" r:id="rId26"/>
    <p:sldId id="388" r:id="rId27"/>
    <p:sldId id="389" r:id="rId28"/>
    <p:sldId id="391" r:id="rId29"/>
    <p:sldId id="397" r:id="rId30"/>
    <p:sldId id="394" r:id="rId31"/>
    <p:sldId id="395" r:id="rId32"/>
    <p:sldId id="396" r:id="rId33"/>
    <p:sldId id="393" r:id="rId3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2831" autoAdjust="0"/>
  </p:normalViewPr>
  <p:slideViewPr>
    <p:cSldViewPr snapToGrid="0">
      <p:cViewPr varScale="1">
        <p:scale>
          <a:sx n="58" d="100"/>
          <a:sy n="58" d="100"/>
        </p:scale>
        <p:origin x="10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05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TW" altLang="en-US" dirty="0" smtClean="0"/>
              <a:t>做完大概</a:t>
            </a:r>
            <a:endParaRPr lang="en-US" altLang="zh-TW" dirty="0" smtClean="0"/>
          </a:p>
          <a:p>
            <a:pPr marL="228600" indent="-228600">
              <a:buAutoNum type="arabicPeriod"/>
            </a:pPr>
            <a:r>
              <a:rPr lang="zh-TW" altLang="en-US" dirty="0" smtClean="0"/>
              <a:t>放圖片</a:t>
            </a:r>
            <a:endParaRPr lang="en-US" altLang="zh-TW" dirty="0" smtClean="0"/>
          </a:p>
          <a:p>
            <a:pPr marL="228600" indent="-228600">
              <a:buAutoNum type="arabicPeriod"/>
            </a:pPr>
            <a:r>
              <a:rPr lang="zh-TW" altLang="en-US" dirty="0" smtClean="0"/>
              <a:t>想辦法</a:t>
            </a:r>
            <a:r>
              <a:rPr lang="en-US" altLang="zh-TW" dirty="0" smtClean="0"/>
              <a:t>demo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793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這兩頁需講解為何發想出這些功能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8461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mtClean="0"/>
              <a:t>相當於統整</a:t>
            </a:r>
            <a:endParaRPr lang="en-US" altLang="zh-TW" smtClean="0"/>
          </a:p>
          <a:p>
            <a:r>
              <a:rPr lang="zh-TW" altLang="en-US" dirty="0" smtClean="0"/>
              <a:t>詳細</a:t>
            </a:r>
            <a:r>
              <a:rPr lang="zh-TW" altLang="en-US" dirty="0" smtClean="0"/>
              <a:t>的用</a:t>
            </a:r>
            <a:r>
              <a:rPr lang="en-US" altLang="zh-TW" dirty="0" smtClean="0"/>
              <a:t>video</a:t>
            </a:r>
            <a:r>
              <a:rPr lang="zh-TW" altLang="en-US" dirty="0" smtClean="0"/>
              <a:t>跟</a:t>
            </a:r>
            <a:r>
              <a:rPr lang="en-US" altLang="zh-TW" dirty="0" smtClean="0"/>
              <a:t>demo</a:t>
            </a:r>
            <a:r>
              <a:rPr lang="zh-TW" altLang="en-US" dirty="0" smtClean="0"/>
              <a:t>呈現</a:t>
            </a:r>
            <a:r>
              <a:rPr lang="en-US" altLang="zh-TW" dirty="0" smtClean="0"/>
              <a:t>	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8670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6845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2389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5526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058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文字版面配置區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文字版面配置區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圖片版面配置區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03415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 Meet – </a:t>
            </a:r>
            <a:r>
              <a:rPr lang="zh-TW" altLang="en-US" dirty="0" smtClean="0"/>
              <a:t>用心與你相遇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>
          <a:xfrm>
            <a:off x="1524000" y="3847364"/>
            <a:ext cx="9144000" cy="1995875"/>
          </a:xfrm>
        </p:spPr>
        <p:txBody>
          <a:bodyPr/>
          <a:lstStyle/>
          <a:p>
            <a:r>
              <a:rPr lang="zh-TW" altLang="en-US" dirty="0" smtClean="0"/>
              <a:t>俞尚毅</a:t>
            </a:r>
            <a:endParaRPr lang="en-US" altLang="zh-TW" dirty="0" smtClean="0"/>
          </a:p>
          <a:p>
            <a:r>
              <a:rPr lang="zh-TW" altLang="en-US" dirty="0"/>
              <a:t>江秉</a:t>
            </a:r>
            <a:r>
              <a:rPr lang="zh-TW" altLang="en-US" dirty="0" smtClean="0"/>
              <a:t>翰</a:t>
            </a:r>
            <a:endParaRPr lang="en-US" altLang="zh-TW" dirty="0" smtClean="0"/>
          </a:p>
          <a:p>
            <a:r>
              <a:rPr lang="zh-TW" altLang="en-US" dirty="0" smtClean="0"/>
              <a:t>蔡樂津</a:t>
            </a:r>
            <a:endParaRPr lang="en-US" altLang="zh-TW" dirty="0" smtClean="0"/>
          </a:p>
          <a:p>
            <a:r>
              <a:rPr lang="zh-TW" altLang="en-US" dirty="0"/>
              <a:t>虞</a:t>
            </a:r>
            <a:r>
              <a:rPr lang="zh-TW" altLang="en-US" dirty="0" smtClean="0"/>
              <a:t>佩</a:t>
            </a:r>
            <a:r>
              <a:rPr lang="zh-TW" altLang="en-US" dirty="0"/>
              <a:t>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700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User Analysis</a:t>
            </a:r>
          </a:p>
          <a:p>
            <a:r>
              <a:rPr lang="en-US" dirty="0" smtClean="0"/>
              <a:t>Persona</a:t>
            </a:r>
          </a:p>
          <a:p>
            <a:r>
              <a:rPr lang="en-US" dirty="0" smtClean="0"/>
              <a:t>Task Analysis</a:t>
            </a:r>
          </a:p>
          <a:p>
            <a:r>
              <a:rPr lang="en-US" dirty="0" smtClean="0"/>
              <a:t>Conceptual Design Process and Product</a:t>
            </a:r>
          </a:p>
          <a:p>
            <a:r>
              <a:rPr lang="en-US" dirty="0" smtClean="0"/>
              <a:t>Video and Software Prototype</a:t>
            </a:r>
          </a:p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1456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User Analysis</a:t>
            </a:r>
            <a:endParaRPr 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632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Analysis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Target User group</a:t>
            </a:r>
            <a:r>
              <a:rPr lang="en-US" altLang="zh-TW" dirty="0" smtClean="0"/>
              <a:t>:</a:t>
            </a:r>
            <a:endParaRPr lang="en-US" dirty="0" smtClean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/>
              <a:t> </a:t>
            </a:r>
            <a:r>
              <a:rPr lang="zh-TW" altLang="en-US" sz="2400" dirty="0" smtClean="0"/>
              <a:t>內向害羞但想交朋友的人</a:t>
            </a:r>
            <a:endParaRPr lang="en-US" altLang="zh-TW" sz="24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TW" sz="2400" dirty="0" smtClean="0"/>
          </a:p>
          <a:p>
            <a:r>
              <a:rPr lang="en-US" dirty="0"/>
              <a:t>Physical </a:t>
            </a:r>
            <a:r>
              <a:rPr lang="en-US" dirty="0" smtClean="0"/>
              <a:t>Characteristics</a:t>
            </a:r>
            <a:r>
              <a:rPr lang="en-US" altLang="zh-TW" dirty="0" smtClean="0"/>
              <a:t>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zh-TW" altLang="en-US" sz="2400" dirty="0"/>
              <a:t>年齡</a:t>
            </a:r>
            <a:r>
              <a:rPr lang="en-US" altLang="zh-TW" sz="2400" dirty="0"/>
              <a:t>:</a:t>
            </a:r>
            <a:r>
              <a:rPr lang="zh-TW" altLang="en-US" sz="2400" dirty="0"/>
              <a:t> </a:t>
            </a:r>
            <a:r>
              <a:rPr lang="en-US" altLang="zh-TW" sz="2400" dirty="0"/>
              <a:t>18 ~ 22</a:t>
            </a:r>
            <a:r>
              <a:rPr lang="zh-TW" altLang="en-US" sz="2400" dirty="0"/>
              <a:t>歲</a:t>
            </a:r>
            <a:endParaRPr lang="en-US" altLang="zh-TW" sz="2400" dirty="0"/>
          </a:p>
          <a:p>
            <a:pPr lvl="1">
              <a:lnSpc>
                <a:spcPct val="150000"/>
              </a:lnSpc>
            </a:pPr>
            <a:r>
              <a:rPr lang="zh-TW" altLang="en-US" sz="2400" dirty="0"/>
              <a:t>性別</a:t>
            </a:r>
            <a:r>
              <a:rPr lang="en-US" altLang="zh-TW" sz="2400" dirty="0"/>
              <a:t>:</a:t>
            </a:r>
            <a:r>
              <a:rPr lang="zh-TW" altLang="en-US" sz="2400" dirty="0"/>
              <a:t> 無限制</a:t>
            </a:r>
            <a:endParaRPr lang="en-US" altLang="zh-TW" sz="24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7656332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Analysis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Knowledge and Experience:</a:t>
            </a:r>
          </a:p>
          <a:p>
            <a:pPr lvl="1">
              <a:lnSpc>
                <a:spcPct val="150000"/>
              </a:lnSpc>
            </a:pPr>
            <a:r>
              <a:rPr lang="zh-TW" altLang="en-US" sz="2400" dirty="0" smtClean="0"/>
              <a:t>教育水平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高中、大學</a:t>
            </a:r>
            <a:endParaRPr lang="en-US" altLang="zh-TW" sz="2400" dirty="0" smtClean="0"/>
          </a:p>
          <a:p>
            <a:pPr lvl="1">
              <a:lnSpc>
                <a:spcPct val="150000"/>
              </a:lnSpc>
            </a:pPr>
            <a:r>
              <a:rPr lang="zh-TW" altLang="en-US" sz="2400" dirty="0" smtClean="0"/>
              <a:t>特殊技能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無需求</a:t>
            </a:r>
            <a:endParaRPr lang="en-US" altLang="zh-TW" sz="2400" dirty="0"/>
          </a:p>
          <a:p>
            <a:endParaRPr lang="en-US" altLang="zh-TW" sz="2400" dirty="0" smtClean="0"/>
          </a:p>
          <a:p>
            <a:r>
              <a:rPr lang="en-US" altLang="zh-TW" dirty="0" smtClean="0"/>
              <a:t>Psychological Characteristics:</a:t>
            </a:r>
          </a:p>
          <a:p>
            <a:pPr lvl="1">
              <a:lnSpc>
                <a:spcPct val="150000"/>
              </a:lnSpc>
            </a:pPr>
            <a:r>
              <a:rPr lang="zh-TW" altLang="en-US" sz="2400" dirty="0" smtClean="0"/>
              <a:t>態度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可能有點膽怯但想嘗試</a:t>
            </a:r>
            <a:endParaRPr lang="en-US" altLang="zh-TW" sz="2400" dirty="0" smtClean="0"/>
          </a:p>
          <a:p>
            <a:pPr lvl="1">
              <a:lnSpc>
                <a:spcPct val="150000"/>
              </a:lnSpc>
            </a:pPr>
            <a:r>
              <a:rPr lang="zh-TW" altLang="en-US" sz="2400" dirty="0" smtClean="0"/>
              <a:t>使用此系統的動機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想要交友，但因為性格等問題較為困難</a:t>
            </a:r>
            <a:endParaRPr lang="en-US" altLang="zh-TW" sz="2400" dirty="0" smtClean="0"/>
          </a:p>
          <a:p>
            <a:pPr lvl="1"/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9551346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Persona</a:t>
            </a:r>
            <a:endParaRPr 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713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Persona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Persona 1</a:t>
            </a:r>
          </a:p>
          <a:p>
            <a:pPr lvl="1"/>
            <a:r>
              <a:rPr lang="zh-TW" altLang="en-US" sz="2000" dirty="0" smtClean="0"/>
              <a:t>姓名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CYQ</a:t>
            </a:r>
          </a:p>
          <a:p>
            <a:pPr lvl="1"/>
            <a:r>
              <a:rPr lang="zh-TW" altLang="en-US" sz="2000" dirty="0" smtClean="0"/>
              <a:t>年齡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23</a:t>
            </a:r>
          </a:p>
          <a:p>
            <a:pPr lvl="1"/>
            <a:r>
              <a:rPr lang="zh-TW" altLang="en-US" sz="2000" dirty="0" smtClean="0"/>
              <a:t>個人資訊</a:t>
            </a:r>
            <a:r>
              <a:rPr lang="en-US" altLang="zh-TW" sz="2000" dirty="0" smtClean="0"/>
              <a:t>: </a:t>
            </a:r>
          </a:p>
          <a:p>
            <a:pPr lvl="2"/>
            <a:r>
              <a:rPr lang="zh-TW" altLang="en-US" sz="1800" dirty="0" smtClean="0"/>
              <a:t>興趣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動漫、輕小說、游泳、網球、線上遊戲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長處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</a:t>
            </a:r>
            <a:r>
              <a:rPr lang="en-US" altLang="zh-TW" sz="1800" dirty="0" smtClean="0"/>
              <a:t>Coding</a:t>
            </a:r>
            <a:r>
              <a:rPr lang="zh-TW" altLang="en-US" sz="1800" dirty="0" smtClean="0"/>
              <a:t>、記憶力好、待人親合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習慣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晚睡晚起、自覺深夜效率高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交友狀況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適中數量的朋友、少數知心好友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社交狀況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一個月和老朋友聚會一兩次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感情狀況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母胎單身、有喜歡的女孩子但不敢告白</a:t>
            </a:r>
            <a:endParaRPr lang="en-US" altLang="zh-TW" sz="1800" dirty="0" smtClean="0"/>
          </a:p>
          <a:p>
            <a:pPr lvl="2"/>
            <a:endParaRPr lang="en-US" altLang="zh-TW" dirty="0" smtClean="0"/>
          </a:p>
        </p:txBody>
      </p:sp>
      <p:pic>
        <p:nvPicPr>
          <p:cNvPr id="6" name="图片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83720" y="924428"/>
            <a:ext cx="3970802" cy="53751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769729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Persona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97838"/>
          </a:xfrm>
        </p:spPr>
        <p:txBody>
          <a:bodyPr>
            <a:normAutofit/>
          </a:bodyPr>
          <a:lstStyle/>
          <a:p>
            <a:r>
              <a:rPr lang="en-US" dirty="0" smtClean="0"/>
              <a:t>Persona 1</a:t>
            </a:r>
          </a:p>
          <a:p>
            <a:pPr lvl="1"/>
            <a:r>
              <a:rPr lang="zh-TW" altLang="en-US" sz="2000" dirty="0" smtClean="0"/>
              <a:t>個人生活習慣上的小毛病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晚睡晚起、做事拖拖拉拉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對使用交友軟體抱持的態度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希望能有新奇的體驗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認為使用交友軟體可能帶來的好處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想用它來認識不同的人</a:t>
            </a:r>
            <a:r>
              <a:rPr lang="zh-TW" altLang="en-US" sz="2000" dirty="0"/>
              <a:t>與</a:t>
            </a:r>
            <a:r>
              <a:rPr lang="zh-TW" altLang="en-US" sz="2000" dirty="0" smtClean="0"/>
              <a:t>世界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對於交友軟體的一些意見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endParaRPr lang="en-US" altLang="zh-TW" sz="2000" dirty="0" smtClean="0"/>
          </a:p>
          <a:p>
            <a:pPr lvl="2"/>
            <a:r>
              <a:rPr lang="zh-TW" altLang="en-US" sz="1800" dirty="0" smtClean="0"/>
              <a:t>偏好文字交友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認為填資料註冊很麻煩，可以直接用</a:t>
            </a:r>
            <a:r>
              <a:rPr lang="en-US" altLang="zh-TW" sz="1800" dirty="0" smtClean="0"/>
              <a:t>FB</a:t>
            </a:r>
            <a:r>
              <a:rPr lang="zh-TW" altLang="en-US" sz="1800" dirty="0" smtClean="0"/>
              <a:t>登入的話很方便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希望可以明確知道對方的姓名、年齡、興趣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希望配對的對象年齡在上下</a:t>
            </a:r>
            <a:r>
              <a:rPr lang="en-US" altLang="zh-TW" sz="1800" dirty="0" smtClean="0"/>
              <a:t>6</a:t>
            </a:r>
            <a:r>
              <a:rPr lang="zh-TW" altLang="en-US" sz="1800" dirty="0" smtClean="0"/>
              <a:t>歲之間，且興趣相符</a:t>
            </a:r>
            <a:endParaRPr lang="en-US" altLang="zh-TW" sz="1800" dirty="0"/>
          </a:p>
          <a:p>
            <a:pPr lvl="1"/>
            <a:r>
              <a:rPr lang="zh-TW" altLang="en-US" sz="2000" dirty="0" smtClean="0"/>
              <a:t>一句話</a:t>
            </a:r>
            <a:r>
              <a:rPr lang="en-US" altLang="zh-TW" sz="2000" dirty="0" smtClean="0"/>
              <a:t>:</a:t>
            </a:r>
          </a:p>
          <a:p>
            <a:pPr lvl="2"/>
            <a:r>
              <a:rPr lang="zh-TW" altLang="en-US" sz="1800" dirty="0" smtClean="0"/>
              <a:t>「雖然我有拖延症，但事情都會盡量做到最好。」</a:t>
            </a:r>
            <a:endParaRPr lang="en-US" altLang="zh-TW" sz="1800" dirty="0" smtClean="0"/>
          </a:p>
          <a:p>
            <a:pPr lvl="1"/>
            <a:endParaRPr lang="en-US" altLang="zh-TW" sz="1800" dirty="0" smtClean="0"/>
          </a:p>
        </p:txBody>
      </p:sp>
    </p:spTree>
    <p:extLst>
      <p:ext uri="{BB962C8B-B14F-4D97-AF65-F5344CB8AC3E}">
        <p14:creationId xmlns:p14="http://schemas.microsoft.com/office/powerpoint/2010/main" val="23410306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Persona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Persona 2</a:t>
            </a:r>
          </a:p>
          <a:p>
            <a:pPr lvl="1"/>
            <a:r>
              <a:rPr lang="zh-TW" altLang="en-US" sz="2000" dirty="0" smtClean="0"/>
              <a:t>姓名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YSY</a:t>
            </a:r>
          </a:p>
          <a:p>
            <a:pPr lvl="1"/>
            <a:r>
              <a:rPr lang="zh-TW" altLang="en-US" sz="2000" dirty="0" smtClean="0"/>
              <a:t>年齡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22</a:t>
            </a:r>
          </a:p>
          <a:p>
            <a:pPr lvl="1"/>
            <a:r>
              <a:rPr lang="zh-TW" altLang="en-US" sz="2000" dirty="0" smtClean="0"/>
              <a:t>個人資訊</a:t>
            </a:r>
            <a:r>
              <a:rPr lang="en-US" altLang="zh-TW" sz="2000" dirty="0" smtClean="0"/>
              <a:t>: </a:t>
            </a:r>
          </a:p>
          <a:p>
            <a:pPr lvl="2"/>
            <a:r>
              <a:rPr lang="zh-TW" altLang="en-US" sz="1800" dirty="0" smtClean="0"/>
              <a:t>興趣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鋼琴、小說、運動、籃球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長處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曾參加過田徑隊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交友狀況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高中時性格內向朋友較少，上大學被環境刺激</a:t>
            </a:r>
            <a:endParaRPr lang="en-US" altLang="zh-TW" sz="1800" dirty="0" smtClean="0"/>
          </a:p>
          <a:p>
            <a:pPr marL="914400" lvl="2" indent="0">
              <a:buNone/>
            </a:pPr>
            <a:r>
              <a:rPr lang="zh-TW" altLang="en-US" sz="1800" dirty="0" smtClean="0"/>
              <a:t>性格變得外向且朋友較多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感情狀況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與女友交往至今已兩年多</a:t>
            </a:r>
            <a:endParaRPr lang="en-US" altLang="zh-TW" sz="1800" dirty="0" smtClean="0"/>
          </a:p>
          <a:p>
            <a:pPr lvl="2"/>
            <a:endParaRPr lang="en-US" altLang="zh-TW" dirty="0" smtClean="0"/>
          </a:p>
        </p:txBody>
      </p:sp>
      <p:pic>
        <p:nvPicPr>
          <p:cNvPr id="7" name="图片 3" descr="https://scontent-tpe1-1.xx.fbcdn.net/v/t1.15752-9/47688804_258488971484783_5645104898451177472_n.png?_nc_cat=106&amp;_nc_ht=scontent-tpe1-1.xx&amp;oh=e808d59b256aa353e310dcb5faa85c76&amp;oe=5CAD4AA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8" t="-2586" r="26650" b="16776"/>
          <a:stretch/>
        </p:blipFill>
        <p:spPr bwMode="auto">
          <a:xfrm>
            <a:off x="8564137" y="1690688"/>
            <a:ext cx="2475356" cy="37488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263937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Persona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97838"/>
          </a:xfrm>
        </p:spPr>
        <p:txBody>
          <a:bodyPr>
            <a:normAutofit/>
          </a:bodyPr>
          <a:lstStyle/>
          <a:p>
            <a:r>
              <a:rPr lang="en-US" dirty="0" smtClean="0"/>
              <a:t>Persona 2</a:t>
            </a:r>
          </a:p>
          <a:p>
            <a:pPr lvl="1"/>
            <a:r>
              <a:rPr lang="zh-TW" altLang="en-US" sz="2000" dirty="0" smtClean="0"/>
              <a:t>個人生活習慣上的小毛病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無法克制地晚起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對使用交友軟體抱持的態度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喜歡使用交友軟體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認為使用交友軟體可能帶來的好處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想用它來拓寬交友圈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對於交友軟體的一些意見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endParaRPr lang="en-US" altLang="zh-TW" sz="2000" dirty="0" smtClean="0"/>
          </a:p>
          <a:p>
            <a:pPr lvl="2"/>
            <a:r>
              <a:rPr lang="zh-TW" altLang="en-US" sz="1800" dirty="0" smtClean="0"/>
              <a:t>認為利用交友軟體交朋友的效率較低</a:t>
            </a:r>
            <a:endParaRPr lang="en-US" altLang="zh-TW" sz="1800" dirty="0" smtClean="0"/>
          </a:p>
          <a:p>
            <a:pPr lvl="2"/>
            <a:r>
              <a:rPr lang="zh-TW" altLang="en-US" sz="1800" dirty="0" smtClean="0"/>
              <a:t>不知道交友軟體淪為</a:t>
            </a:r>
            <a:r>
              <a:rPr lang="zh-TW" altLang="en-US" sz="1800" dirty="0"/>
              <a:t>約</a:t>
            </a:r>
            <a:r>
              <a:rPr lang="zh-TW" altLang="en-US" sz="1800" dirty="0" smtClean="0"/>
              <a:t>泡軟體是好事還壞事</a:t>
            </a:r>
            <a:endParaRPr lang="en-US" altLang="zh-TW" sz="1800" dirty="0" smtClean="0"/>
          </a:p>
          <a:p>
            <a:pPr lvl="1"/>
            <a:r>
              <a:rPr lang="zh-TW" altLang="en-US" sz="2000" dirty="0" smtClean="0"/>
              <a:t>一句話</a:t>
            </a:r>
            <a:r>
              <a:rPr lang="en-US" altLang="zh-TW" sz="2000" dirty="0" smtClean="0"/>
              <a:t>:</a:t>
            </a:r>
          </a:p>
          <a:p>
            <a:pPr lvl="2"/>
            <a:r>
              <a:rPr lang="zh-TW" altLang="en-US" sz="1800" dirty="0" smtClean="0"/>
              <a:t>「滿足於現在的生活，走一步算一步。」</a:t>
            </a:r>
            <a:endParaRPr lang="en-US" altLang="zh-TW" sz="1800" dirty="0" smtClean="0"/>
          </a:p>
          <a:p>
            <a:pPr lvl="1"/>
            <a:endParaRPr lang="en-US" altLang="zh-TW" sz="1800" dirty="0" smtClean="0"/>
          </a:p>
        </p:txBody>
      </p:sp>
    </p:spTree>
    <p:extLst>
      <p:ext uri="{BB962C8B-B14F-4D97-AF65-F5344CB8AC3E}">
        <p14:creationId xmlns:p14="http://schemas.microsoft.com/office/powerpoint/2010/main" val="19575529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Task Analysis</a:t>
            </a:r>
            <a:endParaRPr 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177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Task Analysis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Contextual Inquiry &amp; Affinity Diagram</a:t>
            </a:r>
          </a:p>
          <a:p>
            <a:pPr lvl="1"/>
            <a:r>
              <a:rPr lang="zh-TW" altLang="en-US" sz="2000" dirty="0" smtClean="0"/>
              <a:t>人數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4</a:t>
            </a:r>
          </a:p>
          <a:p>
            <a:pPr lvl="1"/>
            <a:r>
              <a:rPr lang="zh-TW" altLang="en-US" sz="2000" dirty="0" smtClean="0"/>
              <a:t>時間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12</a:t>
            </a:r>
            <a:r>
              <a:rPr lang="zh-TW" altLang="en-US" sz="2000" dirty="0" smtClean="0"/>
              <a:t>月</a:t>
            </a:r>
            <a:r>
              <a:rPr lang="en-US" altLang="zh-TW" sz="2000" dirty="0" smtClean="0"/>
              <a:t>14</a:t>
            </a:r>
            <a:r>
              <a:rPr lang="zh-TW" altLang="en-US" sz="2000" dirty="0" smtClean="0"/>
              <a:t>日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地點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水木餐廳</a:t>
            </a:r>
            <a:endParaRPr lang="en-US" altLang="zh-TW" sz="2000" dirty="0" smtClean="0"/>
          </a:p>
          <a:p>
            <a:pPr lvl="1"/>
            <a:r>
              <a:rPr lang="zh-TW" altLang="en-US" sz="2000" dirty="0" smtClean="0"/>
              <a:t>進行方式與過程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 被訪問人敘述，小組成員紀錄並適時提出問題。最後，由一個組員整理成親合圖</a:t>
            </a:r>
            <a:endParaRPr lang="en-US" sz="2000" dirty="0"/>
          </a:p>
        </p:txBody>
      </p:sp>
      <p:pic>
        <p:nvPicPr>
          <p:cNvPr id="6" name="图片 5" descr="C:\Users\lenovo\AppData\Local\Temp\WeChat Files\b1be00639d64600e17797bc72e7cc7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030" y="4025590"/>
            <a:ext cx="3647896" cy="26162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4000"/>
              </a:srgbClr>
            </a:outerShdw>
          </a:effectLst>
        </p:spPr>
      </p:pic>
      <p:pic>
        <p:nvPicPr>
          <p:cNvPr id="7" name="图片 6" descr="C:\Users\lenovo\AppData\Local\Temp\WeChat Files\bb50490b01f6ed5966b62f875e0782a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956" y="4025590"/>
            <a:ext cx="3635570" cy="26162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91898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Task Analysis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Contextual Inquiry &amp; Affinity Diagram</a:t>
            </a:r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2638246" y="2297152"/>
            <a:ext cx="6915507" cy="44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146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Task Analysis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Contextual Inquiry &amp; Affinity Diagram</a:t>
            </a:r>
          </a:p>
        </p:txBody>
      </p:sp>
      <p:pic>
        <p:nvPicPr>
          <p:cNvPr id="8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2520176" y="2252546"/>
            <a:ext cx="7301205" cy="451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762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Task Analysis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Contextual Inquiry &amp; Affinity Diagram</a:t>
            </a:r>
          </a:p>
        </p:txBody>
      </p:sp>
      <p:pic>
        <p:nvPicPr>
          <p:cNvPr id="5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2810108" y="2375210"/>
            <a:ext cx="6569819" cy="43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854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Task Analysis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Goals of Users</a:t>
            </a:r>
          </a:p>
          <a:p>
            <a:pPr lvl="1"/>
            <a:r>
              <a:rPr lang="zh-TW" altLang="en-US" sz="2000" dirty="0" smtClean="0"/>
              <a:t>希望能交到朋友，拓寬生活圈</a:t>
            </a:r>
            <a:endParaRPr lang="en-US" altLang="zh-TW" sz="2000" dirty="0" smtClean="0"/>
          </a:p>
          <a:p>
            <a:pPr lvl="1"/>
            <a:endParaRPr lang="en-US" sz="2000" dirty="0"/>
          </a:p>
          <a:p>
            <a:r>
              <a:rPr lang="en-US" dirty="0" smtClean="0"/>
              <a:t>Task description</a:t>
            </a:r>
          </a:p>
          <a:p>
            <a:pPr lvl="1"/>
            <a:r>
              <a:rPr lang="zh-TW" altLang="en-US" sz="2000" dirty="0" smtClean="0"/>
              <a:t>無特定要求。但是我們猜測，在使用者初次使用時應該會待在比較私密的空間，且處在比較空閒的時候。熟悉如何使用之後就比較隨意。</a:t>
            </a:r>
            <a:endParaRPr lang="en-US" altLang="zh-TW" sz="2000" dirty="0" smtClean="0"/>
          </a:p>
        </p:txBody>
      </p:sp>
    </p:spTree>
    <p:extLst>
      <p:ext uri="{BB962C8B-B14F-4D97-AF65-F5344CB8AC3E}">
        <p14:creationId xmlns:p14="http://schemas.microsoft.com/office/powerpoint/2010/main" val="23489676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Analysis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1" indent="-228600"/>
            <a:r>
              <a:rPr lang="en-US" altLang="zh-TW" dirty="0" smtClean="0"/>
              <a:t>Hierarchical </a:t>
            </a:r>
            <a:r>
              <a:rPr lang="en-US" altLang="zh-TW" dirty="0"/>
              <a:t>description of </a:t>
            </a:r>
            <a:r>
              <a:rPr lang="en-US" altLang="zh-TW" dirty="0" smtClean="0"/>
              <a:t>activity</a:t>
            </a:r>
            <a:endParaRPr lang="en-US" dirty="0"/>
          </a:p>
        </p:txBody>
      </p:sp>
      <p:pic>
        <p:nvPicPr>
          <p:cNvPr id="4" name="图片 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208" y="2319453"/>
            <a:ext cx="6257584" cy="443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2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Analysis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842804"/>
          </a:xfrm>
        </p:spPr>
        <p:txBody>
          <a:bodyPr>
            <a:normAutofit/>
          </a:bodyPr>
          <a:lstStyle/>
          <a:p>
            <a:pPr marL="228600" lvl="1" indent="-228600"/>
            <a:r>
              <a:rPr lang="en-US" dirty="0"/>
              <a:t>General description of task </a:t>
            </a:r>
            <a:r>
              <a:rPr lang="en-US" dirty="0" smtClean="0"/>
              <a:t>characteristics</a:t>
            </a:r>
          </a:p>
          <a:p>
            <a:pPr lvl="1"/>
            <a:r>
              <a:rPr lang="en-US" sz="2000" dirty="0"/>
              <a:t>The frequency or timing of the </a:t>
            </a:r>
            <a:r>
              <a:rPr lang="en-US" sz="2000" dirty="0" smtClean="0"/>
              <a:t>task: </a:t>
            </a:r>
          </a:p>
          <a:p>
            <a:pPr marL="457200" lvl="1" indent="0">
              <a:buNone/>
            </a:pPr>
            <a:r>
              <a:rPr lang="en-US" altLang="zh-CN" sz="2000" dirty="0" smtClean="0"/>
              <a:t>	</a:t>
            </a:r>
            <a:r>
              <a:rPr lang="zh-CN" altLang="en-US" sz="2000" dirty="0" smtClean="0"/>
              <a:t>一天</a:t>
            </a:r>
            <a:r>
              <a:rPr lang="zh-CN" altLang="en-US" sz="2000" dirty="0"/>
              <a:t>配對兩次，每次</a:t>
            </a:r>
            <a:r>
              <a:rPr lang="en-US" sz="2000" dirty="0"/>
              <a:t>7</a:t>
            </a:r>
            <a:r>
              <a:rPr lang="zh-CN" altLang="en-US" sz="2000" dirty="0" smtClean="0"/>
              <a:t>分鐘</a:t>
            </a:r>
            <a:endParaRPr lang="en-US" sz="2000" dirty="0"/>
          </a:p>
          <a:p>
            <a:pPr lvl="1"/>
            <a:r>
              <a:rPr lang="en-US" sz="2000" dirty="0"/>
              <a:t>The complexity and difficulty of the </a:t>
            </a:r>
            <a:r>
              <a:rPr lang="en-US" sz="2000" dirty="0" smtClean="0"/>
              <a:t>task:</a:t>
            </a:r>
          </a:p>
          <a:p>
            <a:pPr marL="914400" lvl="2" indent="0">
              <a:buNone/>
            </a:pPr>
            <a:r>
              <a:rPr lang="zh-CN" altLang="en-US" sz="2000" dirty="0" smtClean="0"/>
              <a:t>使用</a:t>
            </a:r>
            <a:r>
              <a:rPr lang="zh-CN" altLang="en-US" sz="2000" dirty="0"/>
              <a:t>簡易，聊天</a:t>
            </a:r>
            <a:r>
              <a:rPr lang="zh-CN" altLang="en-US" sz="2000" dirty="0" smtClean="0"/>
              <a:t>困難</a:t>
            </a:r>
            <a:endParaRPr lang="en-US" sz="2000" dirty="0"/>
          </a:p>
          <a:p>
            <a:pPr lvl="1"/>
            <a:r>
              <a:rPr lang="en-US" sz="2000" dirty="0"/>
              <a:t>The relationship of the task to other user </a:t>
            </a:r>
            <a:r>
              <a:rPr lang="en-US" sz="2000" dirty="0" smtClean="0"/>
              <a:t>tasks: </a:t>
            </a:r>
          </a:p>
          <a:p>
            <a:pPr marL="457200" lvl="1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 smtClean="0"/>
              <a:t>可以</a:t>
            </a:r>
            <a:r>
              <a:rPr lang="zh-CN" altLang="en-US" sz="2000" dirty="0"/>
              <a:t>擴展交朋友的途徑，但不能取代現實生活中的交友</a:t>
            </a:r>
            <a:endParaRPr lang="en-US" sz="2000" dirty="0"/>
          </a:p>
          <a:p>
            <a:pPr lvl="1"/>
            <a:r>
              <a:rPr lang="en-GB" sz="2000" dirty="0"/>
              <a:t>T</a:t>
            </a:r>
            <a:r>
              <a:rPr lang="en-US" sz="2000" dirty="0"/>
              <a:t>he </a:t>
            </a:r>
            <a:r>
              <a:rPr lang="en-GB" sz="2000" dirty="0"/>
              <a:t>functional requirement of the </a:t>
            </a:r>
            <a:r>
              <a:rPr lang="en-GB" sz="2000" dirty="0" smtClean="0"/>
              <a:t>system</a:t>
            </a:r>
            <a:r>
              <a:rPr lang="en-US" sz="2000" dirty="0" smtClean="0"/>
              <a:t>:</a:t>
            </a:r>
          </a:p>
          <a:p>
            <a:pPr marL="914400" lvl="2" indent="0">
              <a:buNone/>
            </a:pPr>
            <a:r>
              <a:rPr lang="zh-TW" altLang="en-US" sz="2000" dirty="0" smtClean="0"/>
              <a:t>篩選</a:t>
            </a:r>
            <a:r>
              <a:rPr lang="zh-TW" altLang="en-US" sz="2000" dirty="0"/>
              <a:t>機制、配對機制、交好友</a:t>
            </a:r>
            <a:endParaRPr lang="en-US" sz="2000" dirty="0"/>
          </a:p>
          <a:p>
            <a:pPr lvl="1"/>
            <a:r>
              <a:rPr lang="en-US" sz="2000" dirty="0" smtClean="0"/>
              <a:t>The technical environment </a:t>
            </a:r>
            <a:r>
              <a:rPr lang="en-GB" sz="2000" dirty="0" smtClean="0"/>
              <a:t>of the system</a:t>
            </a:r>
            <a:r>
              <a:rPr lang="en-US" altLang="zh-TW" sz="2000" dirty="0" smtClean="0"/>
              <a:t>:</a:t>
            </a:r>
          </a:p>
          <a:p>
            <a:pPr marL="914400" lvl="2" indent="0">
              <a:buNone/>
            </a:pPr>
            <a:r>
              <a:rPr lang="zh-TW" altLang="en-US" sz="2000" dirty="0" smtClean="0"/>
              <a:t>開發</a:t>
            </a:r>
            <a:r>
              <a:rPr lang="en-GB" sz="2000" dirty="0" smtClean="0"/>
              <a:t>Soul-Mate</a:t>
            </a:r>
            <a:r>
              <a:rPr lang="zh-TW" altLang="en-US" sz="2000" dirty="0" smtClean="0"/>
              <a:t>配對演算法，能夠根據使用者的使用情況進行配對的調整</a:t>
            </a:r>
            <a:endParaRPr lang="en-US" sz="2000" dirty="0" smtClean="0"/>
          </a:p>
          <a:p>
            <a:pPr marL="739139" lvl="2" indent="-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4392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Analysis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Planning for learning</a:t>
            </a:r>
          </a:p>
          <a:p>
            <a:pPr lvl="1"/>
            <a:r>
              <a:rPr lang="en-US" sz="2000" dirty="0" smtClean="0"/>
              <a:t>What training will be provided? How is the task learned? </a:t>
            </a:r>
          </a:p>
          <a:p>
            <a:pPr marL="457200" lvl="1" indent="0">
              <a:buNone/>
            </a:pPr>
            <a:r>
              <a:rPr lang="en-US" altLang="zh-TW" sz="2000" dirty="0"/>
              <a:t>	</a:t>
            </a:r>
            <a:r>
              <a:rPr lang="en-US" altLang="zh-TW" sz="2000" dirty="0" smtClean="0"/>
              <a:t>UI</a:t>
            </a:r>
            <a:r>
              <a:rPr lang="zh-TW" altLang="en-US" sz="2000" dirty="0" smtClean="0"/>
              <a:t>介面的設計不須特別設計便能輕鬆上手</a:t>
            </a:r>
            <a:endParaRPr lang="en-US" altLang="zh-TW" sz="2000" dirty="0" smtClean="0"/>
          </a:p>
          <a:p>
            <a:pPr lvl="1"/>
            <a:r>
              <a:rPr lang="en-US" altLang="zh-TW" sz="2000" dirty="0" smtClean="0"/>
              <a:t>What happens when things go wrong?</a:t>
            </a:r>
          </a:p>
          <a:p>
            <a:pPr marL="914400" lvl="2" indent="0">
              <a:buNone/>
            </a:pPr>
            <a:r>
              <a:rPr lang="zh-TW" altLang="en-US" sz="2000" dirty="0" smtClean="0"/>
              <a:t>閃退等錯誤發生後將錯誤資訊回傳給開發團隊，讓開發人員能透過統計資料和錯誤資訊來修復功能</a:t>
            </a:r>
            <a:endParaRPr lang="en-US" sz="2000" dirty="0"/>
          </a:p>
          <a:p>
            <a:r>
              <a:rPr lang="en-US" altLang="zh-TW" dirty="0" smtClean="0"/>
              <a:t>Usability goals:</a:t>
            </a:r>
          </a:p>
          <a:p>
            <a:pPr lvl="1"/>
            <a:r>
              <a:rPr lang="zh-TW" altLang="en-US" sz="2000" dirty="0" smtClean="0"/>
              <a:t>希望用戶能遇到真誠的人，順利交到朋友</a:t>
            </a:r>
            <a:endParaRPr lang="en-US" altLang="zh-TW" sz="2000" dirty="0" smtClean="0"/>
          </a:p>
          <a:p>
            <a:r>
              <a:rPr lang="en-US" dirty="0" smtClean="0"/>
              <a:t>User experience goal</a:t>
            </a:r>
          </a:p>
          <a:p>
            <a:pPr lvl="1"/>
            <a:r>
              <a:rPr lang="zh-TW" altLang="en-US" sz="2000" dirty="0" smtClean="0"/>
              <a:t>希望使用者能輕鬆自在、有安全感地與其他用戶聊天，並且在犯錯時能被容忍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609698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Conceptual Design Process and Product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07593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 of idea generation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Brain storming</a:t>
            </a:r>
          </a:p>
          <a:p>
            <a:pPr lvl="1"/>
            <a:r>
              <a:rPr lang="en-US" altLang="zh-TW" dirty="0" smtClean="0"/>
              <a:t>Place: </a:t>
            </a:r>
            <a:r>
              <a:rPr lang="zh-TW" altLang="en-US" dirty="0" smtClean="0"/>
              <a:t>水木餐廳</a:t>
            </a: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269" y="816033"/>
            <a:ext cx="4434119" cy="579172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68" y="3401121"/>
            <a:ext cx="4231888" cy="307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90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 of idea generation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Main function </a:t>
            </a:r>
          </a:p>
          <a:p>
            <a:pPr lvl="1"/>
            <a:r>
              <a:rPr lang="en-US" altLang="zh-TW" dirty="0" smtClean="0"/>
              <a:t>User</a:t>
            </a:r>
          </a:p>
          <a:p>
            <a:pPr lvl="2"/>
            <a:r>
              <a:rPr lang="zh-TW" altLang="en-US" dirty="0"/>
              <a:t>檢舉不良</a:t>
            </a:r>
            <a:r>
              <a:rPr lang="zh-TW" altLang="en-US" dirty="0" smtClean="0"/>
              <a:t>使用者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設定</a:t>
            </a:r>
            <a:r>
              <a:rPr lang="zh-TW" altLang="en-US" dirty="0"/>
              <a:t>個人</a:t>
            </a:r>
            <a:r>
              <a:rPr lang="zh-TW" altLang="en-US" dirty="0" smtClean="0"/>
              <a:t>檔案</a:t>
            </a:r>
            <a:endParaRPr lang="en-US" altLang="zh-TW" dirty="0" smtClean="0"/>
          </a:p>
          <a:p>
            <a:pPr lvl="2"/>
            <a:r>
              <a:rPr lang="zh-CN" altLang="zh-TW" dirty="0"/>
              <a:t>客製化配對（設定篩選範圍</a:t>
            </a:r>
            <a:r>
              <a:rPr lang="zh-CN" altLang="zh-TW" dirty="0" smtClean="0"/>
              <a:t>）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737" y="1237786"/>
            <a:ext cx="2906184" cy="262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071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 of idea generation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Main function </a:t>
            </a:r>
          </a:p>
          <a:p>
            <a:pPr lvl="1"/>
            <a:r>
              <a:rPr lang="en-US" altLang="zh-TW" dirty="0" smtClean="0"/>
              <a:t>System</a:t>
            </a:r>
          </a:p>
          <a:p>
            <a:pPr lvl="2"/>
            <a:r>
              <a:rPr lang="en-US" altLang="zh-TW" dirty="0"/>
              <a:t>AI </a:t>
            </a:r>
            <a:r>
              <a:rPr lang="zh-CN" altLang="zh-TW" dirty="0"/>
              <a:t>輔助聊天</a:t>
            </a:r>
            <a:r>
              <a:rPr lang="zh-CN" altLang="zh-TW" dirty="0" smtClean="0"/>
              <a:t>功能</a:t>
            </a:r>
            <a:endParaRPr lang="en-US" altLang="zh-CN" dirty="0" smtClean="0"/>
          </a:p>
          <a:p>
            <a:pPr lvl="2"/>
            <a:r>
              <a:rPr lang="zh-CN" altLang="zh-TW" dirty="0" smtClean="0"/>
              <a:t>實名</a:t>
            </a:r>
            <a:r>
              <a:rPr lang="zh-CN" altLang="zh-TW" dirty="0"/>
              <a:t>制</a:t>
            </a:r>
            <a:r>
              <a:rPr lang="zh-CN" altLang="zh-TW" dirty="0" smtClean="0"/>
              <a:t>認證</a:t>
            </a:r>
            <a:endParaRPr lang="en-US" altLang="zh-CN" dirty="0" smtClean="0"/>
          </a:p>
          <a:p>
            <a:pPr lvl="2"/>
            <a:r>
              <a:rPr lang="zh-CN" altLang="zh-TW" dirty="0"/>
              <a:t>聊天過程中可隨時切換語音、文字及視訊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81590"/>
            <a:ext cx="38290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045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 of idea generation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What information needs to be available</a:t>
            </a:r>
            <a:r>
              <a:rPr lang="en-US" altLang="zh-TW" dirty="0" smtClean="0"/>
              <a:t>?</a:t>
            </a:r>
          </a:p>
          <a:p>
            <a:pPr lvl="1"/>
            <a:r>
              <a:rPr lang="zh-CN" altLang="zh-TW" dirty="0"/>
              <a:t>使用者個人</a:t>
            </a:r>
            <a:r>
              <a:rPr lang="zh-CN" altLang="zh-TW" dirty="0" smtClean="0"/>
              <a:t>資料</a:t>
            </a:r>
            <a:r>
              <a:rPr lang="zh-TW" altLang="en-US" dirty="0" smtClean="0"/>
              <a:t> </a:t>
            </a:r>
            <a:r>
              <a:rPr lang="en-US" altLang="zh-TW" dirty="0" smtClean="0"/>
              <a:t>-&gt; </a:t>
            </a:r>
            <a:r>
              <a:rPr lang="zh-TW" altLang="en-US" dirty="0" smtClean="0"/>
              <a:t>配對</a:t>
            </a:r>
            <a:endParaRPr lang="en-US" altLang="zh-CN" dirty="0" smtClean="0"/>
          </a:p>
          <a:p>
            <a:pPr lvl="1"/>
            <a:r>
              <a:rPr lang="zh-CN" altLang="zh-TW" dirty="0"/>
              <a:t>身份證</a:t>
            </a:r>
            <a:r>
              <a:rPr lang="zh-CN" altLang="zh-TW" dirty="0" smtClean="0"/>
              <a:t>字號</a:t>
            </a:r>
            <a:r>
              <a:rPr lang="zh-TW" altLang="en-US" dirty="0" smtClean="0"/>
              <a:t> </a:t>
            </a:r>
            <a:r>
              <a:rPr lang="en-US" altLang="zh-TW" dirty="0" smtClean="0"/>
              <a:t>-&gt; </a:t>
            </a:r>
            <a:r>
              <a:rPr lang="zh-TW" altLang="en-US" dirty="0" smtClean="0"/>
              <a:t>認證</a:t>
            </a:r>
            <a:endParaRPr lang="en-US" altLang="zh-CN" dirty="0" smtClean="0"/>
          </a:p>
          <a:p>
            <a:pPr lvl="1"/>
            <a:r>
              <a:rPr lang="zh-CN" altLang="zh-TW" dirty="0"/>
              <a:t>聊天對話</a:t>
            </a:r>
            <a:r>
              <a:rPr lang="zh-CN" altLang="zh-TW" dirty="0" smtClean="0"/>
              <a:t>資料庫</a:t>
            </a:r>
            <a:r>
              <a:rPr lang="zh-TW" altLang="en-US" dirty="0" smtClean="0"/>
              <a:t> </a:t>
            </a:r>
            <a:r>
              <a:rPr lang="en-US" altLang="zh-TW" dirty="0" smtClean="0"/>
              <a:t>-&gt; </a:t>
            </a:r>
            <a:r>
              <a:rPr lang="zh-TW" altLang="en-US" dirty="0" smtClean="0"/>
              <a:t>輔助聊天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8088248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most important design decisions</a:t>
            </a:r>
            <a:endParaRPr lang="zh-TW" altLang="zh-TW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How to interact with app?</a:t>
            </a:r>
          </a:p>
          <a:p>
            <a:pPr lvl="1"/>
            <a:r>
              <a:rPr lang="en-US" altLang="zh-TW" dirty="0" smtClean="0"/>
              <a:t>Touch screen on phone</a:t>
            </a:r>
          </a:p>
          <a:p>
            <a:r>
              <a:rPr lang="en-US" altLang="zh-TW" dirty="0" smtClean="0"/>
              <a:t>Interface type?</a:t>
            </a:r>
          </a:p>
          <a:p>
            <a:pPr lvl="1"/>
            <a:r>
              <a:rPr lang="en-US" altLang="zh-TW" dirty="0" smtClean="0"/>
              <a:t>Instructing (series of instructions to perform task)</a:t>
            </a:r>
          </a:p>
          <a:p>
            <a:r>
              <a:rPr lang="en-US" altLang="zh-TW" dirty="0" smtClean="0"/>
              <a:t>Process?</a:t>
            </a:r>
          </a:p>
          <a:p>
            <a:pPr lvl="1"/>
            <a:r>
              <a:rPr lang="zh-CN" altLang="zh-TW" dirty="0"/>
              <a:t>註冊賬號 </a:t>
            </a:r>
            <a:r>
              <a:rPr lang="en-US" altLang="zh-TW" dirty="0"/>
              <a:t>&gt; </a:t>
            </a:r>
            <a:r>
              <a:rPr lang="zh-CN" altLang="zh-TW" dirty="0"/>
              <a:t>實名制認證</a:t>
            </a:r>
            <a:r>
              <a:rPr lang="en-US" altLang="zh-TW" dirty="0"/>
              <a:t> &gt; </a:t>
            </a:r>
            <a:r>
              <a:rPr lang="zh-CN" altLang="zh-TW" dirty="0"/>
              <a:t>設定個人檔案</a:t>
            </a:r>
            <a:r>
              <a:rPr lang="en-US" altLang="zh-TW" dirty="0"/>
              <a:t> &gt; </a:t>
            </a:r>
            <a:r>
              <a:rPr lang="zh-CN" altLang="zh-TW" dirty="0"/>
              <a:t>客製化配對</a:t>
            </a:r>
            <a:r>
              <a:rPr lang="en-US" altLang="zh-TW" dirty="0"/>
              <a:t> &gt; AI </a:t>
            </a:r>
            <a:r>
              <a:rPr lang="zh-CN" altLang="zh-TW" dirty="0"/>
              <a:t>輔助聊天、隨時切換、投訴檢舉不良使用者</a:t>
            </a:r>
            <a:endParaRPr lang="zh-TW" altLang="zh-TW" dirty="0"/>
          </a:p>
          <a:p>
            <a:pPr lvl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5584406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Rationale of design</a:t>
            </a:r>
            <a:endParaRPr lang="zh-TW" altLang="zh-TW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altLang="zh-CN" dirty="0" smtClean="0"/>
              <a:t>Visibility</a:t>
            </a:r>
          </a:p>
          <a:p>
            <a:pPr marL="1009650" lvl="1" indent="-514350">
              <a:buFont typeface="Arial" panose="020B0604020202020204" pitchFamily="34" charset="0"/>
              <a:buChar char="•"/>
            </a:pPr>
            <a:r>
              <a:rPr lang="en-US" altLang="zh-TW" dirty="0" smtClean="0"/>
              <a:t>Need to be clear and easy to understand</a:t>
            </a:r>
            <a:endParaRPr lang="zh-TW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Constraint</a:t>
            </a:r>
          </a:p>
          <a:p>
            <a:pPr marL="1009650" lvl="1" indent="-514350">
              <a:buFont typeface="Arial" panose="020B0604020202020204" pitchFamily="34" charset="0"/>
              <a:buChar char="•"/>
            </a:pPr>
            <a:r>
              <a:rPr lang="en-US" altLang="zh-TW" dirty="0" smtClean="0"/>
              <a:t>Remove redundant functions</a:t>
            </a:r>
            <a:endParaRPr lang="zh-TW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194" y="189797"/>
            <a:ext cx="3926158" cy="280213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594" y="4168775"/>
            <a:ext cx="44577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939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Conceptual Design</a:t>
            </a:r>
            <a:endParaRPr lang="zh-TW" altLang="zh-TW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altLang="zh-CN" dirty="0" smtClean="0"/>
              <a:t>Main functions</a:t>
            </a:r>
          </a:p>
          <a:p>
            <a:pPr marL="1009650" lvl="1" indent="-514350">
              <a:buFont typeface="Arial" panose="020B0604020202020204" pitchFamily="34" charset="0"/>
              <a:buChar char="•"/>
            </a:pPr>
            <a:r>
              <a:rPr lang="zh-TW" altLang="en-US" dirty="0" smtClean="0"/>
              <a:t>配對交</a:t>
            </a:r>
            <a:r>
              <a:rPr lang="zh-TW" altLang="en-US" dirty="0"/>
              <a:t>友</a:t>
            </a:r>
            <a:endParaRPr lang="zh-TW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System operation</a:t>
            </a:r>
          </a:p>
          <a:p>
            <a:pPr marL="1009650" lvl="1" indent="-514350">
              <a:buFont typeface="Arial" panose="020B0604020202020204" pitchFamily="34" charset="0"/>
              <a:buChar char="•"/>
            </a:pPr>
            <a:r>
              <a:rPr lang="zh-TW" altLang="en-US" dirty="0" smtClean="0"/>
              <a:t>註冊 </a:t>
            </a:r>
            <a:r>
              <a:rPr lang="en-US" altLang="zh-TW" dirty="0" smtClean="0"/>
              <a:t>-&gt; </a:t>
            </a:r>
            <a:r>
              <a:rPr lang="zh-TW" altLang="en-US" dirty="0" smtClean="0"/>
              <a:t>配對 </a:t>
            </a:r>
            <a:r>
              <a:rPr lang="en-US" altLang="zh-TW" dirty="0" smtClean="0"/>
              <a:t>-&gt; </a:t>
            </a:r>
            <a:r>
              <a:rPr lang="zh-TW" altLang="en-US" dirty="0" smtClean="0"/>
              <a:t>其他功能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Interface structure</a:t>
            </a:r>
          </a:p>
          <a:p>
            <a:pPr marL="1009650" lvl="1" indent="-514350">
              <a:buFont typeface="Arial" panose="020B0604020202020204" pitchFamily="34" charset="0"/>
              <a:buChar char="•"/>
            </a:pPr>
            <a:r>
              <a:rPr lang="zh-TW" altLang="en-US" dirty="0" smtClean="0"/>
              <a:t>初始</a:t>
            </a:r>
            <a:r>
              <a:rPr lang="zh-CN" altLang="zh-TW" dirty="0" smtClean="0"/>
              <a:t>頁</a:t>
            </a:r>
            <a:r>
              <a:rPr lang="zh-CN" altLang="zh-TW" dirty="0"/>
              <a:t>面 </a:t>
            </a:r>
            <a:r>
              <a:rPr lang="en-US" altLang="zh-TW" dirty="0"/>
              <a:t>&gt; </a:t>
            </a:r>
            <a:r>
              <a:rPr lang="zh-CN" altLang="zh-TW" dirty="0"/>
              <a:t>賬號註冊界面 </a:t>
            </a:r>
            <a:r>
              <a:rPr lang="en-US" altLang="zh-TW" dirty="0"/>
              <a:t>&gt; </a:t>
            </a:r>
            <a:r>
              <a:rPr lang="zh-CN" altLang="zh-TW" dirty="0"/>
              <a:t>配對大廳界面</a:t>
            </a:r>
            <a:r>
              <a:rPr lang="en-US" altLang="zh-TW" dirty="0"/>
              <a:t> &gt; </a:t>
            </a:r>
            <a:r>
              <a:rPr lang="zh-CN" altLang="zh-TW" dirty="0"/>
              <a:t>聊天界面</a:t>
            </a:r>
            <a:r>
              <a:rPr lang="en-US" altLang="zh-TW" dirty="0"/>
              <a:t> &gt;  </a:t>
            </a:r>
            <a:r>
              <a:rPr lang="zh-CN" altLang="zh-TW" dirty="0"/>
              <a:t>聊天輔助功能展示（</a:t>
            </a:r>
            <a:r>
              <a:rPr lang="en-US" altLang="zh-TW" dirty="0"/>
              <a:t>AI</a:t>
            </a:r>
            <a:r>
              <a:rPr lang="zh-CN" altLang="zh-TW" dirty="0"/>
              <a:t>智能聊天輔助，聊天模式切換，檢舉功能）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Look and feel</a:t>
            </a:r>
          </a:p>
          <a:p>
            <a:pPr marL="1009650" lvl="1" indent="-514350">
              <a:buFont typeface="Arial" panose="020B0604020202020204" pitchFamily="34" charset="0"/>
              <a:buChar char="•"/>
            </a:pPr>
            <a:r>
              <a:rPr lang="en-US" altLang="zh-TW" dirty="0" smtClean="0"/>
              <a:t>Focus on navigation bar and main function</a:t>
            </a:r>
          </a:p>
          <a:p>
            <a:pPr marL="1009650" lvl="1" indent="-514350">
              <a:buFont typeface="+mj-lt"/>
              <a:buAutoNum type="arabicPeriod"/>
            </a:pP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2886047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Video </a:t>
            </a:r>
            <a:r>
              <a:rPr lang="en-US" altLang="zh-TW" b="1" dirty="0"/>
              <a:t>&amp;</a:t>
            </a:r>
            <a:r>
              <a:rPr lang="en-US" altLang="zh-TW" b="1" dirty="0" smtClean="0"/>
              <a:t> Software Prototype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57963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414" y="301082"/>
            <a:ext cx="3523786" cy="618872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657724" y="2795282"/>
            <a:ext cx="6051056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我們軟體命名為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So Meet</a:t>
            </a:r>
            <a:r>
              <a:rPr lang="zh-CN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，寓意讓不認識的人能夠有理由相遇并產生聯繫；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so</a:t>
            </a:r>
            <a:r>
              <a:rPr lang="zh-CN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soul</a:t>
            </a:r>
            <a:r>
              <a:rPr lang="zh-CN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同音，我們希望這個軟體能夠幫助那些內向的族群找到契合靈魂的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soul mate</a:t>
            </a:r>
            <a:r>
              <a:rPr lang="zh-CN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標楷體" panose="03000509000000000000" pitchFamily="65" charset="-120"/>
              <a:ea typeface="標楷體" panose="03000509000000000000" pitchFamily="65" charset="-12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818111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Play video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71402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Software prototype (mockup) demo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3078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Summary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59882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10814824" cy="4351338"/>
          </a:xfrm>
        </p:spPr>
        <p:txBody>
          <a:bodyPr/>
          <a:lstStyle/>
          <a:p>
            <a:r>
              <a:rPr lang="zh-TW" altLang="en-US" dirty="0" smtClean="0"/>
              <a:t>我們設計了一款友善的交友軟體，能特別幫助害羞內向、又想交朋友的人</a:t>
            </a:r>
            <a:endParaRPr lang="en-US" altLang="zh-TW" dirty="0" smtClean="0"/>
          </a:p>
          <a:p>
            <a:r>
              <a:rPr lang="zh-TW" altLang="en-US" dirty="0" smtClean="0"/>
              <a:t>藉由設計，能有效防止他人不當騷擾，也能用各種方式與人溝通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61189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佈景主題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佈景主題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3908</TotalTime>
  <Words>969</Words>
  <Application>Microsoft Office PowerPoint</Application>
  <PresentationFormat>寬螢幕</PresentationFormat>
  <Paragraphs>171</Paragraphs>
  <Slides>33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8" baseType="lpstr">
      <vt:lpstr>標楷體</vt:lpstr>
      <vt:lpstr>Arial</vt:lpstr>
      <vt:lpstr>Calibri</vt:lpstr>
      <vt:lpstr>Calibri Light</vt:lpstr>
      <vt:lpstr>Office 佈景主題</vt:lpstr>
      <vt:lpstr>So Meet – 用心與你相遇</vt:lpstr>
      <vt:lpstr>Outline</vt:lpstr>
      <vt:lpstr>User Analysis</vt:lpstr>
      <vt:lpstr>User Analysis</vt:lpstr>
      <vt:lpstr>User Analysis</vt:lpstr>
      <vt:lpstr>Persona</vt:lpstr>
      <vt:lpstr>Persona</vt:lpstr>
      <vt:lpstr>Persona</vt:lpstr>
      <vt:lpstr>Persona</vt:lpstr>
      <vt:lpstr>Persona</vt:lpstr>
      <vt:lpstr>Task Analysis</vt:lpstr>
      <vt:lpstr>Task Analysis</vt:lpstr>
      <vt:lpstr>Task Analysis</vt:lpstr>
      <vt:lpstr>Task Analysis</vt:lpstr>
      <vt:lpstr>Task Analysis</vt:lpstr>
      <vt:lpstr>Task Analysis</vt:lpstr>
      <vt:lpstr>Task Analysis</vt:lpstr>
      <vt:lpstr>Task Analysis</vt:lpstr>
      <vt:lpstr>Task Analysis</vt:lpstr>
      <vt:lpstr>Conceptual Design Process and Product</vt:lpstr>
      <vt:lpstr>Process of idea generation</vt:lpstr>
      <vt:lpstr>Process of idea generation</vt:lpstr>
      <vt:lpstr>Process of idea generation</vt:lpstr>
      <vt:lpstr>Process of idea generation</vt:lpstr>
      <vt:lpstr>The most important design decisions</vt:lpstr>
      <vt:lpstr>Rationale of design</vt:lpstr>
      <vt:lpstr>Conceptual Design</vt:lpstr>
      <vt:lpstr>Video &amp; Software Prototype</vt:lpstr>
      <vt:lpstr>PowerPoint 簡報</vt:lpstr>
      <vt:lpstr>Play video</vt:lpstr>
      <vt:lpstr>Software prototype (mockup) demo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Winbond Project 缺陷異同分類</dc:title>
  <dc:creator>俞尚毅</dc:creator>
  <cp:lastModifiedBy>俞尚毅</cp:lastModifiedBy>
  <cp:revision>1106</cp:revision>
  <dcterms:modified xsi:type="dcterms:W3CDTF">2018-12-25T03:26:29Z</dcterms:modified>
</cp:coreProperties>
</file>