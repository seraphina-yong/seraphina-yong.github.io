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10" r:id="rId3"/>
    <p:sldId id="258" r:id="rId4"/>
    <p:sldId id="311" r:id="rId5"/>
    <p:sldId id="307" r:id="rId6"/>
    <p:sldId id="292" r:id="rId7"/>
    <p:sldId id="308" r:id="rId8"/>
    <p:sldId id="309" r:id="rId9"/>
    <p:sldId id="293" r:id="rId10"/>
    <p:sldId id="297" r:id="rId11"/>
    <p:sldId id="298" r:id="rId12"/>
    <p:sldId id="300" r:id="rId13"/>
    <p:sldId id="302" r:id="rId14"/>
    <p:sldId id="301" r:id="rId15"/>
    <p:sldId id="303" r:id="rId16"/>
    <p:sldId id="294" r:id="rId17"/>
    <p:sldId id="285" r:id="rId18"/>
    <p:sldId id="299" r:id="rId19"/>
    <p:sldId id="295" r:id="rId20"/>
    <p:sldId id="306" r:id="rId21"/>
    <p:sldId id="259" r:id="rId22"/>
    <p:sldId id="261" r:id="rId23"/>
    <p:sldId id="260" r:id="rId24"/>
    <p:sldId id="312" r:id="rId25"/>
    <p:sldId id="315" r:id="rId26"/>
    <p:sldId id="296" r:id="rId27"/>
    <p:sldId id="316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668"/>
    <a:srgbClr val="63C3C5"/>
    <a:srgbClr val="FFCC66"/>
    <a:srgbClr val="FEE59E"/>
    <a:srgbClr val="FF9966"/>
    <a:srgbClr val="94D6D8"/>
    <a:srgbClr val="3CA0A2"/>
    <a:srgbClr val="6A737E"/>
    <a:srgbClr val="FF6600"/>
    <a:srgbClr val="E4CD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86450" autoAdjust="0"/>
  </p:normalViewPr>
  <p:slideViewPr>
    <p:cSldViewPr snapToGrid="0">
      <p:cViewPr varScale="1">
        <p:scale>
          <a:sx n="70" d="100"/>
          <a:sy n="70" d="100"/>
        </p:scale>
        <p:origin x="652" y="60"/>
      </p:cViewPr>
      <p:guideLst/>
    </p:cSldViewPr>
  </p:slideViewPr>
  <p:outlineViewPr>
    <p:cViewPr>
      <p:scale>
        <a:sx n="40" d="100"/>
        <a:sy n="4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09014-DCD6-3E43-B01C-B18EE472064E}" type="datetimeFigureOut">
              <a:rPr kumimoji="1" lang="zh-TW" altLang="en-US" smtClean="0"/>
              <a:t>2019/1/2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0D448-8660-5740-9CEA-EABBBC3FDE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500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http://</a:t>
            </a:r>
            <a:r>
              <a:rPr kumimoji="1" lang="en-US" altLang="zh-TW" dirty="0" err="1"/>
              <a:t>acadeck.com</a:t>
            </a:r>
            <a:r>
              <a:rPr kumimoji="1" lang="en-US" altLang="zh-TW"/>
              <a:t>/?p=539</a:t>
            </a:r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30C62-0D52-564E-9E5F-41168E6495B9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6702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0D448-8660-5740-9CEA-EABBBC3FDE51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588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D61A78-F37C-3840-8B8B-D29E1C75BA4F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3962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0D448-8660-5740-9CEA-EABBBC3FDE51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60370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0D448-8660-5740-9CEA-EABBBC3FDE51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3518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0D448-8660-5740-9CEA-EABBBC3FDE51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86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00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127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903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242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3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57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59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83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775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07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54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DF077-D236-4C49-82CB-5D6BB2D18943}" type="datetimeFigureOut">
              <a:rPr lang="zh-TW" altLang="en-US" smtClean="0"/>
              <a:t>2019/1/2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3FC2D-B3B1-4146-BC01-A4F7C8D30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95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_RP_bw1Bew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eoXxOLHMSI?fbclid=IwAR2nMfs3qBO2YntK_o8mIEZ761ryB5G8cEq6GOdCsHe3_amVV8f0LtsJpi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圖片 1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0523" y="-1810695"/>
            <a:ext cx="7391780" cy="4057859"/>
          </a:xfrm>
          <a:prstGeom prst="rect">
            <a:avLst/>
          </a:prstGeom>
        </p:spPr>
      </p:pic>
      <p:grpSp>
        <p:nvGrpSpPr>
          <p:cNvPr id="79" name="群組 78"/>
          <p:cNvGrpSpPr/>
          <p:nvPr/>
        </p:nvGrpSpPr>
        <p:grpSpPr>
          <a:xfrm>
            <a:off x="8449293" y="126370"/>
            <a:ext cx="2470397" cy="6493240"/>
            <a:chOff x="6486925" y="103069"/>
            <a:chExt cx="2470397" cy="6493240"/>
          </a:xfrm>
        </p:grpSpPr>
        <p:pic>
          <p:nvPicPr>
            <p:cNvPr id="69" name="圖片 6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6486925" y="103069"/>
              <a:ext cx="2264336" cy="2188066"/>
            </a:xfrm>
            <a:prstGeom prst="rect">
              <a:avLst/>
            </a:prstGeom>
          </p:spPr>
        </p:pic>
        <p:pic>
          <p:nvPicPr>
            <p:cNvPr id="70" name="圖片 6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6574936" y="2257972"/>
              <a:ext cx="2264336" cy="2188066"/>
            </a:xfrm>
            <a:prstGeom prst="rect">
              <a:avLst/>
            </a:prstGeom>
          </p:spPr>
        </p:pic>
        <p:pic>
          <p:nvPicPr>
            <p:cNvPr id="71" name="圖片 7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6692986" y="4408243"/>
              <a:ext cx="2264336" cy="2188066"/>
            </a:xfrm>
            <a:prstGeom prst="rect">
              <a:avLst/>
            </a:prstGeom>
          </p:spPr>
        </p:pic>
      </p:grpSp>
      <p:grpSp>
        <p:nvGrpSpPr>
          <p:cNvPr id="78" name="群組 77"/>
          <p:cNvGrpSpPr/>
          <p:nvPr/>
        </p:nvGrpSpPr>
        <p:grpSpPr>
          <a:xfrm>
            <a:off x="6097022" y="115980"/>
            <a:ext cx="2470397" cy="6493240"/>
            <a:chOff x="4267935" y="103070"/>
            <a:chExt cx="2470397" cy="6493240"/>
          </a:xfrm>
        </p:grpSpPr>
        <p:pic>
          <p:nvPicPr>
            <p:cNvPr id="66" name="圖片 6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4267935" y="103070"/>
              <a:ext cx="2264336" cy="2188066"/>
            </a:xfrm>
            <a:prstGeom prst="rect">
              <a:avLst/>
            </a:prstGeom>
          </p:spPr>
        </p:pic>
        <p:pic>
          <p:nvPicPr>
            <p:cNvPr id="67" name="圖片 6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4355946" y="2257973"/>
              <a:ext cx="2264336" cy="2188066"/>
            </a:xfrm>
            <a:prstGeom prst="rect">
              <a:avLst/>
            </a:prstGeom>
          </p:spPr>
        </p:pic>
        <p:pic>
          <p:nvPicPr>
            <p:cNvPr id="68" name="圖片 6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4473996" y="4408244"/>
              <a:ext cx="2264336" cy="2188066"/>
            </a:xfrm>
            <a:prstGeom prst="rect">
              <a:avLst/>
            </a:prstGeom>
          </p:spPr>
        </p:pic>
      </p:grpSp>
      <p:grpSp>
        <p:nvGrpSpPr>
          <p:cNvPr id="80" name="群組 79"/>
          <p:cNvGrpSpPr/>
          <p:nvPr/>
        </p:nvGrpSpPr>
        <p:grpSpPr>
          <a:xfrm>
            <a:off x="3785416" y="164035"/>
            <a:ext cx="2470397" cy="6493240"/>
            <a:chOff x="2166996" y="126369"/>
            <a:chExt cx="2470397" cy="6493240"/>
          </a:xfrm>
        </p:grpSpPr>
        <p:grpSp>
          <p:nvGrpSpPr>
            <p:cNvPr id="18" name="群組 17"/>
            <p:cNvGrpSpPr/>
            <p:nvPr/>
          </p:nvGrpSpPr>
          <p:grpSpPr>
            <a:xfrm>
              <a:off x="2166996" y="126369"/>
              <a:ext cx="2352347" cy="4342969"/>
              <a:chOff x="2166996" y="126369"/>
              <a:chExt cx="2352347" cy="4342969"/>
            </a:xfrm>
          </p:grpSpPr>
          <p:pic>
            <p:nvPicPr>
              <p:cNvPr id="60" name="圖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268845">
                <a:off x="2166996" y="126369"/>
                <a:ext cx="2264336" cy="2188066"/>
              </a:xfrm>
              <a:prstGeom prst="rect">
                <a:avLst/>
              </a:prstGeom>
            </p:spPr>
          </p:pic>
          <p:pic>
            <p:nvPicPr>
              <p:cNvPr id="61" name="圖片 6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268845">
                <a:off x="2255007" y="2281272"/>
                <a:ext cx="2264336" cy="2188066"/>
              </a:xfrm>
              <a:prstGeom prst="rect">
                <a:avLst/>
              </a:prstGeom>
            </p:spPr>
          </p:pic>
        </p:grpSp>
        <p:pic>
          <p:nvPicPr>
            <p:cNvPr id="62" name="圖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2373057" y="4431543"/>
              <a:ext cx="2264336" cy="2188066"/>
            </a:xfrm>
            <a:prstGeom prst="rect">
              <a:avLst/>
            </a:prstGeom>
          </p:spPr>
        </p:pic>
      </p:grpSp>
      <p:pic>
        <p:nvPicPr>
          <p:cNvPr id="74" name="圖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8845">
            <a:off x="11012915" y="4431544"/>
            <a:ext cx="2264336" cy="2188066"/>
          </a:xfrm>
          <a:prstGeom prst="rect">
            <a:avLst/>
          </a:prstGeom>
        </p:spPr>
      </p:pic>
      <p:grpSp>
        <p:nvGrpSpPr>
          <p:cNvPr id="81" name="群組 80"/>
          <p:cNvGrpSpPr/>
          <p:nvPr/>
        </p:nvGrpSpPr>
        <p:grpSpPr>
          <a:xfrm>
            <a:off x="-632179" y="192358"/>
            <a:ext cx="2470397" cy="6493240"/>
            <a:chOff x="-632179" y="192358"/>
            <a:chExt cx="2470397" cy="6493240"/>
          </a:xfrm>
        </p:grpSpPr>
        <p:pic>
          <p:nvPicPr>
            <p:cNvPr id="16" name="圖片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-632179" y="192358"/>
              <a:ext cx="2264336" cy="2188066"/>
            </a:xfrm>
            <a:prstGeom prst="rect">
              <a:avLst/>
            </a:prstGeom>
          </p:spPr>
        </p:pic>
        <p:pic>
          <p:nvPicPr>
            <p:cNvPr id="58" name="圖片 5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-544168" y="2347261"/>
              <a:ext cx="2264336" cy="2188066"/>
            </a:xfrm>
            <a:prstGeom prst="rect">
              <a:avLst/>
            </a:prstGeom>
          </p:spPr>
        </p:pic>
        <p:pic>
          <p:nvPicPr>
            <p:cNvPr id="59" name="圖片 5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-426118" y="4497532"/>
              <a:ext cx="2264336" cy="2188066"/>
            </a:xfrm>
            <a:prstGeom prst="rect">
              <a:avLst/>
            </a:prstGeom>
          </p:spPr>
        </p:pic>
      </p:grpSp>
      <p:grpSp>
        <p:nvGrpSpPr>
          <p:cNvPr id="17" name="群組 16"/>
          <p:cNvGrpSpPr/>
          <p:nvPr/>
        </p:nvGrpSpPr>
        <p:grpSpPr>
          <a:xfrm>
            <a:off x="1590005" y="159364"/>
            <a:ext cx="2470397" cy="6493240"/>
            <a:chOff x="773877" y="114720"/>
            <a:chExt cx="2470397" cy="6493240"/>
          </a:xfrm>
        </p:grpSpPr>
        <p:pic>
          <p:nvPicPr>
            <p:cNvPr id="75" name="圖片 7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773877" y="114720"/>
              <a:ext cx="2264336" cy="2188066"/>
            </a:xfrm>
            <a:prstGeom prst="rect">
              <a:avLst/>
            </a:prstGeom>
          </p:spPr>
        </p:pic>
        <p:pic>
          <p:nvPicPr>
            <p:cNvPr id="76" name="圖片 7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861888" y="2269623"/>
              <a:ext cx="2264336" cy="2188066"/>
            </a:xfrm>
            <a:prstGeom prst="rect">
              <a:avLst/>
            </a:prstGeom>
          </p:spPr>
        </p:pic>
        <p:pic>
          <p:nvPicPr>
            <p:cNvPr id="77" name="圖片 7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68845">
              <a:off x="979938" y="4419894"/>
              <a:ext cx="2264336" cy="2188066"/>
            </a:xfrm>
            <a:prstGeom prst="rect">
              <a:avLst/>
            </a:prstGeom>
          </p:spPr>
        </p:pic>
      </p:grpSp>
      <p:grpSp>
        <p:nvGrpSpPr>
          <p:cNvPr id="8" name="群組 7"/>
          <p:cNvGrpSpPr/>
          <p:nvPr/>
        </p:nvGrpSpPr>
        <p:grpSpPr>
          <a:xfrm>
            <a:off x="1827990" y="6008117"/>
            <a:ext cx="1492423" cy="568355"/>
            <a:chOff x="1336268" y="5758482"/>
            <a:chExt cx="1492423" cy="568355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6268" y="5758482"/>
              <a:ext cx="568355" cy="568355"/>
            </a:xfrm>
            <a:prstGeom prst="rect">
              <a:avLst/>
            </a:prstGeom>
          </p:spPr>
        </p:pic>
        <p:sp>
          <p:nvSpPr>
            <p:cNvPr id="6" name="文字方塊 5"/>
            <p:cNvSpPr txBox="1"/>
            <p:nvPr/>
          </p:nvSpPr>
          <p:spPr>
            <a:xfrm>
              <a:off x="1874584" y="584260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范憶偉</a:t>
              </a: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8431843" y="6008117"/>
            <a:ext cx="1476174" cy="568355"/>
            <a:chOff x="8272528" y="5776701"/>
            <a:chExt cx="1476174" cy="568355"/>
          </a:xfrm>
        </p:grpSpPr>
        <p:sp>
          <p:nvSpPr>
            <p:cNvPr id="37" name="文字方塊 36"/>
            <p:cNvSpPr txBox="1"/>
            <p:nvPr/>
          </p:nvSpPr>
          <p:spPr>
            <a:xfrm>
              <a:off x="8794595" y="5860823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蔡欣蓓</a:t>
              </a:r>
            </a:p>
          </p:txBody>
        </p:sp>
        <p:pic>
          <p:nvPicPr>
            <p:cNvPr id="39" name="圖片 3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2528" y="5776701"/>
              <a:ext cx="568355" cy="568355"/>
            </a:xfrm>
            <a:prstGeom prst="rect">
              <a:avLst/>
            </a:prstGeom>
          </p:spPr>
        </p:pic>
      </p:grpSp>
      <p:grpSp>
        <p:nvGrpSpPr>
          <p:cNvPr id="9" name="群組 8"/>
          <p:cNvGrpSpPr/>
          <p:nvPr/>
        </p:nvGrpSpPr>
        <p:grpSpPr>
          <a:xfrm>
            <a:off x="3985797" y="5989899"/>
            <a:ext cx="1471662" cy="568355"/>
            <a:chOff x="3541044" y="5758482"/>
            <a:chExt cx="1471662" cy="568355"/>
          </a:xfrm>
        </p:grpSpPr>
        <p:sp>
          <p:nvSpPr>
            <p:cNvPr id="33" name="文字方塊 32"/>
            <p:cNvSpPr txBox="1"/>
            <p:nvPr/>
          </p:nvSpPr>
          <p:spPr>
            <a:xfrm>
              <a:off x="4058599" y="586082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王妤㚬</a:t>
              </a:r>
            </a:p>
          </p:txBody>
        </p:sp>
        <p:pic>
          <p:nvPicPr>
            <p:cNvPr id="40" name="圖片 3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1044" y="5758482"/>
              <a:ext cx="568355" cy="568355"/>
            </a:xfrm>
            <a:prstGeom prst="rect">
              <a:avLst/>
            </a:prstGeom>
          </p:spPr>
        </p:pic>
      </p:grpSp>
      <p:grpSp>
        <p:nvGrpSpPr>
          <p:cNvPr id="11" name="群組 10"/>
          <p:cNvGrpSpPr/>
          <p:nvPr/>
        </p:nvGrpSpPr>
        <p:grpSpPr>
          <a:xfrm>
            <a:off x="6208820" y="5989899"/>
            <a:ext cx="1471662" cy="568355"/>
            <a:chOff x="5834375" y="5776701"/>
            <a:chExt cx="1471662" cy="568355"/>
          </a:xfrm>
        </p:grpSpPr>
        <p:sp>
          <p:nvSpPr>
            <p:cNvPr id="38" name="文字方塊 37"/>
            <p:cNvSpPr txBox="1"/>
            <p:nvPr/>
          </p:nvSpPr>
          <p:spPr>
            <a:xfrm>
              <a:off x="6351930" y="586405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楊惠期</a:t>
              </a:r>
            </a:p>
          </p:txBody>
        </p:sp>
        <p:pic>
          <p:nvPicPr>
            <p:cNvPr id="41" name="圖片 4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4375" y="5776701"/>
              <a:ext cx="568355" cy="568355"/>
            </a:xfrm>
            <a:prstGeom prst="rect">
              <a:avLst/>
            </a:prstGeom>
          </p:spPr>
        </p:pic>
      </p:grpSp>
      <p:grpSp>
        <p:nvGrpSpPr>
          <p:cNvPr id="83" name="群組 82"/>
          <p:cNvGrpSpPr/>
          <p:nvPr/>
        </p:nvGrpSpPr>
        <p:grpSpPr>
          <a:xfrm>
            <a:off x="10301390" y="6074022"/>
            <a:ext cx="1890610" cy="484232"/>
            <a:chOff x="10301390" y="5916883"/>
            <a:chExt cx="1890610" cy="484232"/>
          </a:xfrm>
        </p:grpSpPr>
        <p:sp>
          <p:nvSpPr>
            <p:cNvPr id="12" name="五邊形 11"/>
            <p:cNvSpPr/>
            <p:nvPr/>
          </p:nvSpPr>
          <p:spPr>
            <a:xfrm flipH="1">
              <a:off x="10301390" y="5916883"/>
              <a:ext cx="1890610" cy="484232"/>
            </a:xfrm>
            <a:prstGeom prst="homePlat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10998142" y="5974333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i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組  員</a:t>
              </a:r>
            </a:p>
          </p:txBody>
        </p:sp>
      </p:grpSp>
      <p:pic>
        <p:nvPicPr>
          <p:cNvPr id="72" name="圖片 7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8845">
            <a:off x="10806854" y="126370"/>
            <a:ext cx="2264336" cy="2188066"/>
          </a:xfrm>
          <a:prstGeom prst="rect">
            <a:avLst/>
          </a:prstGeom>
        </p:spPr>
      </p:pic>
      <p:pic>
        <p:nvPicPr>
          <p:cNvPr id="73" name="圖片 7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8845">
            <a:off x="10894865" y="2281273"/>
            <a:ext cx="2264336" cy="2188066"/>
          </a:xfrm>
          <a:prstGeom prst="rect">
            <a:avLst/>
          </a:prstGeom>
        </p:spPr>
      </p:pic>
      <p:pic>
        <p:nvPicPr>
          <p:cNvPr id="158" name="圖片 1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330" y="1772709"/>
            <a:ext cx="7513307" cy="4124574"/>
          </a:xfrm>
          <a:prstGeom prst="rect">
            <a:avLst/>
          </a:prstGeom>
        </p:spPr>
      </p:pic>
      <p:pic>
        <p:nvPicPr>
          <p:cNvPr id="159" name="圖片 1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2726478" y="2233570"/>
            <a:ext cx="7391780" cy="4057859"/>
          </a:xfrm>
          <a:prstGeom prst="rect">
            <a:avLst/>
          </a:prstGeom>
        </p:spPr>
      </p:pic>
      <p:pic>
        <p:nvPicPr>
          <p:cNvPr id="160" name="圖片 15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650280" y="-1670956"/>
            <a:ext cx="7391780" cy="4057859"/>
          </a:xfrm>
          <a:prstGeom prst="rect">
            <a:avLst/>
          </a:prstGeom>
        </p:spPr>
      </p:pic>
      <p:pic>
        <p:nvPicPr>
          <p:cNvPr id="163" name="圖片 16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291" y="1691440"/>
            <a:ext cx="7391780" cy="4057859"/>
          </a:xfrm>
          <a:prstGeom prst="rect">
            <a:avLst/>
          </a:prstGeom>
        </p:spPr>
      </p:pic>
      <p:sp>
        <p:nvSpPr>
          <p:cNvPr id="82" name="五邊形 81"/>
          <p:cNvSpPr/>
          <p:nvPr/>
        </p:nvSpPr>
        <p:spPr>
          <a:xfrm>
            <a:off x="8956" y="1056856"/>
            <a:ext cx="6576157" cy="788593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437417" y="1210013"/>
            <a:ext cx="5689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i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互 動 設 計 期 末 報 </a:t>
            </a:r>
            <a:r>
              <a:rPr lang="zh-TW" altLang="en-US" sz="2800" b="1" i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告  </a:t>
            </a:r>
            <a:r>
              <a:rPr lang="en-US" altLang="zh-TW" sz="2800" b="1" i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—</a:t>
            </a:r>
            <a:r>
              <a:rPr lang="zh-TW" altLang="en-US" sz="2800" b="1" i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洗 歡 你</a:t>
            </a:r>
            <a:endParaRPr lang="zh-TW" altLang="en-US" sz="2800" b="1" i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485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12540" y="3262622"/>
            <a:ext cx="3403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dirty="0">
                <a:solidFill>
                  <a:srgbClr val="365899"/>
                </a:solidFill>
                <a:latin typeface="Helvetica" panose="020B0604020202020204" pitchFamily="34" charset="0"/>
                <a:hlinkClick r:id="rId3"/>
              </a:rPr>
              <a:t>https://youtu.be/_RP_bw1Bewo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707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5400000" flipV="1">
            <a:off x="5473007" y="3287094"/>
            <a:ext cx="5123172" cy="907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7921584" y="761791"/>
            <a:ext cx="218440" cy="218440"/>
            <a:chOff x="7363602" y="438027"/>
            <a:chExt cx="218440" cy="218440"/>
          </a:xfrm>
          <a:solidFill>
            <a:schemeClr val="tx1"/>
          </a:solidFill>
        </p:grpSpPr>
        <p:sp>
          <p:nvSpPr>
            <p:cNvPr id="13" name="橢圓 12"/>
            <p:cNvSpPr/>
            <p:nvPr/>
          </p:nvSpPr>
          <p:spPr>
            <a:xfrm rot="5400000" flipV="1">
              <a:off x="7363602" y="438027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 rot="5400000" flipV="1">
              <a:off x="7415043" y="489468"/>
              <a:ext cx="115557" cy="1155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8172308" y="1634138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Affinity Diagram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166503" y="2635729"/>
            <a:ext cx="3168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</a:t>
            </a:r>
            <a:r>
              <a:rPr lang="zh-TW" alt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Task Analysis</a:t>
            </a:r>
            <a:endParaRPr lang="zh-TW" altLang="en-US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75647" y="3640407"/>
            <a:ext cx="203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Brain Storming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191828" y="4598387"/>
            <a:ext cx="1421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2992364" y="517067"/>
            <a:ext cx="49458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Contextual Inquiry</a:t>
            </a:r>
            <a:endParaRPr lang="zh-TW" altLang="en-US" sz="4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175946" y="5556367"/>
            <a:ext cx="2237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 Demo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橢圓 24"/>
          <p:cNvSpPr/>
          <p:nvPr/>
        </p:nvSpPr>
        <p:spPr>
          <a:xfrm rot="5400000" flipV="1">
            <a:off x="7919639" y="3739797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 rot="5400000" flipV="1">
            <a:off x="7921584" y="4720000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 rot="5400000" flipV="1">
            <a:off x="7921584" y="5703116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 rot="5400000" flipV="1">
            <a:off x="7927668" y="2736906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 rot="5400000" flipV="1">
            <a:off x="7919639" y="1708642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13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xmlns="" id="{E7C033E5-960E-F14B-8A58-9F9D494C7735}"/>
              </a:ext>
            </a:extLst>
          </p:cNvPr>
          <p:cNvSpPr/>
          <p:nvPr/>
        </p:nvSpPr>
        <p:spPr>
          <a:xfrm>
            <a:off x="5906127" y="0"/>
            <a:ext cx="6285875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C5C2A500-B363-224E-AFFB-2590C5D6C843}"/>
              </a:ext>
            </a:extLst>
          </p:cNvPr>
          <p:cNvSpPr txBox="1"/>
          <p:nvPr/>
        </p:nvSpPr>
        <p:spPr>
          <a:xfrm>
            <a:off x="245072" y="297974"/>
            <a:ext cx="3626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Contextual inquiry</a:t>
            </a:r>
            <a:endParaRPr lang="zh-TW" altLang="en-US" sz="3200" i="1" dirty="0">
              <a:latin typeface="Noto Sans CJK JP Black" panose="020B0A00000000000000" pitchFamily="34" charset="-128"/>
              <a:ea typeface="Noto Sans CJK JP Black" panose="020B0A00000000000000" pitchFamily="34" charset="-128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993C6963-35D8-F544-85AD-8B9DB3953BB5}"/>
              </a:ext>
            </a:extLst>
          </p:cNvPr>
          <p:cNvSpPr txBox="1"/>
          <p:nvPr/>
        </p:nvSpPr>
        <p:spPr>
          <a:xfrm>
            <a:off x="916363" y="882748"/>
            <a:ext cx="3972393" cy="432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zh-TW" altLang="en-US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TW" sz="3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暖身問題</a:t>
            </a:r>
          </a:p>
          <a:p>
            <a:pPr>
              <a:lnSpc>
                <a:spcPct val="150000"/>
              </a:lnSpc>
            </a:pPr>
            <a:r>
              <a:rPr kumimoji="1" lang="en-US" altLang="zh-TW" sz="3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一般流程問題</a:t>
            </a: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en-US" altLang="zh-TW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ex:</a:t>
            </a:r>
            <a:r>
              <a:rPr kumimoji="1"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使用洗衣機的步驟</a:t>
            </a:r>
            <a:endParaRPr kumimoji="1" lang="en-US" altLang="zh-TW" sz="2200" dirty="0">
              <a:solidFill>
                <a:schemeClr val="tx1">
                  <a:lumMod val="50000"/>
                  <a:lumOff val="50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TW" sz="3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</a:t>
            </a: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細節追蹤問題</a:t>
            </a:r>
          </a:p>
          <a:p>
            <a:pPr>
              <a:lnSpc>
                <a:spcPct val="150000"/>
              </a:lnSpc>
            </a:pPr>
            <a:r>
              <a:rPr kumimoji="1" lang="en-US" altLang="zh-TW" sz="3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</a:t>
            </a:r>
            <a:r>
              <a:rPr kumimoji="1" lang="zh-TW" altLang="en-US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整體觀感與評論問題</a:t>
            </a:r>
            <a:endParaRPr kumimoji="1" lang="en-US" altLang="zh-TW" sz="2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TW" sz="2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</a:t>
            </a:r>
            <a:r>
              <a:rPr kumimoji="1" lang="zh-TW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讓問題的順序鋪陳自然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A7789A0C-EF4A-8148-8A18-45F743C62F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1" t="18" r="19537" b="-18"/>
          <a:stretch/>
        </p:blipFill>
        <p:spPr>
          <a:xfrm rot="5400000">
            <a:off x="7156684" y="994981"/>
            <a:ext cx="3784757" cy="4638017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828742" y="5302041"/>
            <a:ext cx="4440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訪問團隊</a:t>
            </a:r>
            <a:endParaRPr lang="en-US" altLang="zh-TW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主要提問人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文字紀錄者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攝影觀察者 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觀察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者</a:t>
            </a:r>
          </a:p>
        </p:txBody>
      </p:sp>
    </p:spTree>
    <p:extLst>
      <p:ext uri="{BB962C8B-B14F-4D97-AF65-F5344CB8AC3E}">
        <p14:creationId xmlns:p14="http://schemas.microsoft.com/office/powerpoint/2010/main" val="11304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4178808" cy="6858000"/>
          </a:xfrm>
          <a:prstGeom prst="rect">
            <a:avLst/>
          </a:prstGeom>
          <a:solidFill>
            <a:schemeClr val="bg1">
              <a:lumMod val="6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6CF6CC06-02B2-2F42-BAFA-7052BD8025C2}"/>
              </a:ext>
            </a:extLst>
          </p:cNvPr>
          <p:cNvSpPr txBox="1"/>
          <p:nvPr/>
        </p:nvSpPr>
        <p:spPr>
          <a:xfrm>
            <a:off x="1723640" y="919786"/>
            <a:ext cx="9546334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2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基本資料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性別、身高、科系、興趣、運動習慣、生活作息、齋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別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7"/>
            <a:endParaRPr kumimoji="1" lang="en-US" altLang="zh-TW" sz="20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7"/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2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機器本身問題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洗衣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的步驟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流程</a:t>
            </a:r>
            <a:endParaRPr kumimoji="1" lang="en-US" altLang="zh-TW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 對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現在的宿舍洗衣機滿意嗎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你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覺得洗衣機該有什麼功能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kumimoji="1" lang="en-US" altLang="zh-TW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未來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會期待有什麼功能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sz="20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個人使用</a:t>
            </a:r>
            <a:r>
              <a:rPr kumimoji="1" lang="zh-TW" altLang="en-US" sz="22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習慣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潔癖嗎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 被拿出衣服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會不爽嗎？你會把別人衣服拿出來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endParaRPr kumimoji="1" lang="en-US" altLang="zh-TW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遇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過最不爽的洗衣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經驗 </a:t>
            </a:r>
            <a:endParaRPr kumimoji="1" lang="en-US" altLang="zh-TW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多久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洗一次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調配洗衣產品的用量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有無特殊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洗衣服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習慣 </a:t>
            </a:r>
            <a:r>
              <a:rPr kumimoji="1" lang="en-US" altLang="zh-TW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en-US" altLang="zh-TW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 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顏色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分開、內衣褲分開</a:t>
            </a:r>
            <a:r>
              <a:rPr kumimoji="1" lang="en-US" altLang="zh-TW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洗衣服的時間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點</a:t>
            </a:r>
            <a:endParaRPr kumimoji="1" lang="en-US" altLang="zh-TW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                      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</a:t>
            </a:r>
            <a:r>
              <a:rPr kumimoji="1"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按旁邊的特殊按鍵嗎</a:t>
            </a:r>
            <a:r>
              <a:rPr kumimoji="1" lang="zh-TW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</a:t>
            </a:r>
            <a:endParaRPr kumimoji="1" lang="zh-TW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889" y="974650"/>
            <a:ext cx="329187" cy="32918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032" y="1912724"/>
            <a:ext cx="329187" cy="32918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75" y="3760875"/>
            <a:ext cx="329187" cy="3291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182112" y="1084379"/>
            <a:ext cx="1042416" cy="49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767327" y="2033229"/>
            <a:ext cx="576000" cy="49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767326" y="3872235"/>
            <a:ext cx="576000" cy="49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85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5400000" flipV="1">
            <a:off x="5473007" y="3287094"/>
            <a:ext cx="5123172" cy="907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3492050" y="1487504"/>
            <a:ext cx="4267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Affinity Diagram</a:t>
            </a:r>
            <a:endParaRPr lang="zh-TW" altLang="en-US" sz="4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84791" y="3640407"/>
            <a:ext cx="203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Brain Storming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210116" y="4598387"/>
            <a:ext cx="1421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</a:t>
            </a:r>
            <a:endParaRPr lang="en-US" altLang="zh-TW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156228" y="670955"/>
            <a:ext cx="2557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Contextual Inquiry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175946" y="5556367"/>
            <a:ext cx="2237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 Demo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175647" y="2635729"/>
            <a:ext cx="3168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</a:t>
            </a:r>
            <a:r>
              <a:rPr lang="zh-TW" alt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Task Analysis</a:t>
            </a:r>
            <a:endParaRPr lang="zh-TW" altLang="en-US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7919639" y="760242"/>
            <a:ext cx="227022" cy="5161314"/>
            <a:chOff x="7919639" y="760242"/>
            <a:chExt cx="227022" cy="5161314"/>
          </a:xfrm>
        </p:grpSpPr>
        <p:grpSp>
          <p:nvGrpSpPr>
            <p:cNvPr id="30" name="群組 29"/>
            <p:cNvGrpSpPr/>
            <p:nvPr/>
          </p:nvGrpSpPr>
          <p:grpSpPr>
            <a:xfrm>
              <a:off x="7919639" y="1732228"/>
              <a:ext cx="218440" cy="218440"/>
              <a:chOff x="7363602" y="438027"/>
              <a:chExt cx="218440" cy="218440"/>
            </a:xfrm>
            <a:solidFill>
              <a:schemeClr val="tx1"/>
            </a:solidFill>
          </p:grpSpPr>
          <p:sp>
            <p:nvSpPr>
              <p:cNvPr id="13" name="橢圓 12"/>
              <p:cNvSpPr/>
              <p:nvPr/>
            </p:nvSpPr>
            <p:spPr>
              <a:xfrm rot="5400000" flipV="1">
                <a:off x="7363602" y="438027"/>
                <a:ext cx="218440" cy="218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橢圓 6"/>
              <p:cNvSpPr/>
              <p:nvPr/>
            </p:nvSpPr>
            <p:spPr>
              <a:xfrm rot="5400000" flipV="1">
                <a:off x="7415043" y="489468"/>
                <a:ext cx="115557" cy="1155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5" name="橢圓 24"/>
            <p:cNvSpPr/>
            <p:nvPr/>
          </p:nvSpPr>
          <p:spPr>
            <a:xfrm rot="5400000" flipV="1">
              <a:off x="7919639" y="3739797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/>
          </p:nvSpPr>
          <p:spPr>
            <a:xfrm rot="5400000" flipV="1">
              <a:off x="7921584" y="4720000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 rot="5400000" flipV="1">
              <a:off x="7921584" y="5703116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/>
            <p:cNvSpPr/>
            <p:nvPr/>
          </p:nvSpPr>
          <p:spPr>
            <a:xfrm rot="5400000" flipV="1">
              <a:off x="7927668" y="2736906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 rot="5400000" flipV="1">
              <a:off x="7928221" y="760242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84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45FF071F-0394-6143-BC45-57F08A8B5C3F}"/>
              </a:ext>
            </a:extLst>
          </p:cNvPr>
          <p:cNvSpPr txBox="1"/>
          <p:nvPr/>
        </p:nvSpPr>
        <p:spPr>
          <a:xfrm>
            <a:off x="199352" y="297974"/>
            <a:ext cx="3248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Affinity Diagram</a:t>
            </a:r>
            <a:endParaRPr lang="zh-TW" altLang="en-US" sz="3200" i="1" dirty="0">
              <a:latin typeface="Noto Sans CJK JP Black" panose="020B0A00000000000000" pitchFamily="34" charset="-128"/>
              <a:ea typeface="Noto Sans CJK JP Black" panose="020B0A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367F703C-23AB-FD46-860C-39A8A0C25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" r="1639" b="5192"/>
          <a:stretch/>
        </p:blipFill>
        <p:spPr>
          <a:xfrm>
            <a:off x="199352" y="858901"/>
            <a:ext cx="11677339" cy="599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9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4892129" y="4317713"/>
            <a:ext cx="840628" cy="2830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洗衣流程</a:t>
            </a:r>
          </a:p>
        </p:txBody>
      </p:sp>
      <p:sp>
        <p:nvSpPr>
          <p:cNvPr id="34" name="手繪多邊形 33"/>
          <p:cNvSpPr/>
          <p:nvPr/>
        </p:nvSpPr>
        <p:spPr>
          <a:xfrm rot="19885699">
            <a:off x="815965" y="1704458"/>
            <a:ext cx="6288667" cy="5222515"/>
          </a:xfrm>
          <a:custGeom>
            <a:avLst/>
            <a:gdLst>
              <a:gd name="connsiteX0" fmla="*/ 1500809 w 1967948"/>
              <a:gd name="connsiteY0" fmla="*/ 2693504 h 2693504"/>
              <a:gd name="connsiteX1" fmla="*/ 1500809 w 1967948"/>
              <a:gd name="connsiteY1" fmla="*/ 2693504 h 2693504"/>
              <a:gd name="connsiteX2" fmla="*/ 1441174 w 1967948"/>
              <a:gd name="connsiteY2" fmla="*/ 2574234 h 2693504"/>
              <a:gd name="connsiteX3" fmla="*/ 1421296 w 1967948"/>
              <a:gd name="connsiteY3" fmla="*/ 2534478 h 2693504"/>
              <a:gd name="connsiteX4" fmla="*/ 1401418 w 1967948"/>
              <a:gd name="connsiteY4" fmla="*/ 2494721 h 2693504"/>
              <a:gd name="connsiteX5" fmla="*/ 1381539 w 1967948"/>
              <a:gd name="connsiteY5" fmla="*/ 2474843 h 2693504"/>
              <a:gd name="connsiteX6" fmla="*/ 1351722 w 1967948"/>
              <a:gd name="connsiteY6" fmla="*/ 2415208 h 2693504"/>
              <a:gd name="connsiteX7" fmla="*/ 1282148 w 1967948"/>
              <a:gd name="connsiteY7" fmla="*/ 2365513 h 2693504"/>
              <a:gd name="connsiteX8" fmla="*/ 1242392 w 1967948"/>
              <a:gd name="connsiteY8" fmla="*/ 2345634 h 2693504"/>
              <a:gd name="connsiteX9" fmla="*/ 1222513 w 1967948"/>
              <a:gd name="connsiteY9" fmla="*/ 2325756 h 2693504"/>
              <a:gd name="connsiteX10" fmla="*/ 1192696 w 1967948"/>
              <a:gd name="connsiteY10" fmla="*/ 2305878 h 2693504"/>
              <a:gd name="connsiteX11" fmla="*/ 1162879 w 1967948"/>
              <a:gd name="connsiteY11" fmla="*/ 2276061 h 2693504"/>
              <a:gd name="connsiteX12" fmla="*/ 1133061 w 1967948"/>
              <a:gd name="connsiteY12" fmla="*/ 2266121 h 2693504"/>
              <a:gd name="connsiteX13" fmla="*/ 1103244 w 1967948"/>
              <a:gd name="connsiteY13" fmla="*/ 2236304 h 2693504"/>
              <a:gd name="connsiteX14" fmla="*/ 1063487 w 1967948"/>
              <a:gd name="connsiteY14" fmla="*/ 2216426 h 2693504"/>
              <a:gd name="connsiteX15" fmla="*/ 1033670 w 1967948"/>
              <a:gd name="connsiteY15" fmla="*/ 2196547 h 2693504"/>
              <a:gd name="connsiteX16" fmla="*/ 993913 w 1967948"/>
              <a:gd name="connsiteY16" fmla="*/ 2166730 h 2693504"/>
              <a:gd name="connsiteX17" fmla="*/ 964096 w 1967948"/>
              <a:gd name="connsiteY17" fmla="*/ 2146852 h 2693504"/>
              <a:gd name="connsiteX18" fmla="*/ 924339 w 1967948"/>
              <a:gd name="connsiteY18" fmla="*/ 2117034 h 2693504"/>
              <a:gd name="connsiteX19" fmla="*/ 874644 w 1967948"/>
              <a:gd name="connsiteY19" fmla="*/ 2097156 h 2693504"/>
              <a:gd name="connsiteX20" fmla="*/ 844826 w 1967948"/>
              <a:gd name="connsiteY20" fmla="*/ 2077278 h 2693504"/>
              <a:gd name="connsiteX21" fmla="*/ 805070 w 1967948"/>
              <a:gd name="connsiteY21" fmla="*/ 2057400 h 2693504"/>
              <a:gd name="connsiteX22" fmla="*/ 775253 w 1967948"/>
              <a:gd name="connsiteY22" fmla="*/ 2027582 h 2693504"/>
              <a:gd name="connsiteX23" fmla="*/ 735496 w 1967948"/>
              <a:gd name="connsiteY23" fmla="*/ 2007704 h 2693504"/>
              <a:gd name="connsiteX24" fmla="*/ 675861 w 1967948"/>
              <a:gd name="connsiteY24" fmla="*/ 1967947 h 2693504"/>
              <a:gd name="connsiteX25" fmla="*/ 576470 w 1967948"/>
              <a:gd name="connsiteY25" fmla="*/ 1898374 h 2693504"/>
              <a:gd name="connsiteX26" fmla="*/ 496957 w 1967948"/>
              <a:gd name="connsiteY26" fmla="*/ 1858617 h 2693504"/>
              <a:gd name="connsiteX27" fmla="*/ 457200 w 1967948"/>
              <a:gd name="connsiteY27" fmla="*/ 1828800 h 2693504"/>
              <a:gd name="connsiteX28" fmla="*/ 397566 w 1967948"/>
              <a:gd name="connsiteY28" fmla="*/ 1769165 h 2693504"/>
              <a:gd name="connsiteX29" fmla="*/ 377687 w 1967948"/>
              <a:gd name="connsiteY29" fmla="*/ 1749287 h 2693504"/>
              <a:gd name="connsiteX30" fmla="*/ 308113 w 1967948"/>
              <a:gd name="connsiteY30" fmla="*/ 1699591 h 2693504"/>
              <a:gd name="connsiteX31" fmla="*/ 258418 w 1967948"/>
              <a:gd name="connsiteY31" fmla="*/ 1630017 h 2693504"/>
              <a:gd name="connsiteX32" fmla="*/ 228600 w 1967948"/>
              <a:gd name="connsiteY32" fmla="*/ 1610139 h 2693504"/>
              <a:gd name="connsiteX33" fmla="*/ 218661 w 1967948"/>
              <a:gd name="connsiteY33" fmla="*/ 1580321 h 2693504"/>
              <a:gd name="connsiteX34" fmla="*/ 168966 w 1967948"/>
              <a:gd name="connsiteY34" fmla="*/ 1490869 h 2693504"/>
              <a:gd name="connsiteX35" fmla="*/ 159026 w 1967948"/>
              <a:gd name="connsiteY35" fmla="*/ 1451113 h 2693504"/>
              <a:gd name="connsiteX36" fmla="*/ 139148 w 1967948"/>
              <a:gd name="connsiteY36" fmla="*/ 1391478 h 2693504"/>
              <a:gd name="connsiteX37" fmla="*/ 129209 w 1967948"/>
              <a:gd name="connsiteY37" fmla="*/ 1351721 h 2693504"/>
              <a:gd name="connsiteX38" fmla="*/ 109331 w 1967948"/>
              <a:gd name="connsiteY38" fmla="*/ 1292087 h 2693504"/>
              <a:gd name="connsiteX39" fmla="*/ 79513 w 1967948"/>
              <a:gd name="connsiteY39" fmla="*/ 1212574 h 2693504"/>
              <a:gd name="connsiteX40" fmla="*/ 49696 w 1967948"/>
              <a:gd name="connsiteY40" fmla="*/ 1152939 h 2693504"/>
              <a:gd name="connsiteX41" fmla="*/ 19879 w 1967948"/>
              <a:gd name="connsiteY41" fmla="*/ 1043608 h 2693504"/>
              <a:gd name="connsiteX42" fmla="*/ 0 w 1967948"/>
              <a:gd name="connsiteY42" fmla="*/ 914400 h 2693504"/>
              <a:gd name="connsiteX43" fmla="*/ 9939 w 1967948"/>
              <a:gd name="connsiteY43" fmla="*/ 576469 h 2693504"/>
              <a:gd name="connsiteX44" fmla="*/ 29818 w 1967948"/>
              <a:gd name="connsiteY44" fmla="*/ 506895 h 2693504"/>
              <a:gd name="connsiteX45" fmla="*/ 59635 w 1967948"/>
              <a:gd name="connsiteY45" fmla="*/ 487017 h 2693504"/>
              <a:gd name="connsiteX46" fmla="*/ 89453 w 1967948"/>
              <a:gd name="connsiteY46" fmla="*/ 427382 h 2693504"/>
              <a:gd name="connsiteX47" fmla="*/ 109331 w 1967948"/>
              <a:gd name="connsiteY47" fmla="*/ 387626 h 2693504"/>
              <a:gd name="connsiteX48" fmla="*/ 129209 w 1967948"/>
              <a:gd name="connsiteY48" fmla="*/ 367747 h 2693504"/>
              <a:gd name="connsiteX49" fmla="*/ 208722 w 1967948"/>
              <a:gd name="connsiteY49" fmla="*/ 278295 h 2693504"/>
              <a:gd name="connsiteX50" fmla="*/ 248479 w 1967948"/>
              <a:gd name="connsiteY50" fmla="*/ 238539 h 2693504"/>
              <a:gd name="connsiteX51" fmla="*/ 278296 w 1967948"/>
              <a:gd name="connsiteY51" fmla="*/ 208721 h 2693504"/>
              <a:gd name="connsiteX52" fmla="*/ 387626 w 1967948"/>
              <a:gd name="connsiteY52" fmla="*/ 149087 h 2693504"/>
              <a:gd name="connsiteX53" fmla="*/ 427383 w 1967948"/>
              <a:gd name="connsiteY53" fmla="*/ 129208 h 2693504"/>
              <a:gd name="connsiteX54" fmla="*/ 457200 w 1967948"/>
              <a:gd name="connsiteY54" fmla="*/ 119269 h 2693504"/>
              <a:gd name="connsiteX55" fmla="*/ 536713 w 1967948"/>
              <a:gd name="connsiteY55" fmla="*/ 79513 h 2693504"/>
              <a:gd name="connsiteX56" fmla="*/ 576470 w 1967948"/>
              <a:gd name="connsiteY56" fmla="*/ 69574 h 2693504"/>
              <a:gd name="connsiteX57" fmla="*/ 636105 w 1967948"/>
              <a:gd name="connsiteY57" fmla="*/ 49695 h 2693504"/>
              <a:gd name="connsiteX58" fmla="*/ 705679 w 1967948"/>
              <a:gd name="connsiteY58" fmla="*/ 39756 h 2693504"/>
              <a:gd name="connsiteX59" fmla="*/ 735496 w 1967948"/>
              <a:gd name="connsiteY59" fmla="*/ 29817 h 2693504"/>
              <a:gd name="connsiteX60" fmla="*/ 785192 w 1967948"/>
              <a:gd name="connsiteY60" fmla="*/ 9939 h 2693504"/>
              <a:gd name="connsiteX61" fmla="*/ 844826 w 1967948"/>
              <a:gd name="connsiteY61" fmla="*/ 0 h 2693504"/>
              <a:gd name="connsiteX62" fmla="*/ 1212574 w 1967948"/>
              <a:gd name="connsiteY62" fmla="*/ 9939 h 2693504"/>
              <a:gd name="connsiteX63" fmla="*/ 1272209 w 1967948"/>
              <a:gd name="connsiteY63" fmla="*/ 19878 h 2693504"/>
              <a:gd name="connsiteX64" fmla="*/ 1381539 w 1967948"/>
              <a:gd name="connsiteY64" fmla="*/ 49695 h 2693504"/>
              <a:gd name="connsiteX65" fmla="*/ 1480931 w 1967948"/>
              <a:gd name="connsiteY65" fmla="*/ 79513 h 2693504"/>
              <a:gd name="connsiteX66" fmla="*/ 1520687 w 1967948"/>
              <a:gd name="connsiteY66" fmla="*/ 99391 h 2693504"/>
              <a:gd name="connsiteX67" fmla="*/ 1580322 w 1967948"/>
              <a:gd name="connsiteY67" fmla="*/ 149087 h 2693504"/>
              <a:gd name="connsiteX68" fmla="*/ 1649896 w 1967948"/>
              <a:gd name="connsiteY68" fmla="*/ 188843 h 2693504"/>
              <a:gd name="connsiteX69" fmla="*/ 1719470 w 1967948"/>
              <a:gd name="connsiteY69" fmla="*/ 258417 h 2693504"/>
              <a:gd name="connsiteX70" fmla="*/ 1749287 w 1967948"/>
              <a:gd name="connsiteY70" fmla="*/ 298174 h 2693504"/>
              <a:gd name="connsiteX71" fmla="*/ 1808922 w 1967948"/>
              <a:gd name="connsiteY71" fmla="*/ 427382 h 2693504"/>
              <a:gd name="connsiteX72" fmla="*/ 1838739 w 1967948"/>
              <a:gd name="connsiteY72" fmla="*/ 516834 h 2693504"/>
              <a:gd name="connsiteX73" fmla="*/ 1848679 w 1967948"/>
              <a:gd name="connsiteY73" fmla="*/ 546652 h 2693504"/>
              <a:gd name="connsiteX74" fmla="*/ 1858618 w 1967948"/>
              <a:gd name="connsiteY74" fmla="*/ 586408 h 2693504"/>
              <a:gd name="connsiteX75" fmla="*/ 1878496 w 1967948"/>
              <a:gd name="connsiteY75" fmla="*/ 616226 h 2693504"/>
              <a:gd name="connsiteX76" fmla="*/ 1898374 w 1967948"/>
              <a:gd name="connsiteY76" fmla="*/ 695739 h 2693504"/>
              <a:gd name="connsiteX77" fmla="*/ 1938131 w 1967948"/>
              <a:gd name="connsiteY77" fmla="*/ 775252 h 2693504"/>
              <a:gd name="connsiteX78" fmla="*/ 1948070 w 1967948"/>
              <a:gd name="connsiteY78" fmla="*/ 824947 h 2693504"/>
              <a:gd name="connsiteX79" fmla="*/ 1958009 w 1967948"/>
              <a:gd name="connsiteY79" fmla="*/ 864704 h 2693504"/>
              <a:gd name="connsiteX80" fmla="*/ 1967948 w 1967948"/>
              <a:gd name="connsiteY80" fmla="*/ 924339 h 2693504"/>
              <a:gd name="connsiteX81" fmla="*/ 1958009 w 1967948"/>
              <a:gd name="connsiteY81" fmla="*/ 1242391 h 2693504"/>
              <a:gd name="connsiteX82" fmla="*/ 1948070 w 1967948"/>
              <a:gd name="connsiteY82" fmla="*/ 1272208 h 2693504"/>
              <a:gd name="connsiteX83" fmla="*/ 1938131 w 1967948"/>
              <a:gd name="connsiteY83" fmla="*/ 1341782 h 2693504"/>
              <a:gd name="connsiteX84" fmla="*/ 1918253 w 1967948"/>
              <a:gd name="connsiteY84" fmla="*/ 1371600 h 2693504"/>
              <a:gd name="connsiteX85" fmla="*/ 1898374 w 1967948"/>
              <a:gd name="connsiteY85" fmla="*/ 1451113 h 2693504"/>
              <a:gd name="connsiteX86" fmla="*/ 1888435 w 1967948"/>
              <a:gd name="connsiteY86" fmla="*/ 1480930 h 2693504"/>
              <a:gd name="connsiteX87" fmla="*/ 1878496 w 1967948"/>
              <a:gd name="connsiteY87" fmla="*/ 1520687 h 2693504"/>
              <a:gd name="connsiteX88" fmla="*/ 1858618 w 1967948"/>
              <a:gd name="connsiteY88" fmla="*/ 1580321 h 2693504"/>
              <a:gd name="connsiteX89" fmla="*/ 1828800 w 1967948"/>
              <a:gd name="connsiteY89" fmla="*/ 1679713 h 2693504"/>
              <a:gd name="connsiteX90" fmla="*/ 1818861 w 1967948"/>
              <a:gd name="connsiteY90" fmla="*/ 1709530 h 2693504"/>
              <a:gd name="connsiteX91" fmla="*/ 1798983 w 1967948"/>
              <a:gd name="connsiteY91" fmla="*/ 1789043 h 2693504"/>
              <a:gd name="connsiteX92" fmla="*/ 1749287 w 1967948"/>
              <a:gd name="connsiteY92" fmla="*/ 1868556 h 2693504"/>
              <a:gd name="connsiteX93" fmla="*/ 1729409 w 1967948"/>
              <a:gd name="connsiteY93" fmla="*/ 1948069 h 2693504"/>
              <a:gd name="connsiteX94" fmla="*/ 1709531 w 1967948"/>
              <a:gd name="connsiteY94" fmla="*/ 1987826 h 2693504"/>
              <a:gd name="connsiteX95" fmla="*/ 1689653 w 1967948"/>
              <a:gd name="connsiteY95" fmla="*/ 2067339 h 2693504"/>
              <a:gd name="connsiteX96" fmla="*/ 1679713 w 1967948"/>
              <a:gd name="connsiteY96" fmla="*/ 2107095 h 2693504"/>
              <a:gd name="connsiteX97" fmla="*/ 1669774 w 1967948"/>
              <a:gd name="connsiteY97" fmla="*/ 2146852 h 2693504"/>
              <a:gd name="connsiteX98" fmla="*/ 1639957 w 1967948"/>
              <a:gd name="connsiteY98" fmla="*/ 2216426 h 2693504"/>
              <a:gd name="connsiteX99" fmla="*/ 1620079 w 1967948"/>
              <a:gd name="connsiteY99" fmla="*/ 2256182 h 2693504"/>
              <a:gd name="connsiteX100" fmla="*/ 1590261 w 1967948"/>
              <a:gd name="connsiteY100" fmla="*/ 2325756 h 2693504"/>
              <a:gd name="connsiteX101" fmla="*/ 1550505 w 1967948"/>
              <a:gd name="connsiteY101" fmla="*/ 2385391 h 2693504"/>
              <a:gd name="connsiteX102" fmla="*/ 1520687 w 1967948"/>
              <a:gd name="connsiteY102" fmla="*/ 2435087 h 2693504"/>
              <a:gd name="connsiteX103" fmla="*/ 1490870 w 1967948"/>
              <a:gd name="connsiteY103" fmla="*/ 2534478 h 2693504"/>
              <a:gd name="connsiteX104" fmla="*/ 1500809 w 1967948"/>
              <a:gd name="connsiteY104" fmla="*/ 2693504 h 2693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967948" h="2693504">
                <a:moveTo>
                  <a:pt x="1500809" y="2693504"/>
                </a:moveTo>
                <a:lnTo>
                  <a:pt x="1500809" y="2693504"/>
                </a:lnTo>
                <a:lnTo>
                  <a:pt x="1441174" y="2574234"/>
                </a:lnTo>
                <a:lnTo>
                  <a:pt x="1421296" y="2534478"/>
                </a:lnTo>
                <a:cubicBezTo>
                  <a:pt x="1414670" y="2521226"/>
                  <a:pt x="1411895" y="2505198"/>
                  <a:pt x="1401418" y="2494721"/>
                </a:cubicBezTo>
                <a:lnTo>
                  <a:pt x="1381539" y="2474843"/>
                </a:lnTo>
                <a:cubicBezTo>
                  <a:pt x="1373456" y="2450593"/>
                  <a:pt x="1370988" y="2434475"/>
                  <a:pt x="1351722" y="2415208"/>
                </a:cubicBezTo>
                <a:cubicBezTo>
                  <a:pt x="1344608" y="2408094"/>
                  <a:pt x="1295319" y="2373039"/>
                  <a:pt x="1282148" y="2365513"/>
                </a:cubicBezTo>
                <a:cubicBezTo>
                  <a:pt x="1269284" y="2358162"/>
                  <a:pt x="1254720" y="2353853"/>
                  <a:pt x="1242392" y="2345634"/>
                </a:cubicBezTo>
                <a:cubicBezTo>
                  <a:pt x="1234595" y="2340436"/>
                  <a:pt x="1229830" y="2331610"/>
                  <a:pt x="1222513" y="2325756"/>
                </a:cubicBezTo>
                <a:cubicBezTo>
                  <a:pt x="1213185" y="2318294"/>
                  <a:pt x="1201873" y="2313525"/>
                  <a:pt x="1192696" y="2305878"/>
                </a:cubicBezTo>
                <a:cubicBezTo>
                  <a:pt x="1181898" y="2296880"/>
                  <a:pt x="1174574" y="2283858"/>
                  <a:pt x="1162879" y="2276061"/>
                </a:cubicBezTo>
                <a:cubicBezTo>
                  <a:pt x="1154162" y="2270249"/>
                  <a:pt x="1143000" y="2269434"/>
                  <a:pt x="1133061" y="2266121"/>
                </a:cubicBezTo>
                <a:cubicBezTo>
                  <a:pt x="1123122" y="2256182"/>
                  <a:pt x="1114682" y="2244474"/>
                  <a:pt x="1103244" y="2236304"/>
                </a:cubicBezTo>
                <a:cubicBezTo>
                  <a:pt x="1091187" y="2227692"/>
                  <a:pt x="1076351" y="2223777"/>
                  <a:pt x="1063487" y="2216426"/>
                </a:cubicBezTo>
                <a:cubicBezTo>
                  <a:pt x="1053116" y="2210499"/>
                  <a:pt x="1043390" y="2203490"/>
                  <a:pt x="1033670" y="2196547"/>
                </a:cubicBezTo>
                <a:cubicBezTo>
                  <a:pt x="1020190" y="2186919"/>
                  <a:pt x="1007393" y="2176358"/>
                  <a:pt x="993913" y="2166730"/>
                </a:cubicBezTo>
                <a:cubicBezTo>
                  <a:pt x="984193" y="2159787"/>
                  <a:pt x="973816" y="2153795"/>
                  <a:pt x="964096" y="2146852"/>
                </a:cubicBezTo>
                <a:cubicBezTo>
                  <a:pt x="950616" y="2137223"/>
                  <a:pt x="938820" y="2125079"/>
                  <a:pt x="924339" y="2117034"/>
                </a:cubicBezTo>
                <a:cubicBezTo>
                  <a:pt x="908743" y="2108370"/>
                  <a:pt x="890602" y="2105135"/>
                  <a:pt x="874644" y="2097156"/>
                </a:cubicBezTo>
                <a:cubicBezTo>
                  <a:pt x="863960" y="2091814"/>
                  <a:pt x="855198" y="2083205"/>
                  <a:pt x="844826" y="2077278"/>
                </a:cubicBezTo>
                <a:cubicBezTo>
                  <a:pt x="831962" y="2069927"/>
                  <a:pt x="818322" y="2064026"/>
                  <a:pt x="805070" y="2057400"/>
                </a:cubicBezTo>
                <a:cubicBezTo>
                  <a:pt x="795131" y="2047461"/>
                  <a:pt x="786691" y="2035752"/>
                  <a:pt x="775253" y="2027582"/>
                </a:cubicBezTo>
                <a:cubicBezTo>
                  <a:pt x="763196" y="2018970"/>
                  <a:pt x="748201" y="2015327"/>
                  <a:pt x="735496" y="2007704"/>
                </a:cubicBezTo>
                <a:cubicBezTo>
                  <a:pt x="715010" y="1995412"/>
                  <a:pt x="694974" y="1982282"/>
                  <a:pt x="675861" y="1967947"/>
                </a:cubicBezTo>
                <a:cubicBezTo>
                  <a:pt x="650927" y="1949246"/>
                  <a:pt x="600947" y="1910612"/>
                  <a:pt x="576470" y="1898374"/>
                </a:cubicBezTo>
                <a:cubicBezTo>
                  <a:pt x="549966" y="1885122"/>
                  <a:pt x="520663" y="1876396"/>
                  <a:pt x="496957" y="1858617"/>
                </a:cubicBezTo>
                <a:cubicBezTo>
                  <a:pt x="483705" y="1848678"/>
                  <a:pt x="469513" y="1839882"/>
                  <a:pt x="457200" y="1828800"/>
                </a:cubicBezTo>
                <a:cubicBezTo>
                  <a:pt x="436305" y="1809994"/>
                  <a:pt x="417444" y="1789043"/>
                  <a:pt x="397566" y="1769165"/>
                </a:cubicBezTo>
                <a:cubicBezTo>
                  <a:pt x="390940" y="1762539"/>
                  <a:pt x="385484" y="1754485"/>
                  <a:pt x="377687" y="1749287"/>
                </a:cubicBezTo>
                <a:cubicBezTo>
                  <a:pt x="334087" y="1720219"/>
                  <a:pt x="357426" y="1736575"/>
                  <a:pt x="308113" y="1699591"/>
                </a:cubicBezTo>
                <a:cubicBezTo>
                  <a:pt x="296827" y="1682663"/>
                  <a:pt x="270744" y="1642343"/>
                  <a:pt x="258418" y="1630017"/>
                </a:cubicBezTo>
                <a:cubicBezTo>
                  <a:pt x="249971" y="1621570"/>
                  <a:pt x="238539" y="1616765"/>
                  <a:pt x="228600" y="1610139"/>
                </a:cubicBezTo>
                <a:cubicBezTo>
                  <a:pt x="225287" y="1600200"/>
                  <a:pt x="222788" y="1589951"/>
                  <a:pt x="218661" y="1580321"/>
                </a:cubicBezTo>
                <a:cubicBezTo>
                  <a:pt x="204404" y="1547054"/>
                  <a:pt x="187813" y="1522281"/>
                  <a:pt x="168966" y="1490869"/>
                </a:cubicBezTo>
                <a:cubicBezTo>
                  <a:pt x="165653" y="1477617"/>
                  <a:pt x="162951" y="1464197"/>
                  <a:pt x="159026" y="1451113"/>
                </a:cubicBezTo>
                <a:cubicBezTo>
                  <a:pt x="153005" y="1431043"/>
                  <a:pt x="144230" y="1411806"/>
                  <a:pt x="139148" y="1391478"/>
                </a:cubicBezTo>
                <a:cubicBezTo>
                  <a:pt x="135835" y="1378226"/>
                  <a:pt x="133134" y="1364805"/>
                  <a:pt x="129209" y="1351721"/>
                </a:cubicBezTo>
                <a:cubicBezTo>
                  <a:pt x="123188" y="1331651"/>
                  <a:pt x="114413" y="1312415"/>
                  <a:pt x="109331" y="1292087"/>
                </a:cubicBezTo>
                <a:cubicBezTo>
                  <a:pt x="91006" y="1218786"/>
                  <a:pt x="110699" y="1285341"/>
                  <a:pt x="79513" y="1212574"/>
                </a:cubicBezTo>
                <a:cubicBezTo>
                  <a:pt x="54821" y="1154960"/>
                  <a:pt x="87900" y="1210245"/>
                  <a:pt x="49696" y="1152939"/>
                </a:cubicBezTo>
                <a:cubicBezTo>
                  <a:pt x="36849" y="1114397"/>
                  <a:pt x="27353" y="1088450"/>
                  <a:pt x="19879" y="1043608"/>
                </a:cubicBezTo>
                <a:cubicBezTo>
                  <a:pt x="6087" y="960866"/>
                  <a:pt x="12789" y="1003924"/>
                  <a:pt x="0" y="914400"/>
                </a:cubicBezTo>
                <a:cubicBezTo>
                  <a:pt x="3313" y="801756"/>
                  <a:pt x="4016" y="689006"/>
                  <a:pt x="9939" y="576469"/>
                </a:cubicBezTo>
                <a:cubicBezTo>
                  <a:pt x="10039" y="574560"/>
                  <a:pt x="25055" y="512848"/>
                  <a:pt x="29818" y="506895"/>
                </a:cubicBezTo>
                <a:cubicBezTo>
                  <a:pt x="37280" y="497567"/>
                  <a:pt x="49696" y="493643"/>
                  <a:pt x="59635" y="487017"/>
                </a:cubicBezTo>
                <a:cubicBezTo>
                  <a:pt x="80458" y="403726"/>
                  <a:pt x="54008" y="480550"/>
                  <a:pt x="89453" y="427382"/>
                </a:cubicBezTo>
                <a:cubicBezTo>
                  <a:pt x="97672" y="415054"/>
                  <a:pt x="101113" y="399954"/>
                  <a:pt x="109331" y="387626"/>
                </a:cubicBezTo>
                <a:cubicBezTo>
                  <a:pt x="114529" y="379829"/>
                  <a:pt x="123210" y="374946"/>
                  <a:pt x="129209" y="367747"/>
                </a:cubicBezTo>
                <a:cubicBezTo>
                  <a:pt x="202320" y="280013"/>
                  <a:pt x="105964" y="381052"/>
                  <a:pt x="208722" y="278295"/>
                </a:cubicBezTo>
                <a:lnTo>
                  <a:pt x="248479" y="238539"/>
                </a:lnTo>
                <a:cubicBezTo>
                  <a:pt x="258418" y="228600"/>
                  <a:pt x="266601" y="216518"/>
                  <a:pt x="278296" y="208721"/>
                </a:cubicBezTo>
                <a:cubicBezTo>
                  <a:pt x="332770" y="172405"/>
                  <a:pt x="297425" y="194187"/>
                  <a:pt x="387626" y="149087"/>
                </a:cubicBezTo>
                <a:cubicBezTo>
                  <a:pt x="400878" y="142461"/>
                  <a:pt x="413327" y="133893"/>
                  <a:pt x="427383" y="129208"/>
                </a:cubicBezTo>
                <a:cubicBezTo>
                  <a:pt x="437322" y="125895"/>
                  <a:pt x="447662" y="123604"/>
                  <a:pt x="457200" y="119269"/>
                </a:cubicBezTo>
                <a:cubicBezTo>
                  <a:pt x="484177" y="107007"/>
                  <a:pt x="507965" y="86700"/>
                  <a:pt x="536713" y="79513"/>
                </a:cubicBezTo>
                <a:cubicBezTo>
                  <a:pt x="549965" y="76200"/>
                  <a:pt x="563386" y="73499"/>
                  <a:pt x="576470" y="69574"/>
                </a:cubicBezTo>
                <a:cubicBezTo>
                  <a:pt x="596540" y="63553"/>
                  <a:pt x="615362" y="52658"/>
                  <a:pt x="636105" y="49695"/>
                </a:cubicBezTo>
                <a:lnTo>
                  <a:pt x="705679" y="39756"/>
                </a:lnTo>
                <a:cubicBezTo>
                  <a:pt x="715618" y="36443"/>
                  <a:pt x="725686" y="33496"/>
                  <a:pt x="735496" y="29817"/>
                </a:cubicBezTo>
                <a:cubicBezTo>
                  <a:pt x="752201" y="23553"/>
                  <a:pt x="767979" y="14633"/>
                  <a:pt x="785192" y="9939"/>
                </a:cubicBezTo>
                <a:cubicBezTo>
                  <a:pt x="804634" y="4637"/>
                  <a:pt x="824948" y="3313"/>
                  <a:pt x="844826" y="0"/>
                </a:cubicBezTo>
                <a:lnTo>
                  <a:pt x="1212574" y="9939"/>
                </a:lnTo>
                <a:cubicBezTo>
                  <a:pt x="1232705" y="10875"/>
                  <a:pt x="1252504" y="15656"/>
                  <a:pt x="1272209" y="19878"/>
                </a:cubicBezTo>
                <a:cubicBezTo>
                  <a:pt x="1413951" y="50251"/>
                  <a:pt x="1305838" y="28067"/>
                  <a:pt x="1381539" y="49695"/>
                </a:cubicBezTo>
                <a:cubicBezTo>
                  <a:pt x="1414833" y="59207"/>
                  <a:pt x="1449432" y="63764"/>
                  <a:pt x="1480931" y="79513"/>
                </a:cubicBezTo>
                <a:cubicBezTo>
                  <a:pt x="1494183" y="86139"/>
                  <a:pt x="1508631" y="90779"/>
                  <a:pt x="1520687" y="99391"/>
                </a:cubicBezTo>
                <a:cubicBezTo>
                  <a:pt x="1602906" y="158118"/>
                  <a:pt x="1501456" y="104020"/>
                  <a:pt x="1580322" y="149087"/>
                </a:cubicBezTo>
                <a:cubicBezTo>
                  <a:pt x="1598513" y="159482"/>
                  <a:pt x="1633751" y="172698"/>
                  <a:pt x="1649896" y="188843"/>
                </a:cubicBezTo>
                <a:cubicBezTo>
                  <a:pt x="1732529" y="271476"/>
                  <a:pt x="1652061" y="213478"/>
                  <a:pt x="1719470" y="258417"/>
                </a:cubicBezTo>
                <a:cubicBezTo>
                  <a:pt x="1729409" y="271669"/>
                  <a:pt x="1740940" y="283865"/>
                  <a:pt x="1749287" y="298174"/>
                </a:cubicBezTo>
                <a:cubicBezTo>
                  <a:pt x="1770288" y="334176"/>
                  <a:pt x="1794135" y="385978"/>
                  <a:pt x="1808922" y="427382"/>
                </a:cubicBezTo>
                <a:cubicBezTo>
                  <a:pt x="1819493" y="456981"/>
                  <a:pt x="1828800" y="487017"/>
                  <a:pt x="1838739" y="516834"/>
                </a:cubicBezTo>
                <a:cubicBezTo>
                  <a:pt x="1842052" y="526773"/>
                  <a:pt x="1846138" y="536488"/>
                  <a:pt x="1848679" y="546652"/>
                </a:cubicBezTo>
                <a:cubicBezTo>
                  <a:pt x="1851992" y="559904"/>
                  <a:pt x="1853237" y="573853"/>
                  <a:pt x="1858618" y="586408"/>
                </a:cubicBezTo>
                <a:cubicBezTo>
                  <a:pt x="1863323" y="597388"/>
                  <a:pt x="1871870" y="606287"/>
                  <a:pt x="1878496" y="616226"/>
                </a:cubicBezTo>
                <a:cubicBezTo>
                  <a:pt x="1885122" y="642730"/>
                  <a:pt x="1886156" y="671303"/>
                  <a:pt x="1898374" y="695739"/>
                </a:cubicBezTo>
                <a:lnTo>
                  <a:pt x="1938131" y="775252"/>
                </a:lnTo>
                <a:cubicBezTo>
                  <a:pt x="1941444" y="791817"/>
                  <a:pt x="1944405" y="808456"/>
                  <a:pt x="1948070" y="824947"/>
                </a:cubicBezTo>
                <a:cubicBezTo>
                  <a:pt x="1951033" y="838282"/>
                  <a:pt x="1955330" y="851309"/>
                  <a:pt x="1958009" y="864704"/>
                </a:cubicBezTo>
                <a:cubicBezTo>
                  <a:pt x="1961961" y="884465"/>
                  <a:pt x="1964635" y="904461"/>
                  <a:pt x="1967948" y="924339"/>
                </a:cubicBezTo>
                <a:cubicBezTo>
                  <a:pt x="1964635" y="1030356"/>
                  <a:pt x="1964060" y="1136495"/>
                  <a:pt x="1958009" y="1242391"/>
                </a:cubicBezTo>
                <a:cubicBezTo>
                  <a:pt x="1957411" y="1252851"/>
                  <a:pt x="1950125" y="1261935"/>
                  <a:pt x="1948070" y="1272208"/>
                </a:cubicBezTo>
                <a:cubicBezTo>
                  <a:pt x="1943476" y="1295180"/>
                  <a:pt x="1944863" y="1319343"/>
                  <a:pt x="1938131" y="1341782"/>
                </a:cubicBezTo>
                <a:cubicBezTo>
                  <a:pt x="1934699" y="1353224"/>
                  <a:pt x="1924879" y="1361661"/>
                  <a:pt x="1918253" y="1371600"/>
                </a:cubicBezTo>
                <a:cubicBezTo>
                  <a:pt x="1911627" y="1398104"/>
                  <a:pt x="1907013" y="1425195"/>
                  <a:pt x="1898374" y="1451113"/>
                </a:cubicBezTo>
                <a:cubicBezTo>
                  <a:pt x="1895061" y="1461052"/>
                  <a:pt x="1891313" y="1470856"/>
                  <a:pt x="1888435" y="1480930"/>
                </a:cubicBezTo>
                <a:cubicBezTo>
                  <a:pt x="1884682" y="1494065"/>
                  <a:pt x="1882421" y="1507603"/>
                  <a:pt x="1878496" y="1520687"/>
                </a:cubicBezTo>
                <a:cubicBezTo>
                  <a:pt x="1872475" y="1540757"/>
                  <a:pt x="1863700" y="1559993"/>
                  <a:pt x="1858618" y="1580321"/>
                </a:cubicBezTo>
                <a:cubicBezTo>
                  <a:pt x="1843597" y="1640408"/>
                  <a:pt x="1853000" y="1607116"/>
                  <a:pt x="1828800" y="1679713"/>
                </a:cubicBezTo>
                <a:cubicBezTo>
                  <a:pt x="1825487" y="1689652"/>
                  <a:pt x="1821402" y="1699366"/>
                  <a:pt x="1818861" y="1709530"/>
                </a:cubicBezTo>
                <a:cubicBezTo>
                  <a:pt x="1812235" y="1736034"/>
                  <a:pt x="1815375" y="1767187"/>
                  <a:pt x="1798983" y="1789043"/>
                </a:cubicBezTo>
                <a:cubicBezTo>
                  <a:pt x="1760276" y="1840653"/>
                  <a:pt x="1776575" y="1813984"/>
                  <a:pt x="1749287" y="1868556"/>
                </a:cubicBezTo>
                <a:cubicBezTo>
                  <a:pt x="1742661" y="1895060"/>
                  <a:pt x="1741627" y="1923633"/>
                  <a:pt x="1729409" y="1948069"/>
                </a:cubicBezTo>
                <a:cubicBezTo>
                  <a:pt x="1722783" y="1961321"/>
                  <a:pt x="1714216" y="1973770"/>
                  <a:pt x="1709531" y="1987826"/>
                </a:cubicBezTo>
                <a:cubicBezTo>
                  <a:pt x="1700892" y="2013744"/>
                  <a:pt x="1696279" y="2040835"/>
                  <a:pt x="1689653" y="2067339"/>
                </a:cubicBezTo>
                <a:lnTo>
                  <a:pt x="1679713" y="2107095"/>
                </a:lnTo>
                <a:cubicBezTo>
                  <a:pt x="1676400" y="2120347"/>
                  <a:pt x="1675883" y="2134634"/>
                  <a:pt x="1669774" y="2146852"/>
                </a:cubicBezTo>
                <a:cubicBezTo>
                  <a:pt x="1603848" y="2278703"/>
                  <a:pt x="1683829" y="2114055"/>
                  <a:pt x="1639957" y="2216426"/>
                </a:cubicBezTo>
                <a:cubicBezTo>
                  <a:pt x="1634121" y="2230044"/>
                  <a:pt x="1625915" y="2242564"/>
                  <a:pt x="1620079" y="2256182"/>
                </a:cubicBezTo>
                <a:cubicBezTo>
                  <a:pt x="1599515" y="2304163"/>
                  <a:pt x="1623222" y="2270820"/>
                  <a:pt x="1590261" y="2325756"/>
                </a:cubicBezTo>
                <a:cubicBezTo>
                  <a:pt x="1577969" y="2346242"/>
                  <a:pt x="1558060" y="2362726"/>
                  <a:pt x="1550505" y="2385391"/>
                </a:cubicBezTo>
                <a:cubicBezTo>
                  <a:pt x="1537603" y="2424098"/>
                  <a:pt x="1547974" y="2407800"/>
                  <a:pt x="1520687" y="2435087"/>
                </a:cubicBezTo>
                <a:cubicBezTo>
                  <a:pt x="1517993" y="2443168"/>
                  <a:pt x="1491871" y="2516451"/>
                  <a:pt x="1490870" y="2534478"/>
                </a:cubicBezTo>
                <a:cubicBezTo>
                  <a:pt x="1488297" y="2580789"/>
                  <a:pt x="1490870" y="2627243"/>
                  <a:pt x="1500809" y="2693504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手繪多邊形 32"/>
          <p:cNvSpPr/>
          <p:nvPr/>
        </p:nvSpPr>
        <p:spPr>
          <a:xfrm rot="20387475">
            <a:off x="830763" y="1178308"/>
            <a:ext cx="6629139" cy="5478290"/>
          </a:xfrm>
          <a:custGeom>
            <a:avLst/>
            <a:gdLst>
              <a:gd name="connsiteX0" fmla="*/ 1500809 w 1967948"/>
              <a:gd name="connsiteY0" fmla="*/ 2693504 h 2693504"/>
              <a:gd name="connsiteX1" fmla="*/ 1500809 w 1967948"/>
              <a:gd name="connsiteY1" fmla="*/ 2693504 h 2693504"/>
              <a:gd name="connsiteX2" fmla="*/ 1441174 w 1967948"/>
              <a:gd name="connsiteY2" fmla="*/ 2574234 h 2693504"/>
              <a:gd name="connsiteX3" fmla="*/ 1421296 w 1967948"/>
              <a:gd name="connsiteY3" fmla="*/ 2534478 h 2693504"/>
              <a:gd name="connsiteX4" fmla="*/ 1401418 w 1967948"/>
              <a:gd name="connsiteY4" fmla="*/ 2494721 h 2693504"/>
              <a:gd name="connsiteX5" fmla="*/ 1381539 w 1967948"/>
              <a:gd name="connsiteY5" fmla="*/ 2474843 h 2693504"/>
              <a:gd name="connsiteX6" fmla="*/ 1351722 w 1967948"/>
              <a:gd name="connsiteY6" fmla="*/ 2415208 h 2693504"/>
              <a:gd name="connsiteX7" fmla="*/ 1282148 w 1967948"/>
              <a:gd name="connsiteY7" fmla="*/ 2365513 h 2693504"/>
              <a:gd name="connsiteX8" fmla="*/ 1242392 w 1967948"/>
              <a:gd name="connsiteY8" fmla="*/ 2345634 h 2693504"/>
              <a:gd name="connsiteX9" fmla="*/ 1222513 w 1967948"/>
              <a:gd name="connsiteY9" fmla="*/ 2325756 h 2693504"/>
              <a:gd name="connsiteX10" fmla="*/ 1192696 w 1967948"/>
              <a:gd name="connsiteY10" fmla="*/ 2305878 h 2693504"/>
              <a:gd name="connsiteX11" fmla="*/ 1162879 w 1967948"/>
              <a:gd name="connsiteY11" fmla="*/ 2276061 h 2693504"/>
              <a:gd name="connsiteX12" fmla="*/ 1133061 w 1967948"/>
              <a:gd name="connsiteY12" fmla="*/ 2266121 h 2693504"/>
              <a:gd name="connsiteX13" fmla="*/ 1103244 w 1967948"/>
              <a:gd name="connsiteY13" fmla="*/ 2236304 h 2693504"/>
              <a:gd name="connsiteX14" fmla="*/ 1063487 w 1967948"/>
              <a:gd name="connsiteY14" fmla="*/ 2216426 h 2693504"/>
              <a:gd name="connsiteX15" fmla="*/ 1033670 w 1967948"/>
              <a:gd name="connsiteY15" fmla="*/ 2196547 h 2693504"/>
              <a:gd name="connsiteX16" fmla="*/ 993913 w 1967948"/>
              <a:gd name="connsiteY16" fmla="*/ 2166730 h 2693504"/>
              <a:gd name="connsiteX17" fmla="*/ 964096 w 1967948"/>
              <a:gd name="connsiteY17" fmla="*/ 2146852 h 2693504"/>
              <a:gd name="connsiteX18" fmla="*/ 924339 w 1967948"/>
              <a:gd name="connsiteY18" fmla="*/ 2117034 h 2693504"/>
              <a:gd name="connsiteX19" fmla="*/ 874644 w 1967948"/>
              <a:gd name="connsiteY19" fmla="*/ 2097156 h 2693504"/>
              <a:gd name="connsiteX20" fmla="*/ 844826 w 1967948"/>
              <a:gd name="connsiteY20" fmla="*/ 2077278 h 2693504"/>
              <a:gd name="connsiteX21" fmla="*/ 805070 w 1967948"/>
              <a:gd name="connsiteY21" fmla="*/ 2057400 h 2693504"/>
              <a:gd name="connsiteX22" fmla="*/ 775253 w 1967948"/>
              <a:gd name="connsiteY22" fmla="*/ 2027582 h 2693504"/>
              <a:gd name="connsiteX23" fmla="*/ 735496 w 1967948"/>
              <a:gd name="connsiteY23" fmla="*/ 2007704 h 2693504"/>
              <a:gd name="connsiteX24" fmla="*/ 675861 w 1967948"/>
              <a:gd name="connsiteY24" fmla="*/ 1967947 h 2693504"/>
              <a:gd name="connsiteX25" fmla="*/ 576470 w 1967948"/>
              <a:gd name="connsiteY25" fmla="*/ 1898374 h 2693504"/>
              <a:gd name="connsiteX26" fmla="*/ 496957 w 1967948"/>
              <a:gd name="connsiteY26" fmla="*/ 1858617 h 2693504"/>
              <a:gd name="connsiteX27" fmla="*/ 457200 w 1967948"/>
              <a:gd name="connsiteY27" fmla="*/ 1828800 h 2693504"/>
              <a:gd name="connsiteX28" fmla="*/ 397566 w 1967948"/>
              <a:gd name="connsiteY28" fmla="*/ 1769165 h 2693504"/>
              <a:gd name="connsiteX29" fmla="*/ 377687 w 1967948"/>
              <a:gd name="connsiteY29" fmla="*/ 1749287 h 2693504"/>
              <a:gd name="connsiteX30" fmla="*/ 308113 w 1967948"/>
              <a:gd name="connsiteY30" fmla="*/ 1699591 h 2693504"/>
              <a:gd name="connsiteX31" fmla="*/ 258418 w 1967948"/>
              <a:gd name="connsiteY31" fmla="*/ 1630017 h 2693504"/>
              <a:gd name="connsiteX32" fmla="*/ 228600 w 1967948"/>
              <a:gd name="connsiteY32" fmla="*/ 1610139 h 2693504"/>
              <a:gd name="connsiteX33" fmla="*/ 218661 w 1967948"/>
              <a:gd name="connsiteY33" fmla="*/ 1580321 h 2693504"/>
              <a:gd name="connsiteX34" fmla="*/ 168966 w 1967948"/>
              <a:gd name="connsiteY34" fmla="*/ 1490869 h 2693504"/>
              <a:gd name="connsiteX35" fmla="*/ 159026 w 1967948"/>
              <a:gd name="connsiteY35" fmla="*/ 1451113 h 2693504"/>
              <a:gd name="connsiteX36" fmla="*/ 139148 w 1967948"/>
              <a:gd name="connsiteY36" fmla="*/ 1391478 h 2693504"/>
              <a:gd name="connsiteX37" fmla="*/ 129209 w 1967948"/>
              <a:gd name="connsiteY37" fmla="*/ 1351721 h 2693504"/>
              <a:gd name="connsiteX38" fmla="*/ 109331 w 1967948"/>
              <a:gd name="connsiteY38" fmla="*/ 1292087 h 2693504"/>
              <a:gd name="connsiteX39" fmla="*/ 79513 w 1967948"/>
              <a:gd name="connsiteY39" fmla="*/ 1212574 h 2693504"/>
              <a:gd name="connsiteX40" fmla="*/ 49696 w 1967948"/>
              <a:gd name="connsiteY40" fmla="*/ 1152939 h 2693504"/>
              <a:gd name="connsiteX41" fmla="*/ 19879 w 1967948"/>
              <a:gd name="connsiteY41" fmla="*/ 1043608 h 2693504"/>
              <a:gd name="connsiteX42" fmla="*/ 0 w 1967948"/>
              <a:gd name="connsiteY42" fmla="*/ 914400 h 2693504"/>
              <a:gd name="connsiteX43" fmla="*/ 9939 w 1967948"/>
              <a:gd name="connsiteY43" fmla="*/ 576469 h 2693504"/>
              <a:gd name="connsiteX44" fmla="*/ 29818 w 1967948"/>
              <a:gd name="connsiteY44" fmla="*/ 506895 h 2693504"/>
              <a:gd name="connsiteX45" fmla="*/ 59635 w 1967948"/>
              <a:gd name="connsiteY45" fmla="*/ 487017 h 2693504"/>
              <a:gd name="connsiteX46" fmla="*/ 89453 w 1967948"/>
              <a:gd name="connsiteY46" fmla="*/ 427382 h 2693504"/>
              <a:gd name="connsiteX47" fmla="*/ 109331 w 1967948"/>
              <a:gd name="connsiteY47" fmla="*/ 387626 h 2693504"/>
              <a:gd name="connsiteX48" fmla="*/ 129209 w 1967948"/>
              <a:gd name="connsiteY48" fmla="*/ 367747 h 2693504"/>
              <a:gd name="connsiteX49" fmla="*/ 208722 w 1967948"/>
              <a:gd name="connsiteY49" fmla="*/ 278295 h 2693504"/>
              <a:gd name="connsiteX50" fmla="*/ 248479 w 1967948"/>
              <a:gd name="connsiteY50" fmla="*/ 238539 h 2693504"/>
              <a:gd name="connsiteX51" fmla="*/ 278296 w 1967948"/>
              <a:gd name="connsiteY51" fmla="*/ 208721 h 2693504"/>
              <a:gd name="connsiteX52" fmla="*/ 387626 w 1967948"/>
              <a:gd name="connsiteY52" fmla="*/ 149087 h 2693504"/>
              <a:gd name="connsiteX53" fmla="*/ 427383 w 1967948"/>
              <a:gd name="connsiteY53" fmla="*/ 129208 h 2693504"/>
              <a:gd name="connsiteX54" fmla="*/ 457200 w 1967948"/>
              <a:gd name="connsiteY54" fmla="*/ 119269 h 2693504"/>
              <a:gd name="connsiteX55" fmla="*/ 536713 w 1967948"/>
              <a:gd name="connsiteY55" fmla="*/ 79513 h 2693504"/>
              <a:gd name="connsiteX56" fmla="*/ 576470 w 1967948"/>
              <a:gd name="connsiteY56" fmla="*/ 69574 h 2693504"/>
              <a:gd name="connsiteX57" fmla="*/ 636105 w 1967948"/>
              <a:gd name="connsiteY57" fmla="*/ 49695 h 2693504"/>
              <a:gd name="connsiteX58" fmla="*/ 705679 w 1967948"/>
              <a:gd name="connsiteY58" fmla="*/ 39756 h 2693504"/>
              <a:gd name="connsiteX59" fmla="*/ 735496 w 1967948"/>
              <a:gd name="connsiteY59" fmla="*/ 29817 h 2693504"/>
              <a:gd name="connsiteX60" fmla="*/ 785192 w 1967948"/>
              <a:gd name="connsiteY60" fmla="*/ 9939 h 2693504"/>
              <a:gd name="connsiteX61" fmla="*/ 844826 w 1967948"/>
              <a:gd name="connsiteY61" fmla="*/ 0 h 2693504"/>
              <a:gd name="connsiteX62" fmla="*/ 1212574 w 1967948"/>
              <a:gd name="connsiteY62" fmla="*/ 9939 h 2693504"/>
              <a:gd name="connsiteX63" fmla="*/ 1272209 w 1967948"/>
              <a:gd name="connsiteY63" fmla="*/ 19878 h 2693504"/>
              <a:gd name="connsiteX64" fmla="*/ 1381539 w 1967948"/>
              <a:gd name="connsiteY64" fmla="*/ 49695 h 2693504"/>
              <a:gd name="connsiteX65" fmla="*/ 1480931 w 1967948"/>
              <a:gd name="connsiteY65" fmla="*/ 79513 h 2693504"/>
              <a:gd name="connsiteX66" fmla="*/ 1520687 w 1967948"/>
              <a:gd name="connsiteY66" fmla="*/ 99391 h 2693504"/>
              <a:gd name="connsiteX67" fmla="*/ 1580322 w 1967948"/>
              <a:gd name="connsiteY67" fmla="*/ 149087 h 2693504"/>
              <a:gd name="connsiteX68" fmla="*/ 1649896 w 1967948"/>
              <a:gd name="connsiteY68" fmla="*/ 188843 h 2693504"/>
              <a:gd name="connsiteX69" fmla="*/ 1719470 w 1967948"/>
              <a:gd name="connsiteY69" fmla="*/ 258417 h 2693504"/>
              <a:gd name="connsiteX70" fmla="*/ 1749287 w 1967948"/>
              <a:gd name="connsiteY70" fmla="*/ 298174 h 2693504"/>
              <a:gd name="connsiteX71" fmla="*/ 1808922 w 1967948"/>
              <a:gd name="connsiteY71" fmla="*/ 427382 h 2693504"/>
              <a:gd name="connsiteX72" fmla="*/ 1838739 w 1967948"/>
              <a:gd name="connsiteY72" fmla="*/ 516834 h 2693504"/>
              <a:gd name="connsiteX73" fmla="*/ 1848679 w 1967948"/>
              <a:gd name="connsiteY73" fmla="*/ 546652 h 2693504"/>
              <a:gd name="connsiteX74" fmla="*/ 1858618 w 1967948"/>
              <a:gd name="connsiteY74" fmla="*/ 586408 h 2693504"/>
              <a:gd name="connsiteX75" fmla="*/ 1878496 w 1967948"/>
              <a:gd name="connsiteY75" fmla="*/ 616226 h 2693504"/>
              <a:gd name="connsiteX76" fmla="*/ 1898374 w 1967948"/>
              <a:gd name="connsiteY76" fmla="*/ 695739 h 2693504"/>
              <a:gd name="connsiteX77" fmla="*/ 1938131 w 1967948"/>
              <a:gd name="connsiteY77" fmla="*/ 775252 h 2693504"/>
              <a:gd name="connsiteX78" fmla="*/ 1948070 w 1967948"/>
              <a:gd name="connsiteY78" fmla="*/ 824947 h 2693504"/>
              <a:gd name="connsiteX79" fmla="*/ 1958009 w 1967948"/>
              <a:gd name="connsiteY79" fmla="*/ 864704 h 2693504"/>
              <a:gd name="connsiteX80" fmla="*/ 1967948 w 1967948"/>
              <a:gd name="connsiteY80" fmla="*/ 924339 h 2693504"/>
              <a:gd name="connsiteX81" fmla="*/ 1958009 w 1967948"/>
              <a:gd name="connsiteY81" fmla="*/ 1242391 h 2693504"/>
              <a:gd name="connsiteX82" fmla="*/ 1948070 w 1967948"/>
              <a:gd name="connsiteY82" fmla="*/ 1272208 h 2693504"/>
              <a:gd name="connsiteX83" fmla="*/ 1938131 w 1967948"/>
              <a:gd name="connsiteY83" fmla="*/ 1341782 h 2693504"/>
              <a:gd name="connsiteX84" fmla="*/ 1918253 w 1967948"/>
              <a:gd name="connsiteY84" fmla="*/ 1371600 h 2693504"/>
              <a:gd name="connsiteX85" fmla="*/ 1898374 w 1967948"/>
              <a:gd name="connsiteY85" fmla="*/ 1451113 h 2693504"/>
              <a:gd name="connsiteX86" fmla="*/ 1888435 w 1967948"/>
              <a:gd name="connsiteY86" fmla="*/ 1480930 h 2693504"/>
              <a:gd name="connsiteX87" fmla="*/ 1878496 w 1967948"/>
              <a:gd name="connsiteY87" fmla="*/ 1520687 h 2693504"/>
              <a:gd name="connsiteX88" fmla="*/ 1858618 w 1967948"/>
              <a:gd name="connsiteY88" fmla="*/ 1580321 h 2693504"/>
              <a:gd name="connsiteX89" fmla="*/ 1828800 w 1967948"/>
              <a:gd name="connsiteY89" fmla="*/ 1679713 h 2693504"/>
              <a:gd name="connsiteX90" fmla="*/ 1818861 w 1967948"/>
              <a:gd name="connsiteY90" fmla="*/ 1709530 h 2693504"/>
              <a:gd name="connsiteX91" fmla="*/ 1798983 w 1967948"/>
              <a:gd name="connsiteY91" fmla="*/ 1789043 h 2693504"/>
              <a:gd name="connsiteX92" fmla="*/ 1749287 w 1967948"/>
              <a:gd name="connsiteY92" fmla="*/ 1868556 h 2693504"/>
              <a:gd name="connsiteX93" fmla="*/ 1729409 w 1967948"/>
              <a:gd name="connsiteY93" fmla="*/ 1948069 h 2693504"/>
              <a:gd name="connsiteX94" fmla="*/ 1709531 w 1967948"/>
              <a:gd name="connsiteY94" fmla="*/ 1987826 h 2693504"/>
              <a:gd name="connsiteX95" fmla="*/ 1689653 w 1967948"/>
              <a:gd name="connsiteY95" fmla="*/ 2067339 h 2693504"/>
              <a:gd name="connsiteX96" fmla="*/ 1679713 w 1967948"/>
              <a:gd name="connsiteY96" fmla="*/ 2107095 h 2693504"/>
              <a:gd name="connsiteX97" fmla="*/ 1669774 w 1967948"/>
              <a:gd name="connsiteY97" fmla="*/ 2146852 h 2693504"/>
              <a:gd name="connsiteX98" fmla="*/ 1639957 w 1967948"/>
              <a:gd name="connsiteY98" fmla="*/ 2216426 h 2693504"/>
              <a:gd name="connsiteX99" fmla="*/ 1620079 w 1967948"/>
              <a:gd name="connsiteY99" fmla="*/ 2256182 h 2693504"/>
              <a:gd name="connsiteX100" fmla="*/ 1590261 w 1967948"/>
              <a:gd name="connsiteY100" fmla="*/ 2325756 h 2693504"/>
              <a:gd name="connsiteX101" fmla="*/ 1550505 w 1967948"/>
              <a:gd name="connsiteY101" fmla="*/ 2385391 h 2693504"/>
              <a:gd name="connsiteX102" fmla="*/ 1520687 w 1967948"/>
              <a:gd name="connsiteY102" fmla="*/ 2435087 h 2693504"/>
              <a:gd name="connsiteX103" fmla="*/ 1490870 w 1967948"/>
              <a:gd name="connsiteY103" fmla="*/ 2534478 h 2693504"/>
              <a:gd name="connsiteX104" fmla="*/ 1500809 w 1967948"/>
              <a:gd name="connsiteY104" fmla="*/ 2693504 h 2693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967948" h="2693504">
                <a:moveTo>
                  <a:pt x="1500809" y="2693504"/>
                </a:moveTo>
                <a:lnTo>
                  <a:pt x="1500809" y="2693504"/>
                </a:lnTo>
                <a:lnTo>
                  <a:pt x="1441174" y="2574234"/>
                </a:lnTo>
                <a:lnTo>
                  <a:pt x="1421296" y="2534478"/>
                </a:lnTo>
                <a:cubicBezTo>
                  <a:pt x="1414670" y="2521226"/>
                  <a:pt x="1411895" y="2505198"/>
                  <a:pt x="1401418" y="2494721"/>
                </a:cubicBezTo>
                <a:lnTo>
                  <a:pt x="1381539" y="2474843"/>
                </a:lnTo>
                <a:cubicBezTo>
                  <a:pt x="1373456" y="2450593"/>
                  <a:pt x="1370988" y="2434475"/>
                  <a:pt x="1351722" y="2415208"/>
                </a:cubicBezTo>
                <a:cubicBezTo>
                  <a:pt x="1344608" y="2408094"/>
                  <a:pt x="1295319" y="2373039"/>
                  <a:pt x="1282148" y="2365513"/>
                </a:cubicBezTo>
                <a:cubicBezTo>
                  <a:pt x="1269284" y="2358162"/>
                  <a:pt x="1254720" y="2353853"/>
                  <a:pt x="1242392" y="2345634"/>
                </a:cubicBezTo>
                <a:cubicBezTo>
                  <a:pt x="1234595" y="2340436"/>
                  <a:pt x="1229830" y="2331610"/>
                  <a:pt x="1222513" y="2325756"/>
                </a:cubicBezTo>
                <a:cubicBezTo>
                  <a:pt x="1213185" y="2318294"/>
                  <a:pt x="1201873" y="2313525"/>
                  <a:pt x="1192696" y="2305878"/>
                </a:cubicBezTo>
                <a:cubicBezTo>
                  <a:pt x="1181898" y="2296880"/>
                  <a:pt x="1174574" y="2283858"/>
                  <a:pt x="1162879" y="2276061"/>
                </a:cubicBezTo>
                <a:cubicBezTo>
                  <a:pt x="1154162" y="2270249"/>
                  <a:pt x="1143000" y="2269434"/>
                  <a:pt x="1133061" y="2266121"/>
                </a:cubicBezTo>
                <a:cubicBezTo>
                  <a:pt x="1123122" y="2256182"/>
                  <a:pt x="1114682" y="2244474"/>
                  <a:pt x="1103244" y="2236304"/>
                </a:cubicBezTo>
                <a:cubicBezTo>
                  <a:pt x="1091187" y="2227692"/>
                  <a:pt x="1076351" y="2223777"/>
                  <a:pt x="1063487" y="2216426"/>
                </a:cubicBezTo>
                <a:cubicBezTo>
                  <a:pt x="1053116" y="2210499"/>
                  <a:pt x="1043390" y="2203490"/>
                  <a:pt x="1033670" y="2196547"/>
                </a:cubicBezTo>
                <a:cubicBezTo>
                  <a:pt x="1020190" y="2186919"/>
                  <a:pt x="1007393" y="2176358"/>
                  <a:pt x="993913" y="2166730"/>
                </a:cubicBezTo>
                <a:cubicBezTo>
                  <a:pt x="984193" y="2159787"/>
                  <a:pt x="973816" y="2153795"/>
                  <a:pt x="964096" y="2146852"/>
                </a:cubicBezTo>
                <a:cubicBezTo>
                  <a:pt x="950616" y="2137223"/>
                  <a:pt x="938820" y="2125079"/>
                  <a:pt x="924339" y="2117034"/>
                </a:cubicBezTo>
                <a:cubicBezTo>
                  <a:pt x="908743" y="2108370"/>
                  <a:pt x="890602" y="2105135"/>
                  <a:pt x="874644" y="2097156"/>
                </a:cubicBezTo>
                <a:cubicBezTo>
                  <a:pt x="863960" y="2091814"/>
                  <a:pt x="855198" y="2083205"/>
                  <a:pt x="844826" y="2077278"/>
                </a:cubicBezTo>
                <a:cubicBezTo>
                  <a:pt x="831962" y="2069927"/>
                  <a:pt x="818322" y="2064026"/>
                  <a:pt x="805070" y="2057400"/>
                </a:cubicBezTo>
                <a:cubicBezTo>
                  <a:pt x="795131" y="2047461"/>
                  <a:pt x="786691" y="2035752"/>
                  <a:pt x="775253" y="2027582"/>
                </a:cubicBezTo>
                <a:cubicBezTo>
                  <a:pt x="763196" y="2018970"/>
                  <a:pt x="748201" y="2015327"/>
                  <a:pt x="735496" y="2007704"/>
                </a:cubicBezTo>
                <a:cubicBezTo>
                  <a:pt x="715010" y="1995412"/>
                  <a:pt x="694974" y="1982282"/>
                  <a:pt x="675861" y="1967947"/>
                </a:cubicBezTo>
                <a:cubicBezTo>
                  <a:pt x="650927" y="1949246"/>
                  <a:pt x="600947" y="1910612"/>
                  <a:pt x="576470" y="1898374"/>
                </a:cubicBezTo>
                <a:cubicBezTo>
                  <a:pt x="549966" y="1885122"/>
                  <a:pt x="520663" y="1876396"/>
                  <a:pt x="496957" y="1858617"/>
                </a:cubicBezTo>
                <a:cubicBezTo>
                  <a:pt x="483705" y="1848678"/>
                  <a:pt x="469513" y="1839882"/>
                  <a:pt x="457200" y="1828800"/>
                </a:cubicBezTo>
                <a:cubicBezTo>
                  <a:pt x="436305" y="1809994"/>
                  <a:pt x="417444" y="1789043"/>
                  <a:pt x="397566" y="1769165"/>
                </a:cubicBezTo>
                <a:cubicBezTo>
                  <a:pt x="390940" y="1762539"/>
                  <a:pt x="385484" y="1754485"/>
                  <a:pt x="377687" y="1749287"/>
                </a:cubicBezTo>
                <a:cubicBezTo>
                  <a:pt x="334087" y="1720219"/>
                  <a:pt x="357426" y="1736575"/>
                  <a:pt x="308113" y="1699591"/>
                </a:cubicBezTo>
                <a:cubicBezTo>
                  <a:pt x="296827" y="1682663"/>
                  <a:pt x="270744" y="1642343"/>
                  <a:pt x="258418" y="1630017"/>
                </a:cubicBezTo>
                <a:cubicBezTo>
                  <a:pt x="249971" y="1621570"/>
                  <a:pt x="238539" y="1616765"/>
                  <a:pt x="228600" y="1610139"/>
                </a:cubicBezTo>
                <a:cubicBezTo>
                  <a:pt x="225287" y="1600200"/>
                  <a:pt x="222788" y="1589951"/>
                  <a:pt x="218661" y="1580321"/>
                </a:cubicBezTo>
                <a:cubicBezTo>
                  <a:pt x="204404" y="1547054"/>
                  <a:pt x="187813" y="1522281"/>
                  <a:pt x="168966" y="1490869"/>
                </a:cubicBezTo>
                <a:cubicBezTo>
                  <a:pt x="165653" y="1477617"/>
                  <a:pt x="162951" y="1464197"/>
                  <a:pt x="159026" y="1451113"/>
                </a:cubicBezTo>
                <a:cubicBezTo>
                  <a:pt x="153005" y="1431043"/>
                  <a:pt x="144230" y="1411806"/>
                  <a:pt x="139148" y="1391478"/>
                </a:cubicBezTo>
                <a:cubicBezTo>
                  <a:pt x="135835" y="1378226"/>
                  <a:pt x="133134" y="1364805"/>
                  <a:pt x="129209" y="1351721"/>
                </a:cubicBezTo>
                <a:cubicBezTo>
                  <a:pt x="123188" y="1331651"/>
                  <a:pt x="114413" y="1312415"/>
                  <a:pt x="109331" y="1292087"/>
                </a:cubicBezTo>
                <a:cubicBezTo>
                  <a:pt x="91006" y="1218786"/>
                  <a:pt x="110699" y="1285341"/>
                  <a:pt x="79513" y="1212574"/>
                </a:cubicBezTo>
                <a:cubicBezTo>
                  <a:pt x="54821" y="1154960"/>
                  <a:pt x="87900" y="1210245"/>
                  <a:pt x="49696" y="1152939"/>
                </a:cubicBezTo>
                <a:cubicBezTo>
                  <a:pt x="36849" y="1114397"/>
                  <a:pt x="27353" y="1088450"/>
                  <a:pt x="19879" y="1043608"/>
                </a:cubicBezTo>
                <a:cubicBezTo>
                  <a:pt x="6087" y="960866"/>
                  <a:pt x="12789" y="1003924"/>
                  <a:pt x="0" y="914400"/>
                </a:cubicBezTo>
                <a:cubicBezTo>
                  <a:pt x="3313" y="801756"/>
                  <a:pt x="4016" y="689006"/>
                  <a:pt x="9939" y="576469"/>
                </a:cubicBezTo>
                <a:cubicBezTo>
                  <a:pt x="10039" y="574560"/>
                  <a:pt x="25055" y="512848"/>
                  <a:pt x="29818" y="506895"/>
                </a:cubicBezTo>
                <a:cubicBezTo>
                  <a:pt x="37280" y="497567"/>
                  <a:pt x="49696" y="493643"/>
                  <a:pt x="59635" y="487017"/>
                </a:cubicBezTo>
                <a:cubicBezTo>
                  <a:pt x="80458" y="403726"/>
                  <a:pt x="54008" y="480550"/>
                  <a:pt x="89453" y="427382"/>
                </a:cubicBezTo>
                <a:cubicBezTo>
                  <a:pt x="97672" y="415054"/>
                  <a:pt x="101113" y="399954"/>
                  <a:pt x="109331" y="387626"/>
                </a:cubicBezTo>
                <a:cubicBezTo>
                  <a:pt x="114529" y="379829"/>
                  <a:pt x="123210" y="374946"/>
                  <a:pt x="129209" y="367747"/>
                </a:cubicBezTo>
                <a:cubicBezTo>
                  <a:pt x="202320" y="280013"/>
                  <a:pt x="105964" y="381052"/>
                  <a:pt x="208722" y="278295"/>
                </a:cubicBezTo>
                <a:lnTo>
                  <a:pt x="248479" y="238539"/>
                </a:lnTo>
                <a:cubicBezTo>
                  <a:pt x="258418" y="228600"/>
                  <a:pt x="266601" y="216518"/>
                  <a:pt x="278296" y="208721"/>
                </a:cubicBezTo>
                <a:cubicBezTo>
                  <a:pt x="332770" y="172405"/>
                  <a:pt x="297425" y="194187"/>
                  <a:pt x="387626" y="149087"/>
                </a:cubicBezTo>
                <a:cubicBezTo>
                  <a:pt x="400878" y="142461"/>
                  <a:pt x="413327" y="133893"/>
                  <a:pt x="427383" y="129208"/>
                </a:cubicBezTo>
                <a:cubicBezTo>
                  <a:pt x="437322" y="125895"/>
                  <a:pt x="447662" y="123604"/>
                  <a:pt x="457200" y="119269"/>
                </a:cubicBezTo>
                <a:cubicBezTo>
                  <a:pt x="484177" y="107007"/>
                  <a:pt x="507965" y="86700"/>
                  <a:pt x="536713" y="79513"/>
                </a:cubicBezTo>
                <a:cubicBezTo>
                  <a:pt x="549965" y="76200"/>
                  <a:pt x="563386" y="73499"/>
                  <a:pt x="576470" y="69574"/>
                </a:cubicBezTo>
                <a:cubicBezTo>
                  <a:pt x="596540" y="63553"/>
                  <a:pt x="615362" y="52658"/>
                  <a:pt x="636105" y="49695"/>
                </a:cubicBezTo>
                <a:lnTo>
                  <a:pt x="705679" y="39756"/>
                </a:lnTo>
                <a:cubicBezTo>
                  <a:pt x="715618" y="36443"/>
                  <a:pt x="725686" y="33496"/>
                  <a:pt x="735496" y="29817"/>
                </a:cubicBezTo>
                <a:cubicBezTo>
                  <a:pt x="752201" y="23553"/>
                  <a:pt x="767979" y="14633"/>
                  <a:pt x="785192" y="9939"/>
                </a:cubicBezTo>
                <a:cubicBezTo>
                  <a:pt x="804634" y="4637"/>
                  <a:pt x="824948" y="3313"/>
                  <a:pt x="844826" y="0"/>
                </a:cubicBezTo>
                <a:lnTo>
                  <a:pt x="1212574" y="9939"/>
                </a:lnTo>
                <a:cubicBezTo>
                  <a:pt x="1232705" y="10875"/>
                  <a:pt x="1252504" y="15656"/>
                  <a:pt x="1272209" y="19878"/>
                </a:cubicBezTo>
                <a:cubicBezTo>
                  <a:pt x="1413951" y="50251"/>
                  <a:pt x="1305838" y="28067"/>
                  <a:pt x="1381539" y="49695"/>
                </a:cubicBezTo>
                <a:cubicBezTo>
                  <a:pt x="1414833" y="59207"/>
                  <a:pt x="1449432" y="63764"/>
                  <a:pt x="1480931" y="79513"/>
                </a:cubicBezTo>
                <a:cubicBezTo>
                  <a:pt x="1494183" y="86139"/>
                  <a:pt x="1508631" y="90779"/>
                  <a:pt x="1520687" y="99391"/>
                </a:cubicBezTo>
                <a:cubicBezTo>
                  <a:pt x="1602906" y="158118"/>
                  <a:pt x="1501456" y="104020"/>
                  <a:pt x="1580322" y="149087"/>
                </a:cubicBezTo>
                <a:cubicBezTo>
                  <a:pt x="1598513" y="159482"/>
                  <a:pt x="1633751" y="172698"/>
                  <a:pt x="1649896" y="188843"/>
                </a:cubicBezTo>
                <a:cubicBezTo>
                  <a:pt x="1732529" y="271476"/>
                  <a:pt x="1652061" y="213478"/>
                  <a:pt x="1719470" y="258417"/>
                </a:cubicBezTo>
                <a:cubicBezTo>
                  <a:pt x="1729409" y="271669"/>
                  <a:pt x="1740940" y="283865"/>
                  <a:pt x="1749287" y="298174"/>
                </a:cubicBezTo>
                <a:cubicBezTo>
                  <a:pt x="1770288" y="334176"/>
                  <a:pt x="1794135" y="385978"/>
                  <a:pt x="1808922" y="427382"/>
                </a:cubicBezTo>
                <a:cubicBezTo>
                  <a:pt x="1819493" y="456981"/>
                  <a:pt x="1828800" y="487017"/>
                  <a:pt x="1838739" y="516834"/>
                </a:cubicBezTo>
                <a:cubicBezTo>
                  <a:pt x="1842052" y="526773"/>
                  <a:pt x="1846138" y="536488"/>
                  <a:pt x="1848679" y="546652"/>
                </a:cubicBezTo>
                <a:cubicBezTo>
                  <a:pt x="1851992" y="559904"/>
                  <a:pt x="1853237" y="573853"/>
                  <a:pt x="1858618" y="586408"/>
                </a:cubicBezTo>
                <a:cubicBezTo>
                  <a:pt x="1863323" y="597388"/>
                  <a:pt x="1871870" y="606287"/>
                  <a:pt x="1878496" y="616226"/>
                </a:cubicBezTo>
                <a:cubicBezTo>
                  <a:pt x="1885122" y="642730"/>
                  <a:pt x="1886156" y="671303"/>
                  <a:pt x="1898374" y="695739"/>
                </a:cubicBezTo>
                <a:lnTo>
                  <a:pt x="1938131" y="775252"/>
                </a:lnTo>
                <a:cubicBezTo>
                  <a:pt x="1941444" y="791817"/>
                  <a:pt x="1944405" y="808456"/>
                  <a:pt x="1948070" y="824947"/>
                </a:cubicBezTo>
                <a:cubicBezTo>
                  <a:pt x="1951033" y="838282"/>
                  <a:pt x="1955330" y="851309"/>
                  <a:pt x="1958009" y="864704"/>
                </a:cubicBezTo>
                <a:cubicBezTo>
                  <a:pt x="1961961" y="884465"/>
                  <a:pt x="1964635" y="904461"/>
                  <a:pt x="1967948" y="924339"/>
                </a:cubicBezTo>
                <a:cubicBezTo>
                  <a:pt x="1964635" y="1030356"/>
                  <a:pt x="1964060" y="1136495"/>
                  <a:pt x="1958009" y="1242391"/>
                </a:cubicBezTo>
                <a:cubicBezTo>
                  <a:pt x="1957411" y="1252851"/>
                  <a:pt x="1950125" y="1261935"/>
                  <a:pt x="1948070" y="1272208"/>
                </a:cubicBezTo>
                <a:cubicBezTo>
                  <a:pt x="1943476" y="1295180"/>
                  <a:pt x="1944863" y="1319343"/>
                  <a:pt x="1938131" y="1341782"/>
                </a:cubicBezTo>
                <a:cubicBezTo>
                  <a:pt x="1934699" y="1353224"/>
                  <a:pt x="1924879" y="1361661"/>
                  <a:pt x="1918253" y="1371600"/>
                </a:cubicBezTo>
                <a:cubicBezTo>
                  <a:pt x="1911627" y="1398104"/>
                  <a:pt x="1907013" y="1425195"/>
                  <a:pt x="1898374" y="1451113"/>
                </a:cubicBezTo>
                <a:cubicBezTo>
                  <a:pt x="1895061" y="1461052"/>
                  <a:pt x="1891313" y="1470856"/>
                  <a:pt x="1888435" y="1480930"/>
                </a:cubicBezTo>
                <a:cubicBezTo>
                  <a:pt x="1884682" y="1494065"/>
                  <a:pt x="1882421" y="1507603"/>
                  <a:pt x="1878496" y="1520687"/>
                </a:cubicBezTo>
                <a:cubicBezTo>
                  <a:pt x="1872475" y="1540757"/>
                  <a:pt x="1863700" y="1559993"/>
                  <a:pt x="1858618" y="1580321"/>
                </a:cubicBezTo>
                <a:cubicBezTo>
                  <a:pt x="1843597" y="1640408"/>
                  <a:pt x="1853000" y="1607116"/>
                  <a:pt x="1828800" y="1679713"/>
                </a:cubicBezTo>
                <a:cubicBezTo>
                  <a:pt x="1825487" y="1689652"/>
                  <a:pt x="1821402" y="1699366"/>
                  <a:pt x="1818861" y="1709530"/>
                </a:cubicBezTo>
                <a:cubicBezTo>
                  <a:pt x="1812235" y="1736034"/>
                  <a:pt x="1815375" y="1767187"/>
                  <a:pt x="1798983" y="1789043"/>
                </a:cubicBezTo>
                <a:cubicBezTo>
                  <a:pt x="1760276" y="1840653"/>
                  <a:pt x="1776575" y="1813984"/>
                  <a:pt x="1749287" y="1868556"/>
                </a:cubicBezTo>
                <a:cubicBezTo>
                  <a:pt x="1742661" y="1895060"/>
                  <a:pt x="1741627" y="1923633"/>
                  <a:pt x="1729409" y="1948069"/>
                </a:cubicBezTo>
                <a:cubicBezTo>
                  <a:pt x="1722783" y="1961321"/>
                  <a:pt x="1714216" y="1973770"/>
                  <a:pt x="1709531" y="1987826"/>
                </a:cubicBezTo>
                <a:cubicBezTo>
                  <a:pt x="1700892" y="2013744"/>
                  <a:pt x="1696279" y="2040835"/>
                  <a:pt x="1689653" y="2067339"/>
                </a:cubicBezTo>
                <a:lnTo>
                  <a:pt x="1679713" y="2107095"/>
                </a:lnTo>
                <a:cubicBezTo>
                  <a:pt x="1676400" y="2120347"/>
                  <a:pt x="1675883" y="2134634"/>
                  <a:pt x="1669774" y="2146852"/>
                </a:cubicBezTo>
                <a:cubicBezTo>
                  <a:pt x="1603848" y="2278703"/>
                  <a:pt x="1683829" y="2114055"/>
                  <a:pt x="1639957" y="2216426"/>
                </a:cubicBezTo>
                <a:cubicBezTo>
                  <a:pt x="1634121" y="2230044"/>
                  <a:pt x="1625915" y="2242564"/>
                  <a:pt x="1620079" y="2256182"/>
                </a:cubicBezTo>
                <a:cubicBezTo>
                  <a:pt x="1599515" y="2304163"/>
                  <a:pt x="1623222" y="2270820"/>
                  <a:pt x="1590261" y="2325756"/>
                </a:cubicBezTo>
                <a:cubicBezTo>
                  <a:pt x="1577969" y="2346242"/>
                  <a:pt x="1558060" y="2362726"/>
                  <a:pt x="1550505" y="2385391"/>
                </a:cubicBezTo>
                <a:cubicBezTo>
                  <a:pt x="1537603" y="2424098"/>
                  <a:pt x="1547974" y="2407800"/>
                  <a:pt x="1520687" y="2435087"/>
                </a:cubicBezTo>
                <a:cubicBezTo>
                  <a:pt x="1517993" y="2443168"/>
                  <a:pt x="1491871" y="2516451"/>
                  <a:pt x="1490870" y="2534478"/>
                </a:cubicBezTo>
                <a:cubicBezTo>
                  <a:pt x="1488297" y="2580789"/>
                  <a:pt x="1490870" y="2627243"/>
                  <a:pt x="1500809" y="2693504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>
            <a:extLst>
              <a:ext uri="{FF2B5EF4-FFF2-40B4-BE49-F238E27FC236}">
                <a16:creationId xmlns:a16="http://schemas.microsoft.com/office/drawing/2014/main" xmlns="" id="{888657CC-04F6-EB44-A6EA-4268493493AA}"/>
              </a:ext>
            </a:extLst>
          </p:cNvPr>
          <p:cNvSpPr/>
          <p:nvPr/>
        </p:nvSpPr>
        <p:spPr>
          <a:xfrm rot="2779596">
            <a:off x="7558732" y="2571010"/>
            <a:ext cx="3304025" cy="2871037"/>
          </a:xfrm>
          <a:custGeom>
            <a:avLst/>
            <a:gdLst>
              <a:gd name="connsiteX0" fmla="*/ 2189788 w 3185468"/>
              <a:gd name="connsiteY0" fmla="*/ 3017520 h 3017520"/>
              <a:gd name="connsiteX1" fmla="*/ 2098348 w 3185468"/>
              <a:gd name="connsiteY1" fmla="*/ 2865120 h 3017520"/>
              <a:gd name="connsiteX2" fmla="*/ 2078028 w 3185468"/>
              <a:gd name="connsiteY2" fmla="*/ 2834640 h 3017520"/>
              <a:gd name="connsiteX3" fmla="*/ 2047548 w 3185468"/>
              <a:gd name="connsiteY3" fmla="*/ 2814320 h 3017520"/>
              <a:gd name="connsiteX4" fmla="*/ 2027228 w 3185468"/>
              <a:gd name="connsiteY4" fmla="*/ 2783840 h 3017520"/>
              <a:gd name="connsiteX5" fmla="*/ 1996748 w 3185468"/>
              <a:gd name="connsiteY5" fmla="*/ 2763520 h 3017520"/>
              <a:gd name="connsiteX6" fmla="*/ 1956108 w 3185468"/>
              <a:gd name="connsiteY6" fmla="*/ 2733040 h 3017520"/>
              <a:gd name="connsiteX7" fmla="*/ 1925628 w 3185468"/>
              <a:gd name="connsiteY7" fmla="*/ 2702560 h 3017520"/>
              <a:gd name="connsiteX8" fmla="*/ 1854508 w 3185468"/>
              <a:gd name="connsiteY8" fmla="*/ 2661920 h 3017520"/>
              <a:gd name="connsiteX9" fmla="*/ 1813868 w 3185468"/>
              <a:gd name="connsiteY9" fmla="*/ 2651760 h 3017520"/>
              <a:gd name="connsiteX10" fmla="*/ 1773228 w 3185468"/>
              <a:gd name="connsiteY10" fmla="*/ 2611120 h 3017520"/>
              <a:gd name="connsiteX11" fmla="*/ 1722428 w 3185468"/>
              <a:gd name="connsiteY11" fmla="*/ 2600960 h 3017520"/>
              <a:gd name="connsiteX12" fmla="*/ 1691948 w 3185468"/>
              <a:gd name="connsiteY12" fmla="*/ 2580640 h 3017520"/>
              <a:gd name="connsiteX13" fmla="*/ 1641148 w 3185468"/>
              <a:gd name="connsiteY13" fmla="*/ 2570480 h 3017520"/>
              <a:gd name="connsiteX14" fmla="*/ 1610668 w 3185468"/>
              <a:gd name="connsiteY14" fmla="*/ 2560320 h 3017520"/>
              <a:gd name="connsiteX15" fmla="*/ 1559868 w 3185468"/>
              <a:gd name="connsiteY15" fmla="*/ 2550160 h 3017520"/>
              <a:gd name="connsiteX16" fmla="*/ 1529388 w 3185468"/>
              <a:gd name="connsiteY16" fmla="*/ 2519680 h 3017520"/>
              <a:gd name="connsiteX17" fmla="*/ 1498908 w 3185468"/>
              <a:gd name="connsiteY17" fmla="*/ 2509520 h 3017520"/>
              <a:gd name="connsiteX18" fmla="*/ 1407468 w 3185468"/>
              <a:gd name="connsiteY18" fmla="*/ 2499360 h 3017520"/>
              <a:gd name="connsiteX19" fmla="*/ 1336348 w 3185468"/>
              <a:gd name="connsiteY19" fmla="*/ 2489200 h 3017520"/>
              <a:gd name="connsiteX20" fmla="*/ 1305868 w 3185468"/>
              <a:gd name="connsiteY20" fmla="*/ 2479040 h 3017520"/>
              <a:gd name="connsiteX21" fmla="*/ 1173788 w 3185468"/>
              <a:gd name="connsiteY21" fmla="*/ 2418080 h 3017520"/>
              <a:gd name="connsiteX22" fmla="*/ 1122988 w 3185468"/>
              <a:gd name="connsiteY22" fmla="*/ 2407920 h 3017520"/>
              <a:gd name="connsiteX23" fmla="*/ 1041708 w 3185468"/>
              <a:gd name="connsiteY23" fmla="*/ 2367280 h 3017520"/>
              <a:gd name="connsiteX24" fmla="*/ 980748 w 3185468"/>
              <a:gd name="connsiteY24" fmla="*/ 2336800 h 3017520"/>
              <a:gd name="connsiteX25" fmla="*/ 940108 w 3185468"/>
              <a:gd name="connsiteY25" fmla="*/ 2326640 h 3017520"/>
              <a:gd name="connsiteX26" fmla="*/ 879148 w 3185468"/>
              <a:gd name="connsiteY26" fmla="*/ 2306320 h 3017520"/>
              <a:gd name="connsiteX27" fmla="*/ 777548 w 3185468"/>
              <a:gd name="connsiteY27" fmla="*/ 2265680 h 3017520"/>
              <a:gd name="connsiteX28" fmla="*/ 696268 w 3185468"/>
              <a:gd name="connsiteY28" fmla="*/ 2194560 h 3017520"/>
              <a:gd name="connsiteX29" fmla="*/ 614988 w 3185468"/>
              <a:gd name="connsiteY29" fmla="*/ 2164080 h 3017520"/>
              <a:gd name="connsiteX30" fmla="*/ 584508 w 3185468"/>
              <a:gd name="connsiteY30" fmla="*/ 2143760 h 3017520"/>
              <a:gd name="connsiteX31" fmla="*/ 513388 w 3185468"/>
              <a:gd name="connsiteY31" fmla="*/ 2113280 h 3017520"/>
              <a:gd name="connsiteX32" fmla="*/ 432108 w 3185468"/>
              <a:gd name="connsiteY32" fmla="*/ 2082800 h 3017520"/>
              <a:gd name="connsiteX33" fmla="*/ 360988 w 3185468"/>
              <a:gd name="connsiteY33" fmla="*/ 2021840 h 3017520"/>
              <a:gd name="connsiteX34" fmla="*/ 218748 w 3185468"/>
              <a:gd name="connsiteY34" fmla="*/ 1899920 h 3017520"/>
              <a:gd name="connsiteX35" fmla="*/ 178108 w 3185468"/>
              <a:gd name="connsiteY35" fmla="*/ 1869440 h 3017520"/>
              <a:gd name="connsiteX36" fmla="*/ 157788 w 3185468"/>
              <a:gd name="connsiteY36" fmla="*/ 1838960 h 3017520"/>
              <a:gd name="connsiteX37" fmla="*/ 127308 w 3185468"/>
              <a:gd name="connsiteY37" fmla="*/ 1808480 h 3017520"/>
              <a:gd name="connsiteX38" fmla="*/ 106988 w 3185468"/>
              <a:gd name="connsiteY38" fmla="*/ 1778000 h 3017520"/>
              <a:gd name="connsiteX39" fmla="*/ 56188 w 3185468"/>
              <a:gd name="connsiteY39" fmla="*/ 1696720 h 3017520"/>
              <a:gd name="connsiteX40" fmla="*/ 35868 w 3185468"/>
              <a:gd name="connsiteY40" fmla="*/ 1574800 h 3017520"/>
              <a:gd name="connsiteX41" fmla="*/ 15548 w 3185468"/>
              <a:gd name="connsiteY41" fmla="*/ 1524000 h 3017520"/>
              <a:gd name="connsiteX42" fmla="*/ 15548 w 3185468"/>
              <a:gd name="connsiteY42" fmla="*/ 1087120 h 3017520"/>
              <a:gd name="connsiteX43" fmla="*/ 66348 w 3185468"/>
              <a:gd name="connsiteY43" fmla="*/ 985520 h 3017520"/>
              <a:gd name="connsiteX44" fmla="*/ 86668 w 3185468"/>
              <a:gd name="connsiteY44" fmla="*/ 955040 h 3017520"/>
              <a:gd name="connsiteX45" fmla="*/ 117148 w 3185468"/>
              <a:gd name="connsiteY45" fmla="*/ 863600 h 3017520"/>
              <a:gd name="connsiteX46" fmla="*/ 137468 w 3185468"/>
              <a:gd name="connsiteY46" fmla="*/ 833120 h 3017520"/>
              <a:gd name="connsiteX47" fmla="*/ 178108 w 3185468"/>
              <a:gd name="connsiteY47" fmla="*/ 741680 h 3017520"/>
              <a:gd name="connsiteX48" fmla="*/ 289868 w 3185468"/>
              <a:gd name="connsiteY48" fmla="*/ 619760 h 3017520"/>
              <a:gd name="connsiteX49" fmla="*/ 330508 w 3185468"/>
              <a:gd name="connsiteY49" fmla="*/ 558800 h 3017520"/>
              <a:gd name="connsiteX50" fmla="*/ 360988 w 3185468"/>
              <a:gd name="connsiteY50" fmla="*/ 528320 h 3017520"/>
              <a:gd name="connsiteX51" fmla="*/ 391468 w 3185468"/>
              <a:gd name="connsiteY51" fmla="*/ 477520 h 3017520"/>
              <a:gd name="connsiteX52" fmla="*/ 503228 w 3185468"/>
              <a:gd name="connsiteY52" fmla="*/ 396240 h 3017520"/>
              <a:gd name="connsiteX53" fmla="*/ 625148 w 3185468"/>
              <a:gd name="connsiteY53" fmla="*/ 284480 h 3017520"/>
              <a:gd name="connsiteX54" fmla="*/ 716588 w 3185468"/>
              <a:gd name="connsiteY54" fmla="*/ 203200 h 3017520"/>
              <a:gd name="connsiteX55" fmla="*/ 858828 w 3185468"/>
              <a:gd name="connsiteY55" fmla="*/ 142240 h 3017520"/>
              <a:gd name="connsiteX56" fmla="*/ 889308 w 3185468"/>
              <a:gd name="connsiteY56" fmla="*/ 121920 h 3017520"/>
              <a:gd name="connsiteX57" fmla="*/ 960428 w 3185468"/>
              <a:gd name="connsiteY57" fmla="*/ 101600 h 3017520"/>
              <a:gd name="connsiteX58" fmla="*/ 1011228 w 3185468"/>
              <a:gd name="connsiteY58" fmla="*/ 60960 h 3017520"/>
              <a:gd name="connsiteX59" fmla="*/ 1153468 w 3185468"/>
              <a:gd name="connsiteY59" fmla="*/ 50800 h 3017520"/>
              <a:gd name="connsiteX60" fmla="*/ 1244908 w 3185468"/>
              <a:gd name="connsiteY60" fmla="*/ 40640 h 3017520"/>
              <a:gd name="connsiteX61" fmla="*/ 1671628 w 3185468"/>
              <a:gd name="connsiteY61" fmla="*/ 20320 h 3017520"/>
              <a:gd name="connsiteX62" fmla="*/ 1854508 w 3185468"/>
              <a:gd name="connsiteY62" fmla="*/ 0 h 3017520"/>
              <a:gd name="connsiteX63" fmla="*/ 2494588 w 3185468"/>
              <a:gd name="connsiteY63" fmla="*/ 10160 h 3017520"/>
              <a:gd name="connsiteX64" fmla="*/ 2525068 w 3185468"/>
              <a:gd name="connsiteY64" fmla="*/ 40640 h 3017520"/>
              <a:gd name="connsiteX65" fmla="*/ 2586028 w 3185468"/>
              <a:gd name="connsiteY65" fmla="*/ 50800 h 3017520"/>
              <a:gd name="connsiteX66" fmla="*/ 2636828 w 3185468"/>
              <a:gd name="connsiteY66" fmla="*/ 60960 h 3017520"/>
              <a:gd name="connsiteX67" fmla="*/ 2718108 w 3185468"/>
              <a:gd name="connsiteY67" fmla="*/ 81280 h 3017520"/>
              <a:gd name="connsiteX68" fmla="*/ 2779068 w 3185468"/>
              <a:gd name="connsiteY68" fmla="*/ 121920 h 3017520"/>
              <a:gd name="connsiteX69" fmla="*/ 2819708 w 3185468"/>
              <a:gd name="connsiteY69" fmla="*/ 152400 h 3017520"/>
              <a:gd name="connsiteX70" fmla="*/ 2870508 w 3185468"/>
              <a:gd name="connsiteY70" fmla="*/ 172720 h 3017520"/>
              <a:gd name="connsiteX71" fmla="*/ 2961948 w 3185468"/>
              <a:gd name="connsiteY71" fmla="*/ 233680 h 3017520"/>
              <a:gd name="connsiteX72" fmla="*/ 3002588 w 3185468"/>
              <a:gd name="connsiteY72" fmla="*/ 254000 h 3017520"/>
              <a:gd name="connsiteX73" fmla="*/ 3063548 w 3185468"/>
              <a:gd name="connsiteY73" fmla="*/ 325120 h 3017520"/>
              <a:gd name="connsiteX74" fmla="*/ 3094028 w 3185468"/>
              <a:gd name="connsiteY74" fmla="*/ 355600 h 3017520"/>
              <a:gd name="connsiteX75" fmla="*/ 3114348 w 3185468"/>
              <a:gd name="connsiteY75" fmla="*/ 406400 h 3017520"/>
              <a:gd name="connsiteX76" fmla="*/ 3124508 w 3185468"/>
              <a:gd name="connsiteY76" fmla="*/ 467360 h 3017520"/>
              <a:gd name="connsiteX77" fmla="*/ 3154988 w 3185468"/>
              <a:gd name="connsiteY77" fmla="*/ 487680 h 3017520"/>
              <a:gd name="connsiteX78" fmla="*/ 3165148 w 3185468"/>
              <a:gd name="connsiteY78" fmla="*/ 538480 h 3017520"/>
              <a:gd name="connsiteX79" fmla="*/ 3175308 w 3185468"/>
              <a:gd name="connsiteY79" fmla="*/ 609600 h 3017520"/>
              <a:gd name="connsiteX80" fmla="*/ 3185468 w 3185468"/>
              <a:gd name="connsiteY80" fmla="*/ 640080 h 3017520"/>
              <a:gd name="connsiteX81" fmla="*/ 3175308 w 3185468"/>
              <a:gd name="connsiteY81" fmla="*/ 995680 h 3017520"/>
              <a:gd name="connsiteX82" fmla="*/ 3134668 w 3185468"/>
              <a:gd name="connsiteY82" fmla="*/ 1076960 h 3017520"/>
              <a:gd name="connsiteX83" fmla="*/ 3104188 w 3185468"/>
              <a:gd name="connsiteY83" fmla="*/ 1148080 h 3017520"/>
              <a:gd name="connsiteX84" fmla="*/ 3083868 w 3185468"/>
              <a:gd name="connsiteY84" fmla="*/ 1198880 h 3017520"/>
              <a:gd name="connsiteX85" fmla="*/ 3073708 w 3185468"/>
              <a:gd name="connsiteY85" fmla="*/ 1229360 h 3017520"/>
              <a:gd name="connsiteX86" fmla="*/ 3043228 w 3185468"/>
              <a:gd name="connsiteY86" fmla="*/ 1249680 h 3017520"/>
              <a:gd name="connsiteX87" fmla="*/ 3022908 w 3185468"/>
              <a:gd name="connsiteY87" fmla="*/ 1300480 h 3017520"/>
              <a:gd name="connsiteX88" fmla="*/ 3012748 w 3185468"/>
              <a:gd name="connsiteY88" fmla="*/ 1330960 h 3017520"/>
              <a:gd name="connsiteX89" fmla="*/ 2972108 w 3185468"/>
              <a:gd name="connsiteY89" fmla="*/ 1351280 h 3017520"/>
              <a:gd name="connsiteX90" fmla="*/ 2961948 w 3185468"/>
              <a:gd name="connsiteY90" fmla="*/ 1391920 h 3017520"/>
              <a:gd name="connsiteX91" fmla="*/ 2911148 w 3185468"/>
              <a:gd name="connsiteY91" fmla="*/ 1473200 h 3017520"/>
              <a:gd name="connsiteX92" fmla="*/ 2880668 w 3185468"/>
              <a:gd name="connsiteY92" fmla="*/ 1503680 h 3017520"/>
              <a:gd name="connsiteX93" fmla="*/ 2829868 w 3185468"/>
              <a:gd name="connsiteY93" fmla="*/ 1595120 h 3017520"/>
              <a:gd name="connsiteX94" fmla="*/ 2799388 w 3185468"/>
              <a:gd name="connsiteY94" fmla="*/ 1625600 h 3017520"/>
              <a:gd name="connsiteX95" fmla="*/ 2728268 w 3185468"/>
              <a:gd name="connsiteY95" fmla="*/ 1717040 h 3017520"/>
              <a:gd name="connsiteX96" fmla="*/ 2687628 w 3185468"/>
              <a:gd name="connsiteY96" fmla="*/ 1778000 h 3017520"/>
              <a:gd name="connsiteX97" fmla="*/ 2626668 w 3185468"/>
              <a:gd name="connsiteY97" fmla="*/ 1859280 h 3017520"/>
              <a:gd name="connsiteX98" fmla="*/ 2586028 w 3185468"/>
              <a:gd name="connsiteY98" fmla="*/ 1899920 h 3017520"/>
              <a:gd name="connsiteX99" fmla="*/ 2535228 w 3185468"/>
              <a:gd name="connsiteY99" fmla="*/ 1981200 h 3017520"/>
              <a:gd name="connsiteX100" fmla="*/ 2504748 w 3185468"/>
              <a:gd name="connsiteY100" fmla="*/ 2052320 h 3017520"/>
              <a:gd name="connsiteX101" fmla="*/ 2464108 w 3185468"/>
              <a:gd name="connsiteY101" fmla="*/ 2123440 h 3017520"/>
              <a:gd name="connsiteX102" fmla="*/ 2433628 w 3185468"/>
              <a:gd name="connsiteY102" fmla="*/ 2204720 h 3017520"/>
              <a:gd name="connsiteX103" fmla="*/ 2423468 w 3185468"/>
              <a:gd name="connsiteY103" fmla="*/ 2235200 h 3017520"/>
              <a:gd name="connsiteX104" fmla="*/ 2403148 w 3185468"/>
              <a:gd name="connsiteY104" fmla="*/ 2286000 h 3017520"/>
              <a:gd name="connsiteX105" fmla="*/ 2382828 w 3185468"/>
              <a:gd name="connsiteY105" fmla="*/ 2316480 h 3017520"/>
              <a:gd name="connsiteX106" fmla="*/ 2362508 w 3185468"/>
              <a:gd name="connsiteY106" fmla="*/ 2377440 h 3017520"/>
              <a:gd name="connsiteX107" fmla="*/ 2342188 w 3185468"/>
              <a:gd name="connsiteY107" fmla="*/ 2407920 h 3017520"/>
              <a:gd name="connsiteX108" fmla="*/ 2321868 w 3185468"/>
              <a:gd name="connsiteY108" fmla="*/ 2448560 h 3017520"/>
              <a:gd name="connsiteX109" fmla="*/ 2291388 w 3185468"/>
              <a:gd name="connsiteY109" fmla="*/ 2489200 h 3017520"/>
              <a:gd name="connsiteX110" fmla="*/ 2260908 w 3185468"/>
              <a:gd name="connsiteY110" fmla="*/ 2570480 h 3017520"/>
              <a:gd name="connsiteX111" fmla="*/ 2240588 w 3185468"/>
              <a:gd name="connsiteY111" fmla="*/ 2600960 h 3017520"/>
              <a:gd name="connsiteX112" fmla="*/ 2220268 w 3185468"/>
              <a:gd name="connsiteY112" fmla="*/ 2651760 h 3017520"/>
              <a:gd name="connsiteX113" fmla="*/ 2210108 w 3185468"/>
              <a:gd name="connsiteY113" fmla="*/ 2712720 h 3017520"/>
              <a:gd name="connsiteX114" fmla="*/ 2189788 w 3185468"/>
              <a:gd name="connsiteY114" fmla="*/ 2773680 h 3017520"/>
              <a:gd name="connsiteX115" fmla="*/ 2169468 w 3185468"/>
              <a:gd name="connsiteY115" fmla="*/ 2875280 h 3017520"/>
              <a:gd name="connsiteX116" fmla="*/ 2159308 w 3185468"/>
              <a:gd name="connsiteY116" fmla="*/ 2905760 h 3017520"/>
              <a:gd name="connsiteX117" fmla="*/ 2138988 w 3185468"/>
              <a:gd name="connsiteY117" fmla="*/ 2936240 h 3017520"/>
              <a:gd name="connsiteX118" fmla="*/ 2128828 w 3185468"/>
              <a:gd name="connsiteY118" fmla="*/ 299720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3185468" h="3017520">
                <a:moveTo>
                  <a:pt x="2189788" y="3017520"/>
                </a:moveTo>
                <a:cubicBezTo>
                  <a:pt x="2142925" y="2923795"/>
                  <a:pt x="2171910" y="2975463"/>
                  <a:pt x="2098348" y="2865120"/>
                </a:cubicBezTo>
                <a:cubicBezTo>
                  <a:pt x="2091575" y="2854960"/>
                  <a:pt x="2088188" y="2841413"/>
                  <a:pt x="2078028" y="2834640"/>
                </a:cubicBezTo>
                <a:lnTo>
                  <a:pt x="2047548" y="2814320"/>
                </a:lnTo>
                <a:cubicBezTo>
                  <a:pt x="2040775" y="2804160"/>
                  <a:pt x="2035862" y="2792474"/>
                  <a:pt x="2027228" y="2783840"/>
                </a:cubicBezTo>
                <a:cubicBezTo>
                  <a:pt x="2018594" y="2775206"/>
                  <a:pt x="2006684" y="2770617"/>
                  <a:pt x="1996748" y="2763520"/>
                </a:cubicBezTo>
                <a:cubicBezTo>
                  <a:pt x="1982969" y="2753678"/>
                  <a:pt x="1968965" y="2744060"/>
                  <a:pt x="1956108" y="2733040"/>
                </a:cubicBezTo>
                <a:cubicBezTo>
                  <a:pt x="1945199" y="2723689"/>
                  <a:pt x="1936666" y="2711758"/>
                  <a:pt x="1925628" y="2702560"/>
                </a:cubicBezTo>
                <a:cubicBezTo>
                  <a:pt x="1909550" y="2689161"/>
                  <a:pt x="1872576" y="2668695"/>
                  <a:pt x="1854508" y="2661920"/>
                </a:cubicBezTo>
                <a:cubicBezTo>
                  <a:pt x="1841433" y="2657017"/>
                  <a:pt x="1827415" y="2655147"/>
                  <a:pt x="1813868" y="2651760"/>
                </a:cubicBezTo>
                <a:cubicBezTo>
                  <a:pt x="1800321" y="2638213"/>
                  <a:pt x="1789975" y="2620424"/>
                  <a:pt x="1773228" y="2611120"/>
                </a:cubicBezTo>
                <a:cubicBezTo>
                  <a:pt x="1758132" y="2602734"/>
                  <a:pt x="1738597" y="2607023"/>
                  <a:pt x="1722428" y="2600960"/>
                </a:cubicBezTo>
                <a:cubicBezTo>
                  <a:pt x="1710995" y="2596673"/>
                  <a:pt x="1703381" y="2584927"/>
                  <a:pt x="1691948" y="2580640"/>
                </a:cubicBezTo>
                <a:cubicBezTo>
                  <a:pt x="1675779" y="2574577"/>
                  <a:pt x="1657901" y="2574668"/>
                  <a:pt x="1641148" y="2570480"/>
                </a:cubicBezTo>
                <a:cubicBezTo>
                  <a:pt x="1630758" y="2567883"/>
                  <a:pt x="1621058" y="2562917"/>
                  <a:pt x="1610668" y="2560320"/>
                </a:cubicBezTo>
                <a:cubicBezTo>
                  <a:pt x="1593915" y="2556132"/>
                  <a:pt x="1576801" y="2553547"/>
                  <a:pt x="1559868" y="2550160"/>
                </a:cubicBezTo>
                <a:cubicBezTo>
                  <a:pt x="1549708" y="2540000"/>
                  <a:pt x="1541343" y="2527650"/>
                  <a:pt x="1529388" y="2519680"/>
                </a:cubicBezTo>
                <a:cubicBezTo>
                  <a:pt x="1520477" y="2513739"/>
                  <a:pt x="1509472" y="2511281"/>
                  <a:pt x="1498908" y="2509520"/>
                </a:cubicBezTo>
                <a:cubicBezTo>
                  <a:pt x="1468658" y="2504478"/>
                  <a:pt x="1437899" y="2503164"/>
                  <a:pt x="1407468" y="2499360"/>
                </a:cubicBezTo>
                <a:cubicBezTo>
                  <a:pt x="1383706" y="2496390"/>
                  <a:pt x="1360055" y="2492587"/>
                  <a:pt x="1336348" y="2489200"/>
                </a:cubicBezTo>
                <a:cubicBezTo>
                  <a:pt x="1326188" y="2485813"/>
                  <a:pt x="1315618" y="2483472"/>
                  <a:pt x="1305868" y="2479040"/>
                </a:cubicBezTo>
                <a:cubicBezTo>
                  <a:pt x="1264393" y="2460188"/>
                  <a:pt x="1218926" y="2431621"/>
                  <a:pt x="1173788" y="2418080"/>
                </a:cubicBezTo>
                <a:cubicBezTo>
                  <a:pt x="1157248" y="2413118"/>
                  <a:pt x="1139921" y="2411307"/>
                  <a:pt x="1122988" y="2407920"/>
                </a:cubicBezTo>
                <a:cubicBezTo>
                  <a:pt x="1089360" y="2357477"/>
                  <a:pt x="1117887" y="2384209"/>
                  <a:pt x="1041708" y="2367280"/>
                </a:cubicBezTo>
                <a:cubicBezTo>
                  <a:pt x="982431" y="2354107"/>
                  <a:pt x="1039765" y="2362093"/>
                  <a:pt x="980748" y="2336800"/>
                </a:cubicBezTo>
                <a:cubicBezTo>
                  <a:pt x="967913" y="2331299"/>
                  <a:pt x="953483" y="2330652"/>
                  <a:pt x="940108" y="2326640"/>
                </a:cubicBezTo>
                <a:cubicBezTo>
                  <a:pt x="919592" y="2320485"/>
                  <a:pt x="899203" y="2313841"/>
                  <a:pt x="879148" y="2306320"/>
                </a:cubicBezTo>
                <a:cubicBezTo>
                  <a:pt x="844995" y="2293513"/>
                  <a:pt x="777548" y="2265680"/>
                  <a:pt x="777548" y="2265680"/>
                </a:cubicBezTo>
                <a:cubicBezTo>
                  <a:pt x="755021" y="2243153"/>
                  <a:pt x="723143" y="2209031"/>
                  <a:pt x="696268" y="2194560"/>
                </a:cubicBezTo>
                <a:cubicBezTo>
                  <a:pt x="670791" y="2180842"/>
                  <a:pt x="641330" y="2176054"/>
                  <a:pt x="614988" y="2164080"/>
                </a:cubicBezTo>
                <a:cubicBezTo>
                  <a:pt x="603872" y="2159027"/>
                  <a:pt x="595110" y="2149818"/>
                  <a:pt x="584508" y="2143760"/>
                </a:cubicBezTo>
                <a:cubicBezTo>
                  <a:pt x="517115" y="2105250"/>
                  <a:pt x="570380" y="2137705"/>
                  <a:pt x="513388" y="2113280"/>
                </a:cubicBezTo>
                <a:cubicBezTo>
                  <a:pt x="439007" y="2081402"/>
                  <a:pt x="507035" y="2101532"/>
                  <a:pt x="432108" y="2082800"/>
                </a:cubicBezTo>
                <a:cubicBezTo>
                  <a:pt x="392859" y="2004302"/>
                  <a:pt x="438823" y="2073730"/>
                  <a:pt x="360988" y="2021840"/>
                </a:cubicBezTo>
                <a:cubicBezTo>
                  <a:pt x="222169" y="1929294"/>
                  <a:pt x="299888" y="1970918"/>
                  <a:pt x="218748" y="1899920"/>
                </a:cubicBezTo>
                <a:cubicBezTo>
                  <a:pt x="206004" y="1888769"/>
                  <a:pt x="190082" y="1881414"/>
                  <a:pt x="178108" y="1869440"/>
                </a:cubicBezTo>
                <a:cubicBezTo>
                  <a:pt x="169474" y="1860806"/>
                  <a:pt x="165605" y="1848341"/>
                  <a:pt x="157788" y="1838960"/>
                </a:cubicBezTo>
                <a:cubicBezTo>
                  <a:pt x="148590" y="1827922"/>
                  <a:pt x="136506" y="1819518"/>
                  <a:pt x="127308" y="1808480"/>
                </a:cubicBezTo>
                <a:cubicBezTo>
                  <a:pt x="119491" y="1799099"/>
                  <a:pt x="114085" y="1787936"/>
                  <a:pt x="106988" y="1778000"/>
                </a:cubicBezTo>
                <a:cubicBezTo>
                  <a:pt x="81751" y="1742669"/>
                  <a:pt x="71263" y="1736920"/>
                  <a:pt x="56188" y="1696720"/>
                </a:cubicBezTo>
                <a:cubicBezTo>
                  <a:pt x="39452" y="1652090"/>
                  <a:pt x="47670" y="1625941"/>
                  <a:pt x="35868" y="1574800"/>
                </a:cubicBezTo>
                <a:cubicBezTo>
                  <a:pt x="31767" y="1557029"/>
                  <a:pt x="22321" y="1540933"/>
                  <a:pt x="15548" y="1524000"/>
                </a:cubicBezTo>
                <a:cubicBezTo>
                  <a:pt x="-4608" y="1342594"/>
                  <a:pt x="-5750" y="1371089"/>
                  <a:pt x="15548" y="1087120"/>
                </a:cubicBezTo>
                <a:cubicBezTo>
                  <a:pt x="19297" y="1037138"/>
                  <a:pt x="40351" y="1021916"/>
                  <a:pt x="66348" y="985520"/>
                </a:cubicBezTo>
                <a:cubicBezTo>
                  <a:pt x="73445" y="975584"/>
                  <a:pt x="81972" y="966312"/>
                  <a:pt x="86668" y="955040"/>
                </a:cubicBezTo>
                <a:cubicBezTo>
                  <a:pt x="99025" y="925383"/>
                  <a:pt x="99326" y="890333"/>
                  <a:pt x="117148" y="863600"/>
                </a:cubicBezTo>
                <a:cubicBezTo>
                  <a:pt x="123921" y="853440"/>
                  <a:pt x="132007" y="844042"/>
                  <a:pt x="137468" y="833120"/>
                </a:cubicBezTo>
                <a:cubicBezTo>
                  <a:pt x="190219" y="727619"/>
                  <a:pt x="67730" y="925643"/>
                  <a:pt x="178108" y="741680"/>
                </a:cubicBezTo>
                <a:cubicBezTo>
                  <a:pt x="248277" y="624732"/>
                  <a:pt x="158828" y="816319"/>
                  <a:pt x="289868" y="619760"/>
                </a:cubicBezTo>
                <a:cubicBezTo>
                  <a:pt x="303415" y="599440"/>
                  <a:pt x="313239" y="576069"/>
                  <a:pt x="330508" y="558800"/>
                </a:cubicBezTo>
                <a:cubicBezTo>
                  <a:pt x="340668" y="548640"/>
                  <a:pt x="352367" y="539815"/>
                  <a:pt x="360988" y="528320"/>
                </a:cubicBezTo>
                <a:cubicBezTo>
                  <a:pt x="372836" y="512522"/>
                  <a:pt x="376997" y="490957"/>
                  <a:pt x="391468" y="477520"/>
                </a:cubicBezTo>
                <a:cubicBezTo>
                  <a:pt x="425223" y="446176"/>
                  <a:pt x="474452" y="432210"/>
                  <a:pt x="503228" y="396240"/>
                </a:cubicBezTo>
                <a:cubicBezTo>
                  <a:pt x="628177" y="240054"/>
                  <a:pt x="427892" y="481736"/>
                  <a:pt x="625148" y="284480"/>
                </a:cubicBezTo>
                <a:cubicBezTo>
                  <a:pt x="652074" y="257554"/>
                  <a:pt x="683708" y="222928"/>
                  <a:pt x="716588" y="203200"/>
                </a:cubicBezTo>
                <a:cubicBezTo>
                  <a:pt x="798080" y="154305"/>
                  <a:pt x="793476" y="158578"/>
                  <a:pt x="858828" y="142240"/>
                </a:cubicBezTo>
                <a:cubicBezTo>
                  <a:pt x="868988" y="135467"/>
                  <a:pt x="878386" y="127381"/>
                  <a:pt x="889308" y="121920"/>
                </a:cubicBezTo>
                <a:cubicBezTo>
                  <a:pt x="903884" y="114632"/>
                  <a:pt x="947407" y="104855"/>
                  <a:pt x="960428" y="101600"/>
                </a:cubicBezTo>
                <a:cubicBezTo>
                  <a:pt x="977361" y="88053"/>
                  <a:pt x="990257" y="66479"/>
                  <a:pt x="1011228" y="60960"/>
                </a:cubicBezTo>
                <a:cubicBezTo>
                  <a:pt x="1057197" y="48863"/>
                  <a:pt x="1106113" y="54918"/>
                  <a:pt x="1153468" y="50800"/>
                </a:cubicBezTo>
                <a:cubicBezTo>
                  <a:pt x="1184020" y="48143"/>
                  <a:pt x="1214293" y="42441"/>
                  <a:pt x="1244908" y="40640"/>
                </a:cubicBezTo>
                <a:cubicBezTo>
                  <a:pt x="1387063" y="32278"/>
                  <a:pt x="1529388" y="27093"/>
                  <a:pt x="1671628" y="20320"/>
                </a:cubicBezTo>
                <a:cubicBezTo>
                  <a:pt x="1724533" y="12762"/>
                  <a:pt x="1805196" y="0"/>
                  <a:pt x="1854508" y="0"/>
                </a:cubicBezTo>
                <a:cubicBezTo>
                  <a:pt x="2067895" y="0"/>
                  <a:pt x="2281228" y="6773"/>
                  <a:pt x="2494588" y="10160"/>
                </a:cubicBezTo>
                <a:cubicBezTo>
                  <a:pt x="2504748" y="20320"/>
                  <a:pt x="2511938" y="34804"/>
                  <a:pt x="2525068" y="40640"/>
                </a:cubicBezTo>
                <a:cubicBezTo>
                  <a:pt x="2543893" y="49007"/>
                  <a:pt x="2565760" y="47115"/>
                  <a:pt x="2586028" y="50800"/>
                </a:cubicBezTo>
                <a:cubicBezTo>
                  <a:pt x="2603018" y="53889"/>
                  <a:pt x="2620002" y="57077"/>
                  <a:pt x="2636828" y="60960"/>
                </a:cubicBezTo>
                <a:cubicBezTo>
                  <a:pt x="2664040" y="67240"/>
                  <a:pt x="2718108" y="81280"/>
                  <a:pt x="2718108" y="81280"/>
                </a:cubicBezTo>
                <a:cubicBezTo>
                  <a:pt x="2757648" y="140590"/>
                  <a:pt x="2713460" y="89116"/>
                  <a:pt x="2779068" y="121920"/>
                </a:cubicBezTo>
                <a:cubicBezTo>
                  <a:pt x="2794214" y="129493"/>
                  <a:pt x="2804906" y="144176"/>
                  <a:pt x="2819708" y="152400"/>
                </a:cubicBezTo>
                <a:cubicBezTo>
                  <a:pt x="2835651" y="161257"/>
                  <a:pt x="2854196" y="164564"/>
                  <a:pt x="2870508" y="172720"/>
                </a:cubicBezTo>
                <a:cubicBezTo>
                  <a:pt x="2949389" y="212161"/>
                  <a:pt x="2893881" y="191138"/>
                  <a:pt x="2961948" y="233680"/>
                </a:cubicBezTo>
                <a:cubicBezTo>
                  <a:pt x="2974791" y="241707"/>
                  <a:pt x="2990471" y="244913"/>
                  <a:pt x="3002588" y="254000"/>
                </a:cubicBezTo>
                <a:cubicBezTo>
                  <a:pt x="3056857" y="294702"/>
                  <a:pt x="3029418" y="284164"/>
                  <a:pt x="3063548" y="325120"/>
                </a:cubicBezTo>
                <a:cubicBezTo>
                  <a:pt x="3072746" y="336158"/>
                  <a:pt x="3083868" y="345440"/>
                  <a:pt x="3094028" y="355600"/>
                </a:cubicBezTo>
                <a:cubicBezTo>
                  <a:pt x="3100801" y="372533"/>
                  <a:pt x="3109549" y="388805"/>
                  <a:pt x="3114348" y="406400"/>
                </a:cubicBezTo>
                <a:cubicBezTo>
                  <a:pt x="3119768" y="426274"/>
                  <a:pt x="3115295" y="448935"/>
                  <a:pt x="3124508" y="467360"/>
                </a:cubicBezTo>
                <a:cubicBezTo>
                  <a:pt x="3129969" y="478282"/>
                  <a:pt x="3144828" y="480907"/>
                  <a:pt x="3154988" y="487680"/>
                </a:cubicBezTo>
                <a:cubicBezTo>
                  <a:pt x="3158375" y="504613"/>
                  <a:pt x="3162309" y="521446"/>
                  <a:pt x="3165148" y="538480"/>
                </a:cubicBezTo>
                <a:cubicBezTo>
                  <a:pt x="3169085" y="562102"/>
                  <a:pt x="3170612" y="586118"/>
                  <a:pt x="3175308" y="609600"/>
                </a:cubicBezTo>
                <a:cubicBezTo>
                  <a:pt x="3177408" y="620102"/>
                  <a:pt x="3182081" y="629920"/>
                  <a:pt x="3185468" y="640080"/>
                </a:cubicBezTo>
                <a:cubicBezTo>
                  <a:pt x="3182081" y="758613"/>
                  <a:pt x="3189004" y="877892"/>
                  <a:pt x="3175308" y="995680"/>
                </a:cubicBezTo>
                <a:cubicBezTo>
                  <a:pt x="3171809" y="1025769"/>
                  <a:pt x="3142015" y="1047573"/>
                  <a:pt x="3134668" y="1076960"/>
                </a:cubicBezTo>
                <a:cubicBezTo>
                  <a:pt x="3113523" y="1161540"/>
                  <a:pt x="3139270" y="1077916"/>
                  <a:pt x="3104188" y="1148080"/>
                </a:cubicBezTo>
                <a:cubicBezTo>
                  <a:pt x="3096032" y="1164392"/>
                  <a:pt x="3090272" y="1181803"/>
                  <a:pt x="3083868" y="1198880"/>
                </a:cubicBezTo>
                <a:cubicBezTo>
                  <a:pt x="3080108" y="1208908"/>
                  <a:pt x="3080398" y="1220997"/>
                  <a:pt x="3073708" y="1229360"/>
                </a:cubicBezTo>
                <a:cubicBezTo>
                  <a:pt x="3066080" y="1238895"/>
                  <a:pt x="3053388" y="1242907"/>
                  <a:pt x="3043228" y="1249680"/>
                </a:cubicBezTo>
                <a:cubicBezTo>
                  <a:pt x="3036455" y="1266613"/>
                  <a:pt x="3029312" y="1283403"/>
                  <a:pt x="3022908" y="1300480"/>
                </a:cubicBezTo>
                <a:cubicBezTo>
                  <a:pt x="3019148" y="1310508"/>
                  <a:pt x="3020321" y="1323387"/>
                  <a:pt x="3012748" y="1330960"/>
                </a:cubicBezTo>
                <a:cubicBezTo>
                  <a:pt x="3002038" y="1341670"/>
                  <a:pt x="2985655" y="1344507"/>
                  <a:pt x="2972108" y="1351280"/>
                </a:cubicBezTo>
                <a:cubicBezTo>
                  <a:pt x="2968721" y="1364827"/>
                  <a:pt x="2967619" y="1379160"/>
                  <a:pt x="2961948" y="1391920"/>
                </a:cubicBezTo>
                <a:cubicBezTo>
                  <a:pt x="2960060" y="1396169"/>
                  <a:pt x="2920858" y="1461548"/>
                  <a:pt x="2911148" y="1473200"/>
                </a:cubicBezTo>
                <a:cubicBezTo>
                  <a:pt x="2901950" y="1484238"/>
                  <a:pt x="2890828" y="1493520"/>
                  <a:pt x="2880668" y="1503680"/>
                </a:cubicBezTo>
                <a:cubicBezTo>
                  <a:pt x="2867892" y="1542008"/>
                  <a:pt x="2864803" y="1560185"/>
                  <a:pt x="2829868" y="1595120"/>
                </a:cubicBezTo>
                <a:cubicBezTo>
                  <a:pt x="2819708" y="1605280"/>
                  <a:pt x="2808209" y="1614258"/>
                  <a:pt x="2799388" y="1625600"/>
                </a:cubicBezTo>
                <a:cubicBezTo>
                  <a:pt x="2714320" y="1734973"/>
                  <a:pt x="2797466" y="1647842"/>
                  <a:pt x="2728268" y="1717040"/>
                </a:cubicBezTo>
                <a:cubicBezTo>
                  <a:pt x="2710019" y="1771787"/>
                  <a:pt x="2730437" y="1725677"/>
                  <a:pt x="2687628" y="1778000"/>
                </a:cubicBezTo>
                <a:cubicBezTo>
                  <a:pt x="2666182" y="1804211"/>
                  <a:pt x="2650615" y="1835333"/>
                  <a:pt x="2626668" y="1859280"/>
                </a:cubicBezTo>
                <a:cubicBezTo>
                  <a:pt x="2613121" y="1872827"/>
                  <a:pt x="2598496" y="1885374"/>
                  <a:pt x="2586028" y="1899920"/>
                </a:cubicBezTo>
                <a:cubicBezTo>
                  <a:pt x="2575603" y="1912082"/>
                  <a:pt x="2538273" y="1976126"/>
                  <a:pt x="2535228" y="1981200"/>
                </a:cubicBezTo>
                <a:cubicBezTo>
                  <a:pt x="2514083" y="2065780"/>
                  <a:pt x="2539830" y="1982156"/>
                  <a:pt x="2504748" y="2052320"/>
                </a:cubicBezTo>
                <a:cubicBezTo>
                  <a:pt x="2465961" y="2129894"/>
                  <a:pt x="2537810" y="2025170"/>
                  <a:pt x="2464108" y="2123440"/>
                </a:cubicBezTo>
                <a:cubicBezTo>
                  <a:pt x="2444506" y="2221450"/>
                  <a:pt x="2468510" y="2134956"/>
                  <a:pt x="2433628" y="2204720"/>
                </a:cubicBezTo>
                <a:cubicBezTo>
                  <a:pt x="2428839" y="2214299"/>
                  <a:pt x="2427228" y="2225172"/>
                  <a:pt x="2423468" y="2235200"/>
                </a:cubicBezTo>
                <a:cubicBezTo>
                  <a:pt x="2417064" y="2252277"/>
                  <a:pt x="2411304" y="2269688"/>
                  <a:pt x="2403148" y="2286000"/>
                </a:cubicBezTo>
                <a:cubicBezTo>
                  <a:pt x="2397687" y="2296922"/>
                  <a:pt x="2387787" y="2305322"/>
                  <a:pt x="2382828" y="2316480"/>
                </a:cubicBezTo>
                <a:cubicBezTo>
                  <a:pt x="2374129" y="2336053"/>
                  <a:pt x="2374389" y="2359618"/>
                  <a:pt x="2362508" y="2377440"/>
                </a:cubicBezTo>
                <a:cubicBezTo>
                  <a:pt x="2355735" y="2387600"/>
                  <a:pt x="2348246" y="2397318"/>
                  <a:pt x="2342188" y="2407920"/>
                </a:cubicBezTo>
                <a:cubicBezTo>
                  <a:pt x="2334674" y="2421070"/>
                  <a:pt x="2329895" y="2435717"/>
                  <a:pt x="2321868" y="2448560"/>
                </a:cubicBezTo>
                <a:cubicBezTo>
                  <a:pt x="2312893" y="2462919"/>
                  <a:pt x="2299612" y="2474398"/>
                  <a:pt x="2291388" y="2489200"/>
                </a:cubicBezTo>
                <a:cubicBezTo>
                  <a:pt x="2216516" y="2623970"/>
                  <a:pt x="2306534" y="2479228"/>
                  <a:pt x="2260908" y="2570480"/>
                </a:cubicBezTo>
                <a:cubicBezTo>
                  <a:pt x="2255447" y="2581402"/>
                  <a:pt x="2246049" y="2590038"/>
                  <a:pt x="2240588" y="2600960"/>
                </a:cubicBezTo>
                <a:cubicBezTo>
                  <a:pt x="2232432" y="2617272"/>
                  <a:pt x="2227041" y="2634827"/>
                  <a:pt x="2220268" y="2651760"/>
                </a:cubicBezTo>
                <a:cubicBezTo>
                  <a:pt x="2216881" y="2672080"/>
                  <a:pt x="2215104" y="2692735"/>
                  <a:pt x="2210108" y="2712720"/>
                </a:cubicBezTo>
                <a:cubicBezTo>
                  <a:pt x="2204913" y="2733500"/>
                  <a:pt x="2193989" y="2752677"/>
                  <a:pt x="2189788" y="2773680"/>
                </a:cubicBezTo>
                <a:cubicBezTo>
                  <a:pt x="2183015" y="2807547"/>
                  <a:pt x="2180390" y="2842515"/>
                  <a:pt x="2169468" y="2875280"/>
                </a:cubicBezTo>
                <a:cubicBezTo>
                  <a:pt x="2166081" y="2885440"/>
                  <a:pt x="2164097" y="2896181"/>
                  <a:pt x="2159308" y="2905760"/>
                </a:cubicBezTo>
                <a:cubicBezTo>
                  <a:pt x="2153847" y="2916682"/>
                  <a:pt x="2145761" y="2926080"/>
                  <a:pt x="2138988" y="2936240"/>
                </a:cubicBezTo>
                <a:cubicBezTo>
                  <a:pt x="2128164" y="2990361"/>
                  <a:pt x="2128828" y="2969771"/>
                  <a:pt x="2128828" y="2997200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手繪多邊形 44">
            <a:extLst>
              <a:ext uri="{FF2B5EF4-FFF2-40B4-BE49-F238E27FC236}">
                <a16:creationId xmlns:a16="http://schemas.microsoft.com/office/drawing/2014/main" xmlns="" id="{E3394DF5-2929-7E46-9D80-85F39A1D06B0}"/>
              </a:ext>
            </a:extLst>
          </p:cNvPr>
          <p:cNvSpPr/>
          <p:nvPr/>
        </p:nvSpPr>
        <p:spPr>
          <a:xfrm rot="1837386">
            <a:off x="7475124" y="2374386"/>
            <a:ext cx="3471241" cy="3264286"/>
          </a:xfrm>
          <a:custGeom>
            <a:avLst/>
            <a:gdLst>
              <a:gd name="connsiteX0" fmla="*/ 1778000 w 3200400"/>
              <a:gd name="connsiteY0" fmla="*/ 2997200 h 2997200"/>
              <a:gd name="connsiteX1" fmla="*/ 1767840 w 3200400"/>
              <a:gd name="connsiteY1" fmla="*/ 2926080 h 2997200"/>
              <a:gd name="connsiteX2" fmla="*/ 1757680 w 3200400"/>
              <a:gd name="connsiteY2" fmla="*/ 2895600 h 2997200"/>
              <a:gd name="connsiteX3" fmla="*/ 1737360 w 3200400"/>
              <a:gd name="connsiteY3" fmla="*/ 2824480 h 2997200"/>
              <a:gd name="connsiteX4" fmla="*/ 1717040 w 3200400"/>
              <a:gd name="connsiteY4" fmla="*/ 2753360 h 2997200"/>
              <a:gd name="connsiteX5" fmla="*/ 1696720 w 3200400"/>
              <a:gd name="connsiteY5" fmla="*/ 2722880 h 2997200"/>
              <a:gd name="connsiteX6" fmla="*/ 1686560 w 3200400"/>
              <a:gd name="connsiteY6" fmla="*/ 2682240 h 2997200"/>
              <a:gd name="connsiteX7" fmla="*/ 1666240 w 3200400"/>
              <a:gd name="connsiteY7" fmla="*/ 2651760 h 2997200"/>
              <a:gd name="connsiteX8" fmla="*/ 1605280 w 3200400"/>
              <a:gd name="connsiteY8" fmla="*/ 2580640 h 2997200"/>
              <a:gd name="connsiteX9" fmla="*/ 1574800 w 3200400"/>
              <a:gd name="connsiteY9" fmla="*/ 2560320 h 2997200"/>
              <a:gd name="connsiteX10" fmla="*/ 1554480 w 3200400"/>
              <a:gd name="connsiteY10" fmla="*/ 2519680 h 2997200"/>
              <a:gd name="connsiteX11" fmla="*/ 1463040 w 3200400"/>
              <a:gd name="connsiteY11" fmla="*/ 2458720 h 2997200"/>
              <a:gd name="connsiteX12" fmla="*/ 1402080 w 3200400"/>
              <a:gd name="connsiteY12" fmla="*/ 2418080 h 2997200"/>
              <a:gd name="connsiteX13" fmla="*/ 1320800 w 3200400"/>
              <a:gd name="connsiteY13" fmla="*/ 2377440 h 2997200"/>
              <a:gd name="connsiteX14" fmla="*/ 1198880 w 3200400"/>
              <a:gd name="connsiteY14" fmla="*/ 2296160 h 2997200"/>
              <a:gd name="connsiteX15" fmla="*/ 1148080 w 3200400"/>
              <a:gd name="connsiteY15" fmla="*/ 2286000 h 2997200"/>
              <a:gd name="connsiteX16" fmla="*/ 1087120 w 3200400"/>
              <a:gd name="connsiteY16" fmla="*/ 2245360 h 2997200"/>
              <a:gd name="connsiteX17" fmla="*/ 1005840 w 3200400"/>
              <a:gd name="connsiteY17" fmla="*/ 2184400 h 2997200"/>
              <a:gd name="connsiteX18" fmla="*/ 944880 w 3200400"/>
              <a:gd name="connsiteY18" fmla="*/ 2153920 h 2997200"/>
              <a:gd name="connsiteX19" fmla="*/ 853440 w 3200400"/>
              <a:gd name="connsiteY19" fmla="*/ 2103120 h 2997200"/>
              <a:gd name="connsiteX20" fmla="*/ 772160 w 3200400"/>
              <a:gd name="connsiteY20" fmla="*/ 2062480 h 2997200"/>
              <a:gd name="connsiteX21" fmla="*/ 701040 w 3200400"/>
              <a:gd name="connsiteY21" fmla="*/ 2021840 h 2997200"/>
              <a:gd name="connsiteX22" fmla="*/ 650240 w 3200400"/>
              <a:gd name="connsiteY22" fmla="*/ 1991360 h 2997200"/>
              <a:gd name="connsiteX23" fmla="*/ 619760 w 3200400"/>
              <a:gd name="connsiteY23" fmla="*/ 1981200 h 2997200"/>
              <a:gd name="connsiteX24" fmla="*/ 579120 w 3200400"/>
              <a:gd name="connsiteY24" fmla="*/ 1960880 h 2997200"/>
              <a:gd name="connsiteX25" fmla="*/ 548640 w 3200400"/>
              <a:gd name="connsiteY25" fmla="*/ 1950720 h 2997200"/>
              <a:gd name="connsiteX26" fmla="*/ 487680 w 3200400"/>
              <a:gd name="connsiteY26" fmla="*/ 1920240 h 2997200"/>
              <a:gd name="connsiteX27" fmla="*/ 457200 w 3200400"/>
              <a:gd name="connsiteY27" fmla="*/ 1910080 h 2997200"/>
              <a:gd name="connsiteX28" fmla="*/ 396240 w 3200400"/>
              <a:gd name="connsiteY28" fmla="*/ 1879600 h 2997200"/>
              <a:gd name="connsiteX29" fmla="*/ 314960 w 3200400"/>
              <a:gd name="connsiteY29" fmla="*/ 1818640 h 2997200"/>
              <a:gd name="connsiteX30" fmla="*/ 254000 w 3200400"/>
              <a:gd name="connsiteY30" fmla="*/ 1788160 h 2997200"/>
              <a:gd name="connsiteX31" fmla="*/ 223520 w 3200400"/>
              <a:gd name="connsiteY31" fmla="*/ 1747520 h 2997200"/>
              <a:gd name="connsiteX32" fmla="*/ 162560 w 3200400"/>
              <a:gd name="connsiteY32" fmla="*/ 1686560 h 2997200"/>
              <a:gd name="connsiteX33" fmla="*/ 152400 w 3200400"/>
              <a:gd name="connsiteY33" fmla="*/ 1645920 h 2997200"/>
              <a:gd name="connsiteX34" fmla="*/ 132080 w 3200400"/>
              <a:gd name="connsiteY34" fmla="*/ 1615440 h 2997200"/>
              <a:gd name="connsiteX35" fmla="*/ 121920 w 3200400"/>
              <a:gd name="connsiteY35" fmla="*/ 1534160 h 2997200"/>
              <a:gd name="connsiteX36" fmla="*/ 101600 w 3200400"/>
              <a:gd name="connsiteY36" fmla="*/ 1463040 h 2997200"/>
              <a:gd name="connsiteX37" fmla="*/ 71120 w 3200400"/>
              <a:gd name="connsiteY37" fmla="*/ 1371600 h 2997200"/>
              <a:gd name="connsiteX38" fmla="*/ 50800 w 3200400"/>
              <a:gd name="connsiteY38" fmla="*/ 1270000 h 2997200"/>
              <a:gd name="connsiteX39" fmla="*/ 30480 w 3200400"/>
              <a:gd name="connsiteY39" fmla="*/ 1178560 h 2997200"/>
              <a:gd name="connsiteX40" fmla="*/ 0 w 3200400"/>
              <a:gd name="connsiteY40" fmla="*/ 985520 h 2997200"/>
              <a:gd name="connsiteX41" fmla="*/ 20320 w 3200400"/>
              <a:gd name="connsiteY41" fmla="*/ 802640 h 2997200"/>
              <a:gd name="connsiteX42" fmla="*/ 50800 w 3200400"/>
              <a:gd name="connsiteY42" fmla="*/ 782320 h 2997200"/>
              <a:gd name="connsiteX43" fmla="*/ 81280 w 3200400"/>
              <a:gd name="connsiteY43" fmla="*/ 690880 h 2997200"/>
              <a:gd name="connsiteX44" fmla="*/ 152400 w 3200400"/>
              <a:gd name="connsiteY44" fmla="*/ 579120 h 2997200"/>
              <a:gd name="connsiteX45" fmla="*/ 193040 w 3200400"/>
              <a:gd name="connsiteY45" fmla="*/ 548640 h 2997200"/>
              <a:gd name="connsiteX46" fmla="*/ 213360 w 3200400"/>
              <a:gd name="connsiteY46" fmla="*/ 487680 h 2997200"/>
              <a:gd name="connsiteX47" fmla="*/ 254000 w 3200400"/>
              <a:gd name="connsiteY47" fmla="*/ 416560 h 2997200"/>
              <a:gd name="connsiteX48" fmla="*/ 284480 w 3200400"/>
              <a:gd name="connsiteY48" fmla="*/ 375920 h 2997200"/>
              <a:gd name="connsiteX49" fmla="*/ 314960 w 3200400"/>
              <a:gd name="connsiteY49" fmla="*/ 355600 h 2997200"/>
              <a:gd name="connsiteX50" fmla="*/ 335280 w 3200400"/>
              <a:gd name="connsiteY50" fmla="*/ 325120 h 2997200"/>
              <a:gd name="connsiteX51" fmla="*/ 467360 w 3200400"/>
              <a:gd name="connsiteY51" fmla="*/ 243840 h 2997200"/>
              <a:gd name="connsiteX52" fmla="*/ 508000 w 3200400"/>
              <a:gd name="connsiteY52" fmla="*/ 233680 h 2997200"/>
              <a:gd name="connsiteX53" fmla="*/ 589280 w 3200400"/>
              <a:gd name="connsiteY53" fmla="*/ 193040 h 2997200"/>
              <a:gd name="connsiteX54" fmla="*/ 640080 w 3200400"/>
              <a:gd name="connsiteY54" fmla="*/ 152400 h 2997200"/>
              <a:gd name="connsiteX55" fmla="*/ 670560 w 3200400"/>
              <a:gd name="connsiteY55" fmla="*/ 142240 h 2997200"/>
              <a:gd name="connsiteX56" fmla="*/ 711200 w 3200400"/>
              <a:gd name="connsiteY56" fmla="*/ 121920 h 2997200"/>
              <a:gd name="connsiteX57" fmla="*/ 762000 w 3200400"/>
              <a:gd name="connsiteY57" fmla="*/ 101600 h 2997200"/>
              <a:gd name="connsiteX58" fmla="*/ 853440 w 3200400"/>
              <a:gd name="connsiteY58" fmla="*/ 71120 h 2997200"/>
              <a:gd name="connsiteX59" fmla="*/ 904240 w 3200400"/>
              <a:gd name="connsiteY59" fmla="*/ 50800 h 2997200"/>
              <a:gd name="connsiteX60" fmla="*/ 1005840 w 3200400"/>
              <a:gd name="connsiteY60" fmla="*/ 40640 h 2997200"/>
              <a:gd name="connsiteX61" fmla="*/ 1056640 w 3200400"/>
              <a:gd name="connsiteY61" fmla="*/ 20320 h 2997200"/>
              <a:gd name="connsiteX62" fmla="*/ 1137920 w 3200400"/>
              <a:gd name="connsiteY62" fmla="*/ 0 h 2997200"/>
              <a:gd name="connsiteX63" fmla="*/ 2458720 w 3200400"/>
              <a:gd name="connsiteY63" fmla="*/ 20320 h 2997200"/>
              <a:gd name="connsiteX64" fmla="*/ 2550160 w 3200400"/>
              <a:gd name="connsiteY64" fmla="*/ 40640 h 2997200"/>
              <a:gd name="connsiteX65" fmla="*/ 2611120 w 3200400"/>
              <a:gd name="connsiteY65" fmla="*/ 60960 h 2997200"/>
              <a:gd name="connsiteX66" fmla="*/ 2661920 w 3200400"/>
              <a:gd name="connsiteY66" fmla="*/ 71120 h 2997200"/>
              <a:gd name="connsiteX67" fmla="*/ 2702560 w 3200400"/>
              <a:gd name="connsiteY67" fmla="*/ 101600 h 2997200"/>
              <a:gd name="connsiteX68" fmla="*/ 2733040 w 3200400"/>
              <a:gd name="connsiteY68" fmla="*/ 111760 h 2997200"/>
              <a:gd name="connsiteX69" fmla="*/ 2824480 w 3200400"/>
              <a:gd name="connsiteY69" fmla="*/ 142240 h 2997200"/>
              <a:gd name="connsiteX70" fmla="*/ 2905760 w 3200400"/>
              <a:gd name="connsiteY70" fmla="*/ 213360 h 2997200"/>
              <a:gd name="connsiteX71" fmla="*/ 2956560 w 3200400"/>
              <a:gd name="connsiteY71" fmla="*/ 243840 h 2997200"/>
              <a:gd name="connsiteX72" fmla="*/ 2987040 w 3200400"/>
              <a:gd name="connsiteY72" fmla="*/ 274320 h 2997200"/>
              <a:gd name="connsiteX73" fmla="*/ 3027680 w 3200400"/>
              <a:gd name="connsiteY73" fmla="*/ 304800 h 2997200"/>
              <a:gd name="connsiteX74" fmla="*/ 3088640 w 3200400"/>
              <a:gd name="connsiteY74" fmla="*/ 416560 h 2997200"/>
              <a:gd name="connsiteX75" fmla="*/ 3119120 w 3200400"/>
              <a:gd name="connsiteY75" fmla="*/ 497840 h 2997200"/>
              <a:gd name="connsiteX76" fmla="*/ 3139440 w 3200400"/>
              <a:gd name="connsiteY76" fmla="*/ 528320 h 2997200"/>
              <a:gd name="connsiteX77" fmla="*/ 3159760 w 3200400"/>
              <a:gd name="connsiteY77" fmla="*/ 619760 h 2997200"/>
              <a:gd name="connsiteX78" fmla="*/ 3169920 w 3200400"/>
              <a:gd name="connsiteY78" fmla="*/ 660400 h 2997200"/>
              <a:gd name="connsiteX79" fmla="*/ 3190240 w 3200400"/>
              <a:gd name="connsiteY79" fmla="*/ 812800 h 2997200"/>
              <a:gd name="connsiteX80" fmla="*/ 3200400 w 3200400"/>
              <a:gd name="connsiteY80" fmla="*/ 863600 h 2997200"/>
              <a:gd name="connsiteX81" fmla="*/ 3190240 w 3200400"/>
              <a:gd name="connsiteY81" fmla="*/ 1046480 h 2997200"/>
              <a:gd name="connsiteX82" fmla="*/ 3149600 w 3200400"/>
              <a:gd name="connsiteY82" fmla="*/ 1097280 h 2997200"/>
              <a:gd name="connsiteX83" fmla="*/ 3139440 w 3200400"/>
              <a:gd name="connsiteY83" fmla="*/ 1137920 h 2997200"/>
              <a:gd name="connsiteX84" fmla="*/ 3108960 w 3200400"/>
              <a:gd name="connsiteY84" fmla="*/ 1178560 h 2997200"/>
              <a:gd name="connsiteX85" fmla="*/ 3088640 w 3200400"/>
              <a:gd name="connsiteY85" fmla="*/ 1219200 h 2997200"/>
              <a:gd name="connsiteX86" fmla="*/ 3058160 w 3200400"/>
              <a:gd name="connsiteY86" fmla="*/ 1259840 h 2997200"/>
              <a:gd name="connsiteX87" fmla="*/ 3027680 w 3200400"/>
              <a:gd name="connsiteY87" fmla="*/ 1310640 h 2997200"/>
              <a:gd name="connsiteX88" fmla="*/ 3007360 w 3200400"/>
              <a:gd name="connsiteY88" fmla="*/ 1341120 h 2997200"/>
              <a:gd name="connsiteX89" fmla="*/ 2976880 w 3200400"/>
              <a:gd name="connsiteY89" fmla="*/ 1361440 h 2997200"/>
              <a:gd name="connsiteX90" fmla="*/ 2926080 w 3200400"/>
              <a:gd name="connsiteY90" fmla="*/ 1432560 h 2997200"/>
              <a:gd name="connsiteX91" fmla="*/ 2875280 w 3200400"/>
              <a:gd name="connsiteY91" fmla="*/ 1503680 h 2997200"/>
              <a:gd name="connsiteX92" fmla="*/ 2773680 w 3200400"/>
              <a:gd name="connsiteY92" fmla="*/ 1605280 h 2997200"/>
              <a:gd name="connsiteX93" fmla="*/ 2682240 w 3200400"/>
              <a:gd name="connsiteY93" fmla="*/ 1706880 h 2997200"/>
              <a:gd name="connsiteX94" fmla="*/ 2590800 w 3200400"/>
              <a:gd name="connsiteY94" fmla="*/ 1778000 h 2997200"/>
              <a:gd name="connsiteX95" fmla="*/ 2509520 w 3200400"/>
              <a:gd name="connsiteY95" fmla="*/ 1869440 h 2997200"/>
              <a:gd name="connsiteX96" fmla="*/ 2468880 w 3200400"/>
              <a:gd name="connsiteY96" fmla="*/ 1889760 h 2997200"/>
              <a:gd name="connsiteX97" fmla="*/ 2438400 w 3200400"/>
              <a:gd name="connsiteY97" fmla="*/ 1940560 h 2997200"/>
              <a:gd name="connsiteX98" fmla="*/ 2397760 w 3200400"/>
              <a:gd name="connsiteY98" fmla="*/ 1971040 h 2997200"/>
              <a:gd name="connsiteX99" fmla="*/ 2296160 w 3200400"/>
              <a:gd name="connsiteY99" fmla="*/ 2052320 h 2997200"/>
              <a:gd name="connsiteX100" fmla="*/ 2245360 w 3200400"/>
              <a:gd name="connsiteY100" fmla="*/ 2133600 h 2997200"/>
              <a:gd name="connsiteX101" fmla="*/ 2204720 w 3200400"/>
              <a:gd name="connsiteY101" fmla="*/ 2204720 h 2997200"/>
              <a:gd name="connsiteX102" fmla="*/ 2133600 w 3200400"/>
              <a:gd name="connsiteY102" fmla="*/ 2296160 h 2997200"/>
              <a:gd name="connsiteX103" fmla="*/ 2113280 w 3200400"/>
              <a:gd name="connsiteY103" fmla="*/ 2326640 h 2997200"/>
              <a:gd name="connsiteX104" fmla="*/ 2082800 w 3200400"/>
              <a:gd name="connsiteY104" fmla="*/ 2367280 h 2997200"/>
              <a:gd name="connsiteX105" fmla="*/ 2052320 w 3200400"/>
              <a:gd name="connsiteY105" fmla="*/ 2428240 h 2997200"/>
              <a:gd name="connsiteX106" fmla="*/ 2042160 w 3200400"/>
              <a:gd name="connsiteY106" fmla="*/ 2458720 h 2997200"/>
              <a:gd name="connsiteX107" fmla="*/ 2001520 w 3200400"/>
              <a:gd name="connsiteY107" fmla="*/ 2509520 h 2997200"/>
              <a:gd name="connsiteX108" fmla="*/ 1950720 w 3200400"/>
              <a:gd name="connsiteY108" fmla="*/ 2580640 h 2997200"/>
              <a:gd name="connsiteX109" fmla="*/ 1920240 w 3200400"/>
              <a:gd name="connsiteY109" fmla="*/ 2631440 h 2997200"/>
              <a:gd name="connsiteX110" fmla="*/ 1910080 w 3200400"/>
              <a:gd name="connsiteY110" fmla="*/ 2661920 h 2997200"/>
              <a:gd name="connsiteX111" fmla="*/ 1879600 w 3200400"/>
              <a:gd name="connsiteY111" fmla="*/ 2692400 h 2997200"/>
              <a:gd name="connsiteX112" fmla="*/ 1859280 w 3200400"/>
              <a:gd name="connsiteY112" fmla="*/ 2733040 h 2997200"/>
              <a:gd name="connsiteX113" fmla="*/ 1798320 w 3200400"/>
              <a:gd name="connsiteY113" fmla="*/ 2804160 h 2997200"/>
              <a:gd name="connsiteX114" fmla="*/ 1778000 w 3200400"/>
              <a:gd name="connsiteY114" fmla="*/ 2895600 h 2997200"/>
              <a:gd name="connsiteX115" fmla="*/ 1778000 w 3200400"/>
              <a:gd name="connsiteY115" fmla="*/ 293624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3200400" h="2997200">
                <a:moveTo>
                  <a:pt x="1778000" y="2997200"/>
                </a:moveTo>
                <a:cubicBezTo>
                  <a:pt x="1774613" y="2973493"/>
                  <a:pt x="1772536" y="2949562"/>
                  <a:pt x="1767840" y="2926080"/>
                </a:cubicBezTo>
                <a:cubicBezTo>
                  <a:pt x="1765740" y="2915578"/>
                  <a:pt x="1760757" y="2905858"/>
                  <a:pt x="1757680" y="2895600"/>
                </a:cubicBezTo>
                <a:cubicBezTo>
                  <a:pt x="1750595" y="2871985"/>
                  <a:pt x="1743847" y="2848267"/>
                  <a:pt x="1737360" y="2824480"/>
                </a:cubicBezTo>
                <a:cubicBezTo>
                  <a:pt x="1733454" y="2810157"/>
                  <a:pt x="1724827" y="2768934"/>
                  <a:pt x="1717040" y="2753360"/>
                </a:cubicBezTo>
                <a:cubicBezTo>
                  <a:pt x="1711579" y="2742438"/>
                  <a:pt x="1703493" y="2733040"/>
                  <a:pt x="1696720" y="2722880"/>
                </a:cubicBezTo>
                <a:cubicBezTo>
                  <a:pt x="1693333" y="2709333"/>
                  <a:pt x="1692061" y="2695075"/>
                  <a:pt x="1686560" y="2682240"/>
                </a:cubicBezTo>
                <a:cubicBezTo>
                  <a:pt x="1681750" y="2671017"/>
                  <a:pt x="1673337" y="2661696"/>
                  <a:pt x="1666240" y="2651760"/>
                </a:cubicBezTo>
                <a:cubicBezTo>
                  <a:pt x="1646454" y="2624060"/>
                  <a:pt x="1631344" y="2602360"/>
                  <a:pt x="1605280" y="2580640"/>
                </a:cubicBezTo>
                <a:cubicBezTo>
                  <a:pt x="1595899" y="2572823"/>
                  <a:pt x="1584960" y="2567093"/>
                  <a:pt x="1574800" y="2560320"/>
                </a:cubicBezTo>
                <a:cubicBezTo>
                  <a:pt x="1568027" y="2546773"/>
                  <a:pt x="1564337" y="2531179"/>
                  <a:pt x="1554480" y="2519680"/>
                </a:cubicBezTo>
                <a:cubicBezTo>
                  <a:pt x="1538545" y="2501090"/>
                  <a:pt x="1481126" y="2470229"/>
                  <a:pt x="1463040" y="2458720"/>
                </a:cubicBezTo>
                <a:cubicBezTo>
                  <a:pt x="1442436" y="2445609"/>
                  <a:pt x="1423284" y="2430197"/>
                  <a:pt x="1402080" y="2418080"/>
                </a:cubicBezTo>
                <a:cubicBezTo>
                  <a:pt x="1375780" y="2403051"/>
                  <a:pt x="1344070" y="2396832"/>
                  <a:pt x="1320800" y="2377440"/>
                </a:cubicBezTo>
                <a:cubicBezTo>
                  <a:pt x="1270990" y="2335931"/>
                  <a:pt x="1258932" y="2317997"/>
                  <a:pt x="1198880" y="2296160"/>
                </a:cubicBezTo>
                <a:cubicBezTo>
                  <a:pt x="1182651" y="2290259"/>
                  <a:pt x="1165013" y="2289387"/>
                  <a:pt x="1148080" y="2286000"/>
                </a:cubicBezTo>
                <a:cubicBezTo>
                  <a:pt x="1127760" y="2272453"/>
                  <a:pt x="1106871" y="2259724"/>
                  <a:pt x="1087120" y="2245360"/>
                </a:cubicBezTo>
                <a:cubicBezTo>
                  <a:pt x="1056990" y="2223447"/>
                  <a:pt x="1037355" y="2201908"/>
                  <a:pt x="1005840" y="2184400"/>
                </a:cubicBezTo>
                <a:cubicBezTo>
                  <a:pt x="985981" y="2173367"/>
                  <a:pt x="964926" y="2164611"/>
                  <a:pt x="944880" y="2153920"/>
                </a:cubicBezTo>
                <a:cubicBezTo>
                  <a:pt x="914114" y="2137512"/>
                  <a:pt x="884256" y="2119434"/>
                  <a:pt x="853440" y="2103120"/>
                </a:cubicBezTo>
                <a:cubicBezTo>
                  <a:pt x="826669" y="2088947"/>
                  <a:pt x="796393" y="2080655"/>
                  <a:pt x="772160" y="2062480"/>
                </a:cubicBezTo>
                <a:cubicBezTo>
                  <a:pt x="673890" y="1988778"/>
                  <a:pt x="778614" y="2060627"/>
                  <a:pt x="701040" y="2021840"/>
                </a:cubicBezTo>
                <a:cubicBezTo>
                  <a:pt x="683377" y="2013009"/>
                  <a:pt x="667903" y="2000191"/>
                  <a:pt x="650240" y="1991360"/>
                </a:cubicBezTo>
                <a:cubicBezTo>
                  <a:pt x="640661" y="1986571"/>
                  <a:pt x="629604" y="1985419"/>
                  <a:pt x="619760" y="1981200"/>
                </a:cubicBezTo>
                <a:cubicBezTo>
                  <a:pt x="605839" y="1975234"/>
                  <a:pt x="593041" y="1966846"/>
                  <a:pt x="579120" y="1960880"/>
                </a:cubicBezTo>
                <a:cubicBezTo>
                  <a:pt x="569276" y="1956661"/>
                  <a:pt x="558427" y="1955070"/>
                  <a:pt x="548640" y="1950720"/>
                </a:cubicBezTo>
                <a:cubicBezTo>
                  <a:pt x="527880" y="1941493"/>
                  <a:pt x="508440" y="1929467"/>
                  <a:pt x="487680" y="1920240"/>
                </a:cubicBezTo>
                <a:cubicBezTo>
                  <a:pt x="477893" y="1915890"/>
                  <a:pt x="466779" y="1914869"/>
                  <a:pt x="457200" y="1910080"/>
                </a:cubicBezTo>
                <a:cubicBezTo>
                  <a:pt x="378418" y="1870689"/>
                  <a:pt x="472852" y="1905137"/>
                  <a:pt x="396240" y="1879600"/>
                </a:cubicBezTo>
                <a:cubicBezTo>
                  <a:pt x="375074" y="1862668"/>
                  <a:pt x="341427" y="1833344"/>
                  <a:pt x="314960" y="1818640"/>
                </a:cubicBezTo>
                <a:cubicBezTo>
                  <a:pt x="295101" y="1807607"/>
                  <a:pt x="274320" y="1798320"/>
                  <a:pt x="254000" y="1788160"/>
                </a:cubicBezTo>
                <a:cubicBezTo>
                  <a:pt x="243840" y="1774613"/>
                  <a:pt x="235494" y="1759494"/>
                  <a:pt x="223520" y="1747520"/>
                </a:cubicBezTo>
                <a:cubicBezTo>
                  <a:pt x="147907" y="1671907"/>
                  <a:pt x="210448" y="1758392"/>
                  <a:pt x="162560" y="1686560"/>
                </a:cubicBezTo>
                <a:cubicBezTo>
                  <a:pt x="159173" y="1673013"/>
                  <a:pt x="157901" y="1658755"/>
                  <a:pt x="152400" y="1645920"/>
                </a:cubicBezTo>
                <a:cubicBezTo>
                  <a:pt x="147590" y="1634697"/>
                  <a:pt x="135293" y="1627221"/>
                  <a:pt x="132080" y="1615440"/>
                </a:cubicBezTo>
                <a:cubicBezTo>
                  <a:pt x="124896" y="1589098"/>
                  <a:pt x="127275" y="1560934"/>
                  <a:pt x="121920" y="1534160"/>
                </a:cubicBezTo>
                <a:cubicBezTo>
                  <a:pt x="117085" y="1509983"/>
                  <a:pt x="107580" y="1486959"/>
                  <a:pt x="101600" y="1463040"/>
                </a:cubicBezTo>
                <a:cubicBezTo>
                  <a:pt x="81905" y="1384258"/>
                  <a:pt x="104921" y="1439202"/>
                  <a:pt x="71120" y="1371600"/>
                </a:cubicBezTo>
                <a:cubicBezTo>
                  <a:pt x="64347" y="1337733"/>
                  <a:pt x="58037" y="1303771"/>
                  <a:pt x="50800" y="1270000"/>
                </a:cubicBezTo>
                <a:cubicBezTo>
                  <a:pt x="42278" y="1230233"/>
                  <a:pt x="36173" y="1221255"/>
                  <a:pt x="30480" y="1178560"/>
                </a:cubicBezTo>
                <a:cubicBezTo>
                  <a:pt x="6157" y="996141"/>
                  <a:pt x="37846" y="1155825"/>
                  <a:pt x="0" y="985520"/>
                </a:cubicBezTo>
                <a:cubicBezTo>
                  <a:pt x="6773" y="924560"/>
                  <a:pt x="5444" y="862144"/>
                  <a:pt x="20320" y="802640"/>
                </a:cubicBezTo>
                <a:cubicBezTo>
                  <a:pt x="23282" y="790794"/>
                  <a:pt x="43703" y="792256"/>
                  <a:pt x="50800" y="782320"/>
                </a:cubicBezTo>
                <a:cubicBezTo>
                  <a:pt x="74206" y="749552"/>
                  <a:pt x="68305" y="725481"/>
                  <a:pt x="81280" y="690880"/>
                </a:cubicBezTo>
                <a:cubicBezTo>
                  <a:pt x="94582" y="655408"/>
                  <a:pt x="131358" y="602500"/>
                  <a:pt x="152400" y="579120"/>
                </a:cubicBezTo>
                <a:cubicBezTo>
                  <a:pt x="163728" y="566534"/>
                  <a:pt x="179493" y="558800"/>
                  <a:pt x="193040" y="548640"/>
                </a:cubicBezTo>
                <a:cubicBezTo>
                  <a:pt x="199813" y="528320"/>
                  <a:pt x="203781" y="506838"/>
                  <a:pt x="213360" y="487680"/>
                </a:cubicBezTo>
                <a:cubicBezTo>
                  <a:pt x="233203" y="447993"/>
                  <a:pt x="230066" y="450068"/>
                  <a:pt x="254000" y="416560"/>
                </a:cubicBezTo>
                <a:cubicBezTo>
                  <a:pt x="263842" y="402781"/>
                  <a:pt x="272506" y="387894"/>
                  <a:pt x="284480" y="375920"/>
                </a:cubicBezTo>
                <a:cubicBezTo>
                  <a:pt x="293114" y="367286"/>
                  <a:pt x="304800" y="362373"/>
                  <a:pt x="314960" y="355600"/>
                </a:cubicBezTo>
                <a:cubicBezTo>
                  <a:pt x="321733" y="345440"/>
                  <a:pt x="325829" y="332852"/>
                  <a:pt x="335280" y="325120"/>
                </a:cubicBezTo>
                <a:cubicBezTo>
                  <a:pt x="353676" y="310069"/>
                  <a:pt x="429365" y="258088"/>
                  <a:pt x="467360" y="243840"/>
                </a:cubicBezTo>
                <a:cubicBezTo>
                  <a:pt x="480435" y="238937"/>
                  <a:pt x="494453" y="237067"/>
                  <a:pt x="508000" y="233680"/>
                </a:cubicBezTo>
                <a:cubicBezTo>
                  <a:pt x="583086" y="158594"/>
                  <a:pt x="485457" y="244952"/>
                  <a:pt x="589280" y="193040"/>
                </a:cubicBezTo>
                <a:cubicBezTo>
                  <a:pt x="608676" y="183342"/>
                  <a:pt x="621691" y="163893"/>
                  <a:pt x="640080" y="152400"/>
                </a:cubicBezTo>
                <a:cubicBezTo>
                  <a:pt x="649162" y="146724"/>
                  <a:pt x="660716" y="146459"/>
                  <a:pt x="670560" y="142240"/>
                </a:cubicBezTo>
                <a:cubicBezTo>
                  <a:pt x="684481" y="136274"/>
                  <a:pt x="697360" y="128071"/>
                  <a:pt x="711200" y="121920"/>
                </a:cubicBezTo>
                <a:cubicBezTo>
                  <a:pt x="727866" y="114513"/>
                  <a:pt x="745334" y="109007"/>
                  <a:pt x="762000" y="101600"/>
                </a:cubicBezTo>
                <a:cubicBezTo>
                  <a:pt x="879520" y="49369"/>
                  <a:pt x="717742" y="111829"/>
                  <a:pt x="853440" y="71120"/>
                </a:cubicBezTo>
                <a:cubicBezTo>
                  <a:pt x="870909" y="65879"/>
                  <a:pt x="886356" y="54377"/>
                  <a:pt x="904240" y="50800"/>
                </a:cubicBezTo>
                <a:cubicBezTo>
                  <a:pt x="937615" y="44125"/>
                  <a:pt x="971973" y="44027"/>
                  <a:pt x="1005840" y="40640"/>
                </a:cubicBezTo>
                <a:cubicBezTo>
                  <a:pt x="1022773" y="33867"/>
                  <a:pt x="1039209" y="25683"/>
                  <a:pt x="1056640" y="20320"/>
                </a:cubicBezTo>
                <a:cubicBezTo>
                  <a:pt x="1083332" y="12107"/>
                  <a:pt x="1109993" y="0"/>
                  <a:pt x="1137920" y="0"/>
                </a:cubicBezTo>
                <a:cubicBezTo>
                  <a:pt x="1578239" y="0"/>
                  <a:pt x="2018453" y="13547"/>
                  <a:pt x="2458720" y="20320"/>
                </a:cubicBezTo>
                <a:cubicBezTo>
                  <a:pt x="2545927" y="49389"/>
                  <a:pt x="2407112" y="4878"/>
                  <a:pt x="2550160" y="40640"/>
                </a:cubicBezTo>
                <a:cubicBezTo>
                  <a:pt x="2570940" y="45835"/>
                  <a:pt x="2590456" y="55324"/>
                  <a:pt x="2611120" y="60960"/>
                </a:cubicBezTo>
                <a:cubicBezTo>
                  <a:pt x="2627780" y="65504"/>
                  <a:pt x="2644987" y="67733"/>
                  <a:pt x="2661920" y="71120"/>
                </a:cubicBezTo>
                <a:cubicBezTo>
                  <a:pt x="2675467" y="81280"/>
                  <a:pt x="2687858" y="93199"/>
                  <a:pt x="2702560" y="101600"/>
                </a:cubicBezTo>
                <a:cubicBezTo>
                  <a:pt x="2711859" y="106913"/>
                  <a:pt x="2723196" y="107541"/>
                  <a:pt x="2733040" y="111760"/>
                </a:cubicBezTo>
                <a:cubicBezTo>
                  <a:pt x="2806652" y="143308"/>
                  <a:pt x="2738845" y="125113"/>
                  <a:pt x="2824480" y="142240"/>
                </a:cubicBezTo>
                <a:cubicBezTo>
                  <a:pt x="2861264" y="179024"/>
                  <a:pt x="2863785" y="185377"/>
                  <a:pt x="2905760" y="213360"/>
                </a:cubicBezTo>
                <a:cubicBezTo>
                  <a:pt x="2922191" y="224314"/>
                  <a:pt x="2940762" y="231992"/>
                  <a:pt x="2956560" y="243840"/>
                </a:cubicBezTo>
                <a:cubicBezTo>
                  <a:pt x="2968055" y="252461"/>
                  <a:pt x="2976131" y="264969"/>
                  <a:pt x="2987040" y="274320"/>
                </a:cubicBezTo>
                <a:cubicBezTo>
                  <a:pt x="2999897" y="285340"/>
                  <a:pt x="3014133" y="294640"/>
                  <a:pt x="3027680" y="304800"/>
                </a:cubicBezTo>
                <a:cubicBezTo>
                  <a:pt x="3055204" y="350673"/>
                  <a:pt x="3066176" y="366017"/>
                  <a:pt x="3088640" y="416560"/>
                </a:cubicBezTo>
                <a:cubicBezTo>
                  <a:pt x="3123813" y="495700"/>
                  <a:pt x="3062048" y="383696"/>
                  <a:pt x="3119120" y="497840"/>
                </a:cubicBezTo>
                <a:cubicBezTo>
                  <a:pt x="3124581" y="508762"/>
                  <a:pt x="3132667" y="518160"/>
                  <a:pt x="3139440" y="528320"/>
                </a:cubicBezTo>
                <a:cubicBezTo>
                  <a:pt x="3146213" y="558800"/>
                  <a:pt x="3152739" y="589336"/>
                  <a:pt x="3159760" y="619760"/>
                </a:cubicBezTo>
                <a:cubicBezTo>
                  <a:pt x="3162900" y="633366"/>
                  <a:pt x="3167422" y="646662"/>
                  <a:pt x="3169920" y="660400"/>
                </a:cubicBezTo>
                <a:cubicBezTo>
                  <a:pt x="3180183" y="716848"/>
                  <a:pt x="3181395" y="755304"/>
                  <a:pt x="3190240" y="812800"/>
                </a:cubicBezTo>
                <a:cubicBezTo>
                  <a:pt x="3192866" y="829868"/>
                  <a:pt x="3197013" y="846667"/>
                  <a:pt x="3200400" y="863600"/>
                </a:cubicBezTo>
                <a:cubicBezTo>
                  <a:pt x="3197013" y="924560"/>
                  <a:pt x="3203210" y="986819"/>
                  <a:pt x="3190240" y="1046480"/>
                </a:cubicBezTo>
                <a:cubicBezTo>
                  <a:pt x="3185633" y="1067670"/>
                  <a:pt x="3160131" y="1078324"/>
                  <a:pt x="3149600" y="1097280"/>
                </a:cubicBezTo>
                <a:cubicBezTo>
                  <a:pt x="3142819" y="1109486"/>
                  <a:pt x="3145685" y="1125431"/>
                  <a:pt x="3139440" y="1137920"/>
                </a:cubicBezTo>
                <a:cubicBezTo>
                  <a:pt x="3131867" y="1153066"/>
                  <a:pt x="3117935" y="1164201"/>
                  <a:pt x="3108960" y="1178560"/>
                </a:cubicBezTo>
                <a:cubicBezTo>
                  <a:pt x="3100933" y="1191403"/>
                  <a:pt x="3096667" y="1206357"/>
                  <a:pt x="3088640" y="1219200"/>
                </a:cubicBezTo>
                <a:cubicBezTo>
                  <a:pt x="3079665" y="1233559"/>
                  <a:pt x="3067553" y="1245751"/>
                  <a:pt x="3058160" y="1259840"/>
                </a:cubicBezTo>
                <a:cubicBezTo>
                  <a:pt x="3047206" y="1276271"/>
                  <a:pt x="3038146" y="1293894"/>
                  <a:pt x="3027680" y="1310640"/>
                </a:cubicBezTo>
                <a:cubicBezTo>
                  <a:pt x="3021208" y="1320995"/>
                  <a:pt x="3015994" y="1332486"/>
                  <a:pt x="3007360" y="1341120"/>
                </a:cubicBezTo>
                <a:cubicBezTo>
                  <a:pt x="2998726" y="1349754"/>
                  <a:pt x="2987040" y="1354667"/>
                  <a:pt x="2976880" y="1361440"/>
                </a:cubicBezTo>
                <a:cubicBezTo>
                  <a:pt x="2939280" y="1436640"/>
                  <a:pt x="2977567" y="1370776"/>
                  <a:pt x="2926080" y="1432560"/>
                </a:cubicBezTo>
                <a:cubicBezTo>
                  <a:pt x="2880739" y="1486969"/>
                  <a:pt x="2934759" y="1439626"/>
                  <a:pt x="2875280" y="1503680"/>
                </a:cubicBezTo>
                <a:cubicBezTo>
                  <a:pt x="2842690" y="1538777"/>
                  <a:pt x="2802417" y="1566964"/>
                  <a:pt x="2773680" y="1605280"/>
                </a:cubicBezTo>
                <a:cubicBezTo>
                  <a:pt x="2743149" y="1645989"/>
                  <a:pt x="2726000" y="1672844"/>
                  <a:pt x="2682240" y="1706880"/>
                </a:cubicBezTo>
                <a:cubicBezTo>
                  <a:pt x="2651760" y="1730587"/>
                  <a:pt x="2612219" y="1745871"/>
                  <a:pt x="2590800" y="1778000"/>
                </a:cubicBezTo>
                <a:cubicBezTo>
                  <a:pt x="2569326" y="1810212"/>
                  <a:pt x="2544317" y="1852041"/>
                  <a:pt x="2509520" y="1869440"/>
                </a:cubicBezTo>
                <a:lnTo>
                  <a:pt x="2468880" y="1889760"/>
                </a:lnTo>
                <a:cubicBezTo>
                  <a:pt x="2458720" y="1906693"/>
                  <a:pt x="2451404" y="1925698"/>
                  <a:pt x="2438400" y="1940560"/>
                </a:cubicBezTo>
                <a:cubicBezTo>
                  <a:pt x="2427249" y="1953304"/>
                  <a:pt x="2410504" y="1959889"/>
                  <a:pt x="2397760" y="1971040"/>
                </a:cubicBezTo>
                <a:cubicBezTo>
                  <a:pt x="2305106" y="2052112"/>
                  <a:pt x="2417352" y="1971525"/>
                  <a:pt x="2296160" y="2052320"/>
                </a:cubicBezTo>
                <a:cubicBezTo>
                  <a:pt x="2248481" y="2171518"/>
                  <a:pt x="2306086" y="2046848"/>
                  <a:pt x="2245360" y="2133600"/>
                </a:cubicBezTo>
                <a:cubicBezTo>
                  <a:pt x="2229702" y="2155968"/>
                  <a:pt x="2220189" y="2182220"/>
                  <a:pt x="2204720" y="2204720"/>
                </a:cubicBezTo>
                <a:cubicBezTo>
                  <a:pt x="2182844" y="2236540"/>
                  <a:pt x="2155019" y="2264031"/>
                  <a:pt x="2133600" y="2296160"/>
                </a:cubicBezTo>
                <a:cubicBezTo>
                  <a:pt x="2126827" y="2306320"/>
                  <a:pt x="2120377" y="2316704"/>
                  <a:pt x="2113280" y="2326640"/>
                </a:cubicBezTo>
                <a:cubicBezTo>
                  <a:pt x="2103438" y="2340419"/>
                  <a:pt x="2091512" y="2352760"/>
                  <a:pt x="2082800" y="2367280"/>
                </a:cubicBezTo>
                <a:cubicBezTo>
                  <a:pt x="2071111" y="2386761"/>
                  <a:pt x="2061547" y="2407480"/>
                  <a:pt x="2052320" y="2428240"/>
                </a:cubicBezTo>
                <a:cubicBezTo>
                  <a:pt x="2047970" y="2438027"/>
                  <a:pt x="2047836" y="2449638"/>
                  <a:pt x="2042160" y="2458720"/>
                </a:cubicBezTo>
                <a:cubicBezTo>
                  <a:pt x="2030667" y="2477109"/>
                  <a:pt x="2014531" y="2492172"/>
                  <a:pt x="2001520" y="2509520"/>
                </a:cubicBezTo>
                <a:cubicBezTo>
                  <a:pt x="1984040" y="2532827"/>
                  <a:pt x="1966880" y="2556400"/>
                  <a:pt x="1950720" y="2580640"/>
                </a:cubicBezTo>
                <a:cubicBezTo>
                  <a:pt x="1939766" y="2597071"/>
                  <a:pt x="1929071" y="2613777"/>
                  <a:pt x="1920240" y="2631440"/>
                </a:cubicBezTo>
                <a:cubicBezTo>
                  <a:pt x="1915451" y="2641019"/>
                  <a:pt x="1916021" y="2653009"/>
                  <a:pt x="1910080" y="2661920"/>
                </a:cubicBezTo>
                <a:cubicBezTo>
                  <a:pt x="1902110" y="2673875"/>
                  <a:pt x="1887951" y="2680708"/>
                  <a:pt x="1879600" y="2692400"/>
                </a:cubicBezTo>
                <a:cubicBezTo>
                  <a:pt x="1870797" y="2704725"/>
                  <a:pt x="1866794" y="2719890"/>
                  <a:pt x="1859280" y="2733040"/>
                </a:cubicBezTo>
                <a:cubicBezTo>
                  <a:pt x="1838649" y="2769145"/>
                  <a:pt x="1831410" y="2771070"/>
                  <a:pt x="1798320" y="2804160"/>
                </a:cubicBezTo>
                <a:cubicBezTo>
                  <a:pt x="1792316" y="2828178"/>
                  <a:pt x="1780580" y="2872383"/>
                  <a:pt x="1778000" y="2895600"/>
                </a:cubicBezTo>
                <a:cubicBezTo>
                  <a:pt x="1776504" y="2909064"/>
                  <a:pt x="1778000" y="2922693"/>
                  <a:pt x="1778000" y="2936240"/>
                </a:cubicBezTo>
              </a:path>
            </a:pathLst>
          </a:cu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xmlns="" id="{242C4289-938D-DD4B-9159-736BCFE66F54}"/>
              </a:ext>
            </a:extLst>
          </p:cNvPr>
          <p:cNvSpPr txBox="1"/>
          <p:nvPr/>
        </p:nvSpPr>
        <p:spPr>
          <a:xfrm>
            <a:off x="5155852" y="3102847"/>
            <a:ext cx="5629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3300" lvl="7" indent="-342900"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FFCC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</a:t>
            </a:r>
            <a:r>
              <a:rPr kumimoji="1" lang="zh-CN" altLang="en-US" sz="2000" dirty="0" smtClean="0">
                <a:solidFill>
                  <a:srgbClr val="FFCC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</a:t>
            </a:r>
            <a:r>
              <a:rPr kumimoji="1" lang="zh-CN" altLang="en-US" sz="2000" dirty="0">
                <a:solidFill>
                  <a:srgbClr val="FFCC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的期望</a:t>
            </a:r>
            <a:endParaRPr kumimoji="1" lang="en-US" altLang="zh-CN" sz="2000" dirty="0">
              <a:solidFill>
                <a:srgbClr val="FFCC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543300" lvl="7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FFCC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感受</a:t>
            </a:r>
            <a:endParaRPr kumimoji="1" lang="en-US" altLang="zh-CN" sz="2000" dirty="0">
              <a:solidFill>
                <a:srgbClr val="FFCC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543300" lvl="7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FFCC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個人使用習慣</a:t>
            </a:r>
            <a:endParaRPr kumimoji="1" lang="en-US" altLang="zh-CN" sz="2000" dirty="0">
              <a:solidFill>
                <a:srgbClr val="FFCC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543300" lvl="7" indent="-34290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FFCC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使用上的問題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xmlns="" id="{B8664FE4-C6CA-1B4B-B7F9-608C86440EE9}"/>
              </a:ext>
            </a:extLst>
          </p:cNvPr>
          <p:cNvSpPr txBox="1"/>
          <p:nvPr/>
        </p:nvSpPr>
        <p:spPr>
          <a:xfrm>
            <a:off x="1600010" y="2140961"/>
            <a:ext cx="51937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kumimoji="1"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知道內部乾不乾淨、通知洗好了、知道要加多少洗衣精、可以找零</a:t>
            </a:r>
            <a:r>
              <a:rPr kumimoji="1" lang="en-US" altLang="zh-CN" dirty="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</a:p>
          <a:p>
            <a:pPr marL="342900" indent="-342900">
              <a:buAutoNum type="alphaLcPeriod"/>
            </a:pPr>
            <a:endParaRPr kumimoji="1" lang="en-US" altLang="zh-CN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AutoNum type="alphaLcPeriod"/>
            </a:pPr>
            <a:r>
              <a:rPr kumimoji="1"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別人拿自己衣服會不爽、被插隊會不爽、洗衣服好麻煩</a:t>
            </a:r>
            <a:r>
              <a:rPr kumimoji="1" lang="en-US" altLang="zh-CN" dirty="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</a:p>
          <a:p>
            <a:pPr marL="342900" indent="-342900">
              <a:buAutoNum type="alphaLcPeriod"/>
            </a:pPr>
            <a:endParaRPr kumimoji="1" lang="en-US" altLang="zh-CN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AutoNum type="alphaLcPeriod"/>
            </a:pPr>
            <a:r>
              <a:rPr kumimoji="1"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一個星期洗一次、早上洗、放在一起洗、分開洗、會檢查口袋、反面洗滌</a:t>
            </a:r>
            <a:r>
              <a:rPr kumimoji="1" lang="en-US" altLang="zh-CN" dirty="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</a:p>
          <a:p>
            <a:pPr marL="342900" indent="-342900">
              <a:buAutoNum type="alphaLcPeriod"/>
            </a:pPr>
            <a:endParaRPr kumimoji="1" lang="en-US" altLang="zh-CN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AutoNum type="alphaLcPeriod"/>
            </a:pPr>
            <a:r>
              <a:rPr kumimoji="1"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按鈕隨便按一個、洗衣機好吵、少了一隻、洗到一半被拿出來</a:t>
            </a:r>
            <a:r>
              <a:rPr kumimoji="1" lang="en-US" altLang="zh-CN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</a:p>
          <a:p>
            <a:pPr marL="342900" indent="-342900">
              <a:buAutoNum type="alphaLcPeriod"/>
            </a:pPr>
            <a:endParaRPr kumimoji="1" lang="zh-TW" altLang="en-US" sz="16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xmlns="" id="{3EB32F1F-B51F-1C4C-9D0D-4F0C293FE3EB}"/>
              </a:ext>
            </a:extLst>
          </p:cNvPr>
          <p:cNvSpPr txBox="1"/>
          <p:nvPr/>
        </p:nvSpPr>
        <p:spPr>
          <a:xfrm>
            <a:off x="199352" y="297974"/>
            <a:ext cx="3248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Affinity Diagram</a:t>
            </a:r>
            <a:endParaRPr lang="zh-TW" altLang="en-US" sz="3200" i="1" dirty="0">
              <a:latin typeface="Noto Sans CJK JP Black" panose="020B0A00000000000000" pitchFamily="34" charset="-128"/>
              <a:ea typeface="Noto Sans CJK JP Black" panose="020B0A00000000000000" pitchFamily="34" charset="-128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886" y="5123710"/>
            <a:ext cx="1295635" cy="172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1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5400000" flipV="1">
            <a:off x="5473007" y="3287094"/>
            <a:ext cx="5123172" cy="907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8175946" y="1653342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Affinity Diagram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66503" y="3640407"/>
            <a:ext cx="203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Brain Storming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182684" y="4598387"/>
            <a:ext cx="1421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</a:t>
            </a:r>
            <a:endParaRPr lang="en-US" altLang="zh-TW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156228" y="670955"/>
            <a:ext cx="2557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Contextual Inquiry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175946" y="5556367"/>
            <a:ext cx="2237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 Demo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877001" y="2487392"/>
            <a:ext cx="58865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</a:t>
            </a:r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Task Analysis</a:t>
            </a:r>
            <a:endParaRPr lang="zh-TW" altLang="en-US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7918954" y="760242"/>
            <a:ext cx="227707" cy="5161314"/>
            <a:chOff x="7918954" y="760242"/>
            <a:chExt cx="227707" cy="5161314"/>
          </a:xfrm>
        </p:grpSpPr>
        <p:grpSp>
          <p:nvGrpSpPr>
            <p:cNvPr id="30" name="群組 29"/>
            <p:cNvGrpSpPr/>
            <p:nvPr/>
          </p:nvGrpSpPr>
          <p:grpSpPr>
            <a:xfrm>
              <a:off x="7928221" y="2732116"/>
              <a:ext cx="218440" cy="218440"/>
              <a:chOff x="7363602" y="438027"/>
              <a:chExt cx="218440" cy="218440"/>
            </a:xfrm>
            <a:solidFill>
              <a:schemeClr val="tx1"/>
            </a:solidFill>
          </p:grpSpPr>
          <p:sp>
            <p:nvSpPr>
              <p:cNvPr id="13" name="橢圓 12"/>
              <p:cNvSpPr/>
              <p:nvPr/>
            </p:nvSpPr>
            <p:spPr>
              <a:xfrm rot="5400000" flipV="1">
                <a:off x="7363602" y="438027"/>
                <a:ext cx="218440" cy="21844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橢圓 6"/>
              <p:cNvSpPr/>
              <p:nvPr/>
            </p:nvSpPr>
            <p:spPr>
              <a:xfrm rot="5400000" flipV="1">
                <a:off x="7415043" y="489468"/>
                <a:ext cx="115557" cy="11555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5" name="橢圓 24"/>
            <p:cNvSpPr/>
            <p:nvPr/>
          </p:nvSpPr>
          <p:spPr>
            <a:xfrm rot="5400000" flipV="1">
              <a:off x="7919639" y="3739797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/>
          </p:nvSpPr>
          <p:spPr>
            <a:xfrm rot="5400000" flipV="1">
              <a:off x="7921584" y="4720000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 rot="5400000" flipV="1">
              <a:off x="7921584" y="5703116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/>
            <p:cNvSpPr/>
            <p:nvPr/>
          </p:nvSpPr>
          <p:spPr>
            <a:xfrm rot="5400000" flipV="1">
              <a:off x="7918954" y="1759368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 rot="5400000" flipV="1">
              <a:off x="7928221" y="760242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163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五邊形 1"/>
          <p:cNvSpPr/>
          <p:nvPr/>
        </p:nvSpPr>
        <p:spPr>
          <a:xfrm rot="10800000">
            <a:off x="3300984" y="1532535"/>
            <a:ext cx="8891016" cy="375818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0" y="2346135"/>
            <a:ext cx="4068814" cy="1219200"/>
          </a:xfrm>
          <a:prstGeom prst="rect">
            <a:avLst/>
          </a:prstGeom>
          <a:solidFill>
            <a:srgbClr val="63C3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19083" y="2370960"/>
            <a:ext cx="193514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劉葦庭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歲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電機系四年級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5286852" y="1749632"/>
            <a:ext cx="6517824" cy="33239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這學期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分，沒課時都在宿舍，在學校因為衣服流汗有味道才使用洗衣機。每個禮拜回家，家庭成員為爸爸、媽媽、弟弟，氣氛和睦、假日會出遊或去美式賣場。在家不會被特別要求做家事，衣服只要丟到洗衣籃就好，也沒有特別想學習的家事，如果有不會操作的機器，會用手機上網查 。生涯目標是在竹科找一份高薪的工作存活下來。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3562882"/>
            <a:ext cx="4068813" cy="891019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427354" y="3808336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：「我有點懶」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281648" y="222978"/>
            <a:ext cx="3670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Primary Persona</a:t>
            </a:r>
            <a:endParaRPr lang="zh-TW" altLang="en-US" sz="3200" i="1" dirty="0">
              <a:latin typeface="Noto Sans CJK JP Black" panose="020B0A00000000000000" pitchFamily="34" charset="-128"/>
              <a:ea typeface="Noto Sans CJK JP Black" panose="020B0A00000000000000" pitchFamily="34" charset="-128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48" y="2149314"/>
            <a:ext cx="2565680" cy="2524629"/>
          </a:xfrm>
          <a:prstGeom prst="ellipse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1559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字方塊 21"/>
          <p:cNvSpPr txBox="1"/>
          <p:nvPr/>
        </p:nvSpPr>
        <p:spPr>
          <a:xfrm>
            <a:off x="215833" y="250669"/>
            <a:ext cx="4175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Secondary </a:t>
            </a:r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Persona</a:t>
            </a:r>
            <a:endParaRPr lang="zh-TW" altLang="en-US" sz="3200" i="1" dirty="0">
              <a:latin typeface="Noto Sans CJK JP Black" panose="020B0A00000000000000" pitchFamily="34" charset="-128"/>
              <a:ea typeface="Noto Sans CJK JP Black" panose="020B0A00000000000000" pitchFamily="34" charset="-128"/>
            </a:endParaRPr>
          </a:p>
        </p:txBody>
      </p:sp>
      <p:sp>
        <p:nvSpPr>
          <p:cNvPr id="9" name="五邊形 8"/>
          <p:cNvSpPr/>
          <p:nvPr/>
        </p:nvSpPr>
        <p:spPr>
          <a:xfrm rot="10800000">
            <a:off x="3300984" y="1532535"/>
            <a:ext cx="8891016" cy="3758184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-18288" y="2318958"/>
            <a:ext cx="4068814" cy="12192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-18288" y="3535705"/>
            <a:ext cx="4068813" cy="891019"/>
          </a:xfrm>
          <a:prstGeom prst="rect">
            <a:avLst/>
          </a:prstGeom>
          <a:solidFill>
            <a:srgbClr val="63C3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0"/>
          <a:stretch/>
        </p:blipFill>
        <p:spPr>
          <a:xfrm>
            <a:off x="2436320" y="2149310"/>
            <a:ext cx="2565680" cy="2524629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15" name="文字方塊 14"/>
          <p:cNvSpPr txBox="1"/>
          <p:nvPr/>
        </p:nvSpPr>
        <p:spPr>
          <a:xfrm>
            <a:off x="418917" y="2385952"/>
            <a:ext cx="193514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吳尚伯 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歲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動機系三年級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87817" y="377090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：「生活要有品質」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378796" y="1749632"/>
            <a:ext cx="63163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         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上事情多，但課業繁重之餘參加很多課外活動。而因為當過兵（四個月），所以會要求一些生活上的小細節。家庭成員為爸爸、媽媽、妹妹，爸媽上班很忙。家裡的洗衣機他會操作一些進階功能，希望衣服洗得越乾淨越好，也有點潔癖，像是洗好澡才能上床。未來想做研發類機械工作，對社會有幫助的更好，不想要當大公司的小螺絲。</a:t>
            </a:r>
          </a:p>
        </p:txBody>
      </p:sp>
    </p:spTree>
    <p:extLst>
      <p:ext uri="{BB962C8B-B14F-4D97-AF65-F5344CB8AC3E}">
        <p14:creationId xmlns:p14="http://schemas.microsoft.com/office/powerpoint/2010/main" val="347965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99352" y="297974"/>
            <a:ext cx="5161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Task Analysis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</a:t>
            </a:r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—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洗衣流程</a:t>
            </a:r>
          </a:p>
        </p:txBody>
      </p:sp>
      <p:grpSp>
        <p:nvGrpSpPr>
          <p:cNvPr id="41" name="群組 40"/>
          <p:cNvGrpSpPr/>
          <p:nvPr/>
        </p:nvGrpSpPr>
        <p:grpSpPr>
          <a:xfrm>
            <a:off x="199352" y="1425204"/>
            <a:ext cx="11827003" cy="4664071"/>
            <a:chOff x="117498" y="1482962"/>
            <a:chExt cx="11827003" cy="4664071"/>
          </a:xfrm>
        </p:grpSpPr>
        <p:grpSp>
          <p:nvGrpSpPr>
            <p:cNvPr id="27" name="群組 26"/>
            <p:cNvGrpSpPr/>
            <p:nvPr/>
          </p:nvGrpSpPr>
          <p:grpSpPr>
            <a:xfrm>
              <a:off x="414694" y="1921162"/>
              <a:ext cx="10888226" cy="3851209"/>
              <a:chOff x="414694" y="1921162"/>
              <a:chExt cx="10888226" cy="3851209"/>
            </a:xfrm>
          </p:grpSpPr>
          <p:sp>
            <p:nvSpPr>
              <p:cNvPr id="24" name="矩形 23"/>
              <p:cNvSpPr/>
              <p:nvPr/>
            </p:nvSpPr>
            <p:spPr>
              <a:xfrm rot="18362139">
                <a:off x="2879884" y="4296371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3471659">
                <a:off x="2287642" y="4925190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 rot="3471659">
                <a:off x="1566127" y="3765608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 rot="18124175">
                <a:off x="1525212" y="2605162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 rot="1556070">
                <a:off x="2520068" y="2581223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02920" y="3163824"/>
                <a:ext cx="10800000" cy="72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淚滴形 7"/>
              <p:cNvSpPr/>
              <p:nvPr/>
            </p:nvSpPr>
            <p:spPr>
              <a:xfrm rot="18957643">
                <a:off x="2475143" y="192395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淚滴形 13"/>
              <p:cNvSpPr/>
              <p:nvPr/>
            </p:nvSpPr>
            <p:spPr>
              <a:xfrm rot="18957643">
                <a:off x="6715686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淚滴形 14"/>
              <p:cNvSpPr/>
              <p:nvPr/>
            </p:nvSpPr>
            <p:spPr>
              <a:xfrm rot="18957643">
                <a:off x="8213894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淚滴形 15"/>
              <p:cNvSpPr/>
              <p:nvPr/>
            </p:nvSpPr>
            <p:spPr>
              <a:xfrm rot="18957643">
                <a:off x="9655362" y="3085505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856681" y="3125475"/>
                <a:ext cx="1440000" cy="153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淚滴形 6"/>
              <p:cNvSpPr/>
              <p:nvPr/>
            </p:nvSpPr>
            <p:spPr>
              <a:xfrm rot="18957643">
                <a:off x="1755814" y="3093553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淚滴形 11"/>
              <p:cNvSpPr/>
              <p:nvPr/>
            </p:nvSpPr>
            <p:spPr>
              <a:xfrm rot="18957643">
                <a:off x="3270133" y="5394522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 rot="7496234">
                <a:off x="2274632" y="3755284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淚滴形 8"/>
              <p:cNvSpPr/>
              <p:nvPr/>
            </p:nvSpPr>
            <p:spPr>
              <a:xfrm rot="18957643">
                <a:off x="2477613" y="422224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 rot="10800000">
                <a:off x="3396131" y="3163872"/>
                <a:ext cx="180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淚滴形 10"/>
              <p:cNvSpPr/>
              <p:nvPr/>
            </p:nvSpPr>
            <p:spPr>
              <a:xfrm rot="18957643">
                <a:off x="3270135" y="3104418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淚滴形 12"/>
              <p:cNvSpPr/>
              <p:nvPr/>
            </p:nvSpPr>
            <p:spPr>
              <a:xfrm rot="18957643">
                <a:off x="5023244" y="3087456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淚滴形 5"/>
              <p:cNvSpPr/>
              <p:nvPr/>
            </p:nvSpPr>
            <p:spPr>
              <a:xfrm rot="18957643">
                <a:off x="414694" y="308745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8" name="文字方塊 27"/>
            <p:cNvSpPr txBox="1"/>
            <p:nvPr/>
          </p:nvSpPr>
          <p:spPr>
            <a:xfrm>
              <a:off x="117498" y="340149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洗衣區</a:t>
              </a: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456995" y="340149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找空位</a:t>
              </a: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2177340" y="14829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有空位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2177340" y="453322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沒空位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107015" y="341850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排隊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2851908" y="577770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去別樓層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489603" y="343181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丟入洗衣槽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176939" y="342686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加入洗衣精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8026501" y="342686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投錢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9237137" y="341882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選擇模式</a:t>
              </a:r>
            </a:p>
          </p:txBody>
        </p:sp>
        <p:sp>
          <p:nvSpPr>
            <p:cNvPr id="39" name="＞形箭號 38"/>
            <p:cNvSpPr/>
            <p:nvPr/>
          </p:nvSpPr>
          <p:spPr>
            <a:xfrm>
              <a:off x="10799094" y="3005688"/>
              <a:ext cx="1145407" cy="351671"/>
            </a:xfrm>
            <a:prstGeom prst="chevron">
              <a:avLst/>
            </a:prstGeom>
            <a:solidFill>
              <a:srgbClr val="63C3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937833" y="2995760"/>
              <a:ext cx="8872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START</a:t>
              </a:r>
              <a:endPara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74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群組 40"/>
          <p:cNvGrpSpPr/>
          <p:nvPr/>
        </p:nvGrpSpPr>
        <p:grpSpPr>
          <a:xfrm>
            <a:off x="199352" y="1425212"/>
            <a:ext cx="11827003" cy="4664071"/>
            <a:chOff x="117498" y="1482962"/>
            <a:chExt cx="11827003" cy="4664071"/>
          </a:xfrm>
        </p:grpSpPr>
        <p:grpSp>
          <p:nvGrpSpPr>
            <p:cNvPr id="27" name="群組 26"/>
            <p:cNvGrpSpPr/>
            <p:nvPr/>
          </p:nvGrpSpPr>
          <p:grpSpPr>
            <a:xfrm>
              <a:off x="414694" y="1921162"/>
              <a:ext cx="10888226" cy="3851209"/>
              <a:chOff x="414694" y="1921162"/>
              <a:chExt cx="10888226" cy="3851209"/>
            </a:xfrm>
          </p:grpSpPr>
          <p:sp>
            <p:nvSpPr>
              <p:cNvPr id="24" name="矩形 23"/>
              <p:cNvSpPr/>
              <p:nvPr/>
            </p:nvSpPr>
            <p:spPr>
              <a:xfrm rot="18362139">
                <a:off x="2879884" y="4296371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3471659">
                <a:off x="2287642" y="4925190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 rot="3471659">
                <a:off x="1566127" y="3765608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 rot="18124175">
                <a:off x="1525212" y="2605162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 rot="1556070">
                <a:off x="2520068" y="2581223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02920" y="3163824"/>
                <a:ext cx="10800000" cy="72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淚滴形 7"/>
              <p:cNvSpPr/>
              <p:nvPr/>
            </p:nvSpPr>
            <p:spPr>
              <a:xfrm rot="18957643">
                <a:off x="2475143" y="192395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淚滴形 13"/>
              <p:cNvSpPr/>
              <p:nvPr/>
            </p:nvSpPr>
            <p:spPr>
              <a:xfrm rot="18957643">
                <a:off x="6715686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淚滴形 14"/>
              <p:cNvSpPr/>
              <p:nvPr/>
            </p:nvSpPr>
            <p:spPr>
              <a:xfrm rot="18957643">
                <a:off x="8213894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淚滴形 15"/>
              <p:cNvSpPr/>
              <p:nvPr/>
            </p:nvSpPr>
            <p:spPr>
              <a:xfrm rot="18957643">
                <a:off x="9655362" y="3085505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856681" y="3125475"/>
                <a:ext cx="1440000" cy="153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淚滴形 6"/>
              <p:cNvSpPr/>
              <p:nvPr/>
            </p:nvSpPr>
            <p:spPr>
              <a:xfrm rot="18957643">
                <a:off x="1755814" y="3093553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淚滴形 11"/>
              <p:cNvSpPr/>
              <p:nvPr/>
            </p:nvSpPr>
            <p:spPr>
              <a:xfrm rot="18957643">
                <a:off x="3270133" y="5394522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 rot="7496234">
                <a:off x="2274632" y="3755284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淚滴形 8"/>
              <p:cNvSpPr/>
              <p:nvPr/>
            </p:nvSpPr>
            <p:spPr>
              <a:xfrm rot="18957643">
                <a:off x="2477613" y="422224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 rot="10800000">
                <a:off x="3396131" y="3163872"/>
                <a:ext cx="180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淚滴形 10"/>
              <p:cNvSpPr/>
              <p:nvPr/>
            </p:nvSpPr>
            <p:spPr>
              <a:xfrm rot="18957643">
                <a:off x="3270135" y="3104418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淚滴形 12"/>
              <p:cNvSpPr/>
              <p:nvPr/>
            </p:nvSpPr>
            <p:spPr>
              <a:xfrm rot="18957643">
                <a:off x="5023244" y="3087456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淚滴形 5"/>
              <p:cNvSpPr/>
              <p:nvPr/>
            </p:nvSpPr>
            <p:spPr>
              <a:xfrm rot="18957643">
                <a:off x="414694" y="308745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8" name="文字方塊 27"/>
            <p:cNvSpPr txBox="1"/>
            <p:nvPr/>
          </p:nvSpPr>
          <p:spPr>
            <a:xfrm>
              <a:off x="117498" y="340149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洗衣區</a:t>
              </a: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456995" y="340149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找空位</a:t>
              </a: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2177340" y="14829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有空位</a:t>
              </a: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2177340" y="453322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沒空位</a:t>
              </a: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3107015" y="341850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排隊</a:t>
              </a: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2851908" y="577770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去別樓層</a:t>
              </a: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4489603" y="343181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丟入洗衣槽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176939" y="342686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加入洗衣精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8026501" y="342686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投錢</a:t>
              </a: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9237137" y="341882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選擇模式</a:t>
              </a:r>
            </a:p>
          </p:txBody>
        </p:sp>
        <p:sp>
          <p:nvSpPr>
            <p:cNvPr id="39" name="＞形箭號 38"/>
            <p:cNvSpPr/>
            <p:nvPr/>
          </p:nvSpPr>
          <p:spPr>
            <a:xfrm>
              <a:off x="10799094" y="3005688"/>
              <a:ext cx="1145407" cy="351671"/>
            </a:xfrm>
            <a:prstGeom prst="chevron">
              <a:avLst/>
            </a:prstGeom>
            <a:solidFill>
              <a:srgbClr val="63C3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10937833" y="2995760"/>
              <a:ext cx="8872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START</a:t>
              </a:r>
              <a:endPara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5" name="矩形 44"/>
          <p:cNvSpPr/>
          <p:nvPr/>
        </p:nvSpPr>
        <p:spPr>
          <a:xfrm>
            <a:off x="-11184" y="-18487"/>
            <a:ext cx="12203183" cy="6873805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199352" y="297974"/>
            <a:ext cx="5161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Task Analysis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</a:t>
            </a:r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—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洗衣流程</a:t>
            </a:r>
          </a:p>
        </p:txBody>
      </p:sp>
      <p:grpSp>
        <p:nvGrpSpPr>
          <p:cNvPr id="17" name="群組 16"/>
          <p:cNvGrpSpPr/>
          <p:nvPr/>
        </p:nvGrpSpPr>
        <p:grpSpPr>
          <a:xfrm>
            <a:off x="52368" y="3796201"/>
            <a:ext cx="10374619" cy="2711606"/>
            <a:chOff x="52368" y="3796201"/>
            <a:chExt cx="10374619" cy="2711606"/>
          </a:xfrm>
        </p:grpSpPr>
        <p:sp>
          <p:nvSpPr>
            <p:cNvPr id="46" name="文字方塊 45"/>
            <p:cNvSpPr txBox="1"/>
            <p:nvPr/>
          </p:nvSpPr>
          <p:spPr>
            <a:xfrm>
              <a:off x="2928443" y="3806236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被插隊</a:t>
              </a: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2753222" y="4237501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何時輪到？</a:t>
              </a:r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2859815" y="604614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何樓層？</a:t>
              </a: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5004175" y="381018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髒</a:t>
              </a: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6251286" y="381194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加多少？</a:t>
              </a: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7914323" y="379840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沒零錢</a:t>
              </a: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7943328" y="4199594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吃錢！</a:t>
              </a: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9318991" y="379620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何種？</a:t>
              </a:r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52368" y="3798409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洗衣區太遠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921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99352" y="297974"/>
            <a:ext cx="5161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Task Analysis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</a:t>
            </a:r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—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烘衣流程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632895" y="1569583"/>
            <a:ext cx="11383836" cy="4664071"/>
            <a:chOff x="-892749" y="1482962"/>
            <a:chExt cx="11383836" cy="4664071"/>
          </a:xfrm>
        </p:grpSpPr>
        <p:grpSp>
          <p:nvGrpSpPr>
            <p:cNvPr id="5" name="群組 4"/>
            <p:cNvGrpSpPr/>
            <p:nvPr/>
          </p:nvGrpSpPr>
          <p:grpSpPr>
            <a:xfrm>
              <a:off x="-892749" y="1921162"/>
              <a:ext cx="10800000" cy="3851209"/>
              <a:chOff x="-892749" y="1921162"/>
              <a:chExt cx="10800000" cy="3851209"/>
            </a:xfrm>
          </p:grpSpPr>
          <p:sp>
            <p:nvSpPr>
              <p:cNvPr id="18" name="矩形 17"/>
              <p:cNvSpPr/>
              <p:nvPr/>
            </p:nvSpPr>
            <p:spPr>
              <a:xfrm rot="18362139">
                <a:off x="2879884" y="4296371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 rot="3471659">
                <a:off x="2287642" y="4925190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3471659">
                <a:off x="1566127" y="3765608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 rot="18124175">
                <a:off x="1525212" y="2605162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1556070">
                <a:off x="2520068" y="2581223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-892749" y="3163824"/>
                <a:ext cx="10800000" cy="72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淚滴形 23"/>
              <p:cNvSpPr/>
              <p:nvPr/>
            </p:nvSpPr>
            <p:spPr>
              <a:xfrm rot="18957643">
                <a:off x="2475143" y="192395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淚滴形 24"/>
              <p:cNvSpPr/>
              <p:nvPr/>
            </p:nvSpPr>
            <p:spPr>
              <a:xfrm rot="18957643">
                <a:off x="6715686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淚滴形 25"/>
              <p:cNvSpPr/>
              <p:nvPr/>
            </p:nvSpPr>
            <p:spPr>
              <a:xfrm rot="18957643">
                <a:off x="8213894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856681" y="3125475"/>
                <a:ext cx="1440000" cy="153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淚滴形 28"/>
              <p:cNvSpPr/>
              <p:nvPr/>
            </p:nvSpPr>
            <p:spPr>
              <a:xfrm rot="18957643">
                <a:off x="1755814" y="3093553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淚滴形 29"/>
              <p:cNvSpPr/>
              <p:nvPr/>
            </p:nvSpPr>
            <p:spPr>
              <a:xfrm rot="18957643">
                <a:off x="3270133" y="5394522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 rot="7496234">
                <a:off x="2274632" y="3755284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淚滴形 31"/>
              <p:cNvSpPr/>
              <p:nvPr/>
            </p:nvSpPr>
            <p:spPr>
              <a:xfrm rot="18957643">
                <a:off x="2477613" y="422224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 rot="10800000">
                <a:off x="3396131" y="3163872"/>
                <a:ext cx="180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淚滴形 33"/>
              <p:cNvSpPr/>
              <p:nvPr/>
            </p:nvSpPr>
            <p:spPr>
              <a:xfrm rot="18957643">
                <a:off x="3270135" y="3104418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淚滴形 34"/>
              <p:cNvSpPr/>
              <p:nvPr/>
            </p:nvSpPr>
            <p:spPr>
              <a:xfrm rot="18957643">
                <a:off x="5023244" y="3087456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淚滴形 35"/>
              <p:cNvSpPr/>
              <p:nvPr/>
            </p:nvSpPr>
            <p:spPr>
              <a:xfrm rot="18957643">
                <a:off x="414694" y="308745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6" name="文字方塊 5"/>
            <p:cNvSpPr txBox="1"/>
            <p:nvPr/>
          </p:nvSpPr>
          <p:spPr>
            <a:xfrm>
              <a:off x="31555" y="341850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拿出衣物</a:t>
              </a: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456995" y="342074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找空位</a:t>
              </a: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177340" y="14829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有空位</a:t>
              </a: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2177340" y="453322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沒空位</a:t>
              </a: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107015" y="341850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排隊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851908" y="577770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去別樓層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489603" y="343181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丟入烘衣槽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6515721" y="343773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投錢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95669" y="343773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選擇模式</a:t>
              </a:r>
            </a:p>
          </p:txBody>
        </p:sp>
        <p:sp>
          <p:nvSpPr>
            <p:cNvPr id="16" name="＞形箭號 15"/>
            <p:cNvSpPr/>
            <p:nvPr/>
          </p:nvSpPr>
          <p:spPr>
            <a:xfrm>
              <a:off x="9345680" y="3024938"/>
              <a:ext cx="1145407" cy="351671"/>
            </a:xfrm>
            <a:prstGeom prst="chevron">
              <a:avLst/>
            </a:prstGeom>
            <a:solidFill>
              <a:srgbClr val="63C3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9455544" y="3015010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FINISH</a:t>
              </a:r>
            </a:p>
          </p:txBody>
        </p:sp>
      </p:grpSp>
      <p:sp>
        <p:nvSpPr>
          <p:cNvPr id="37" name="淚滴形 36"/>
          <p:cNvSpPr/>
          <p:nvPr/>
        </p:nvSpPr>
        <p:spPr>
          <a:xfrm rot="18957643">
            <a:off x="509976" y="3191039"/>
            <a:ext cx="271547" cy="278012"/>
          </a:xfrm>
          <a:prstGeom prst="teardrop">
            <a:avLst/>
          </a:prstGeom>
          <a:solidFill>
            <a:srgbClr val="63C3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197515" y="350512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時間到</a:t>
            </a:r>
          </a:p>
        </p:txBody>
      </p:sp>
    </p:spTree>
    <p:extLst>
      <p:ext uri="{BB962C8B-B14F-4D97-AF65-F5344CB8AC3E}">
        <p14:creationId xmlns:p14="http://schemas.microsoft.com/office/powerpoint/2010/main" val="91886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99352" y="297974"/>
            <a:ext cx="5161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Task Analysis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</a:t>
            </a:r>
            <a:r>
              <a:rPr lang="en-US" altLang="zh-TW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—</a:t>
            </a:r>
            <a:r>
              <a:rPr lang="zh-TW" altLang="en-US" sz="3200" i="1" dirty="0">
                <a:latin typeface="Noto Sans CJK JP Black" panose="020B0A00000000000000" pitchFamily="34" charset="-128"/>
                <a:ea typeface="Noto Sans CJK JP Black" panose="020B0A00000000000000" pitchFamily="34" charset="-128"/>
              </a:rPr>
              <a:t> 烘衣流程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632895" y="1569583"/>
            <a:ext cx="11383836" cy="4664071"/>
            <a:chOff x="-892749" y="1482962"/>
            <a:chExt cx="11383836" cy="4664071"/>
          </a:xfrm>
        </p:grpSpPr>
        <p:grpSp>
          <p:nvGrpSpPr>
            <p:cNvPr id="5" name="群組 4"/>
            <p:cNvGrpSpPr/>
            <p:nvPr/>
          </p:nvGrpSpPr>
          <p:grpSpPr>
            <a:xfrm>
              <a:off x="-892749" y="1921162"/>
              <a:ext cx="10800000" cy="3851209"/>
              <a:chOff x="-892749" y="1921162"/>
              <a:chExt cx="10800000" cy="3851209"/>
            </a:xfrm>
          </p:grpSpPr>
          <p:sp>
            <p:nvSpPr>
              <p:cNvPr id="18" name="矩形 17"/>
              <p:cNvSpPr/>
              <p:nvPr/>
            </p:nvSpPr>
            <p:spPr>
              <a:xfrm rot="18362139">
                <a:off x="2879884" y="4296371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 rot="3471659">
                <a:off x="2287642" y="4925190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3471659">
                <a:off x="1566127" y="3765608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 rot="18124175">
                <a:off x="1525212" y="2605162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1556070">
                <a:off x="2520068" y="2581223"/>
                <a:ext cx="288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-892749" y="3163824"/>
                <a:ext cx="10800000" cy="720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淚滴形 23"/>
              <p:cNvSpPr/>
              <p:nvPr/>
            </p:nvSpPr>
            <p:spPr>
              <a:xfrm rot="18957643">
                <a:off x="2475143" y="192395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淚滴形 24"/>
              <p:cNvSpPr/>
              <p:nvPr/>
            </p:nvSpPr>
            <p:spPr>
              <a:xfrm rot="18957643">
                <a:off x="6715686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淚滴形 25"/>
              <p:cNvSpPr/>
              <p:nvPr/>
            </p:nvSpPr>
            <p:spPr>
              <a:xfrm rot="18957643">
                <a:off x="8213894" y="309681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856681" y="3125475"/>
                <a:ext cx="1440000" cy="153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淚滴形 28"/>
              <p:cNvSpPr/>
              <p:nvPr/>
            </p:nvSpPr>
            <p:spPr>
              <a:xfrm rot="18957643">
                <a:off x="1755814" y="3093553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淚滴形 29"/>
              <p:cNvSpPr/>
              <p:nvPr/>
            </p:nvSpPr>
            <p:spPr>
              <a:xfrm rot="18957643">
                <a:off x="3270133" y="5394522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 rot="7496234">
                <a:off x="2274632" y="3755284"/>
                <a:ext cx="144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淚滴形 31"/>
              <p:cNvSpPr/>
              <p:nvPr/>
            </p:nvSpPr>
            <p:spPr>
              <a:xfrm rot="18957643">
                <a:off x="2477613" y="4222241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 rot="10800000">
                <a:off x="3396131" y="3163872"/>
                <a:ext cx="1800000" cy="72000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淚滴形 33"/>
              <p:cNvSpPr/>
              <p:nvPr/>
            </p:nvSpPr>
            <p:spPr>
              <a:xfrm rot="18957643">
                <a:off x="3270135" y="3104418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淚滴形 34"/>
              <p:cNvSpPr/>
              <p:nvPr/>
            </p:nvSpPr>
            <p:spPr>
              <a:xfrm rot="18957643">
                <a:off x="5023244" y="3087456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淚滴形 35"/>
              <p:cNvSpPr/>
              <p:nvPr/>
            </p:nvSpPr>
            <p:spPr>
              <a:xfrm rot="18957643">
                <a:off x="414694" y="3087457"/>
                <a:ext cx="271547" cy="278012"/>
              </a:xfrm>
              <a:prstGeom prst="teardrop">
                <a:avLst/>
              </a:prstGeom>
              <a:solidFill>
                <a:srgbClr val="63C3C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6" name="文字方塊 5"/>
            <p:cNvSpPr txBox="1"/>
            <p:nvPr/>
          </p:nvSpPr>
          <p:spPr>
            <a:xfrm>
              <a:off x="31555" y="341850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拿出衣物</a:t>
              </a: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456995" y="342074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找空位</a:t>
              </a: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177340" y="14829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有空位</a:t>
              </a: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2177340" y="453322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沒空位</a:t>
              </a: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107015" y="341850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排隊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851908" y="577770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去別樓層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4489603" y="343181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丟入烘衣槽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6515721" y="343773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投錢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95669" y="343773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選擇模式</a:t>
              </a:r>
            </a:p>
          </p:txBody>
        </p:sp>
        <p:sp>
          <p:nvSpPr>
            <p:cNvPr id="16" name="＞形箭號 15"/>
            <p:cNvSpPr/>
            <p:nvPr/>
          </p:nvSpPr>
          <p:spPr>
            <a:xfrm>
              <a:off x="9345680" y="3024938"/>
              <a:ext cx="1145407" cy="351671"/>
            </a:xfrm>
            <a:prstGeom prst="chevron">
              <a:avLst/>
            </a:prstGeom>
            <a:solidFill>
              <a:srgbClr val="63C3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9455544" y="3015010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FINISH</a:t>
              </a:r>
            </a:p>
          </p:txBody>
        </p:sp>
      </p:grpSp>
      <p:sp>
        <p:nvSpPr>
          <p:cNvPr id="37" name="淚滴形 36"/>
          <p:cNvSpPr/>
          <p:nvPr/>
        </p:nvSpPr>
        <p:spPr>
          <a:xfrm rot="18957643">
            <a:off x="509976" y="3191039"/>
            <a:ext cx="271547" cy="278012"/>
          </a:xfrm>
          <a:prstGeom prst="teardrop">
            <a:avLst/>
          </a:prstGeom>
          <a:solidFill>
            <a:srgbClr val="63C3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197515" y="350512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時間到</a:t>
            </a:r>
          </a:p>
        </p:txBody>
      </p:sp>
      <p:sp>
        <p:nvSpPr>
          <p:cNvPr id="39" name="矩形 38"/>
          <p:cNvSpPr/>
          <p:nvPr/>
        </p:nvSpPr>
        <p:spPr>
          <a:xfrm>
            <a:off x="-11184" y="-18487"/>
            <a:ext cx="12203183" cy="6873805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63125" y="387445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到了嗎？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1677144" y="388777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漏拿</a:t>
            </a:r>
          </a:p>
        </p:txBody>
      </p:sp>
      <p:sp>
        <p:nvSpPr>
          <p:cNvPr id="42" name="文字方塊 41"/>
          <p:cNvSpPr txBox="1"/>
          <p:nvPr/>
        </p:nvSpPr>
        <p:spPr>
          <a:xfrm>
            <a:off x="1234223" y="433612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被別人拿出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4380770" y="382624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被插隊</a:t>
            </a:r>
          </a:p>
        </p:txBody>
      </p:sp>
      <p:sp>
        <p:nvSpPr>
          <p:cNvPr id="44" name="文字方塊 43"/>
          <p:cNvSpPr txBox="1"/>
          <p:nvPr/>
        </p:nvSpPr>
        <p:spPr>
          <a:xfrm>
            <a:off x="4197889" y="423309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何時輪到？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4261395" y="619748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何樓層？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6122383" y="382061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掉衣服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7724965" y="382061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烘多久？</a:t>
            </a:r>
          </a:p>
        </p:txBody>
      </p:sp>
      <p:sp>
        <p:nvSpPr>
          <p:cNvPr id="48" name="文字方塊 47"/>
          <p:cNvSpPr txBox="1"/>
          <p:nvPr/>
        </p:nvSpPr>
        <p:spPr>
          <a:xfrm>
            <a:off x="7823104" y="423309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沒零錢</a:t>
            </a:r>
          </a:p>
        </p:txBody>
      </p:sp>
      <p:sp>
        <p:nvSpPr>
          <p:cNvPr id="49" name="文字方塊 48"/>
          <p:cNvSpPr txBox="1"/>
          <p:nvPr/>
        </p:nvSpPr>
        <p:spPr>
          <a:xfrm>
            <a:off x="7976993" y="467006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吃錢</a:t>
            </a:r>
          </a:p>
        </p:txBody>
      </p:sp>
      <p:sp>
        <p:nvSpPr>
          <p:cNvPr id="50" name="文字方塊 49"/>
          <p:cNvSpPr txBox="1"/>
          <p:nvPr/>
        </p:nvSpPr>
        <p:spPr>
          <a:xfrm>
            <a:off x="9317531" y="385513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何種？</a:t>
            </a:r>
          </a:p>
        </p:txBody>
      </p:sp>
    </p:spTree>
    <p:extLst>
      <p:ext uri="{BB962C8B-B14F-4D97-AF65-F5344CB8AC3E}">
        <p14:creationId xmlns:p14="http://schemas.microsoft.com/office/powerpoint/2010/main" val="394066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5400000" flipV="1">
            <a:off x="5473007" y="3287094"/>
            <a:ext cx="5123172" cy="907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7918954" y="3753400"/>
            <a:ext cx="218440" cy="218440"/>
            <a:chOff x="7363602" y="438027"/>
            <a:chExt cx="218440" cy="21844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" name="橢圓 12"/>
            <p:cNvSpPr/>
            <p:nvPr/>
          </p:nvSpPr>
          <p:spPr>
            <a:xfrm rot="5400000" flipV="1">
              <a:off x="7363602" y="438027"/>
              <a:ext cx="218440" cy="2184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 rot="5400000" flipV="1">
              <a:off x="7415043" y="489468"/>
              <a:ext cx="115557" cy="1155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8175946" y="1653342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Affinity Diagram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825874" y="3450898"/>
            <a:ext cx="3880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Brain Storming</a:t>
            </a:r>
            <a:endParaRPr lang="zh-TW" altLang="en-US" sz="4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228404" y="4598387"/>
            <a:ext cx="1421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</a:t>
            </a:r>
            <a:endParaRPr lang="en-US" altLang="zh-TW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156228" y="670955"/>
            <a:ext cx="2557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Contextual Inquiry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175946" y="5556367"/>
            <a:ext cx="2237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 Demo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橢圓 24"/>
          <p:cNvSpPr/>
          <p:nvPr/>
        </p:nvSpPr>
        <p:spPr>
          <a:xfrm rot="5400000" flipV="1">
            <a:off x="7929316" y="2786801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 rot="5400000" flipV="1">
            <a:off x="7921584" y="4720000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 rot="5400000" flipV="1">
            <a:off x="7921584" y="5703116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 rot="5400000" flipV="1">
            <a:off x="7918954" y="1759368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 rot="5400000" flipV="1">
            <a:off x="7928221" y="760242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166591" y="2695966"/>
            <a:ext cx="3168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</a:t>
            </a:r>
            <a:r>
              <a:rPr lang="zh-TW" alt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Task Analysis</a:t>
            </a:r>
            <a:endParaRPr lang="zh-TW" altLang="en-US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橢圓 18"/>
          <p:cNvSpPr/>
          <p:nvPr/>
        </p:nvSpPr>
        <p:spPr>
          <a:xfrm rot="5400000" flipV="1">
            <a:off x="7970395" y="3802112"/>
            <a:ext cx="115557" cy="115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51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手繪多邊形 19"/>
          <p:cNvSpPr/>
          <p:nvPr/>
        </p:nvSpPr>
        <p:spPr>
          <a:xfrm rot="976869">
            <a:off x="4339946" y="733610"/>
            <a:ext cx="3375374" cy="3131049"/>
          </a:xfrm>
          <a:custGeom>
            <a:avLst/>
            <a:gdLst>
              <a:gd name="connsiteX0" fmla="*/ 2189788 w 3185468"/>
              <a:gd name="connsiteY0" fmla="*/ 3017520 h 3017520"/>
              <a:gd name="connsiteX1" fmla="*/ 2098348 w 3185468"/>
              <a:gd name="connsiteY1" fmla="*/ 2865120 h 3017520"/>
              <a:gd name="connsiteX2" fmla="*/ 2078028 w 3185468"/>
              <a:gd name="connsiteY2" fmla="*/ 2834640 h 3017520"/>
              <a:gd name="connsiteX3" fmla="*/ 2047548 w 3185468"/>
              <a:gd name="connsiteY3" fmla="*/ 2814320 h 3017520"/>
              <a:gd name="connsiteX4" fmla="*/ 2027228 w 3185468"/>
              <a:gd name="connsiteY4" fmla="*/ 2783840 h 3017520"/>
              <a:gd name="connsiteX5" fmla="*/ 1996748 w 3185468"/>
              <a:gd name="connsiteY5" fmla="*/ 2763520 h 3017520"/>
              <a:gd name="connsiteX6" fmla="*/ 1956108 w 3185468"/>
              <a:gd name="connsiteY6" fmla="*/ 2733040 h 3017520"/>
              <a:gd name="connsiteX7" fmla="*/ 1925628 w 3185468"/>
              <a:gd name="connsiteY7" fmla="*/ 2702560 h 3017520"/>
              <a:gd name="connsiteX8" fmla="*/ 1854508 w 3185468"/>
              <a:gd name="connsiteY8" fmla="*/ 2661920 h 3017520"/>
              <a:gd name="connsiteX9" fmla="*/ 1813868 w 3185468"/>
              <a:gd name="connsiteY9" fmla="*/ 2651760 h 3017520"/>
              <a:gd name="connsiteX10" fmla="*/ 1773228 w 3185468"/>
              <a:gd name="connsiteY10" fmla="*/ 2611120 h 3017520"/>
              <a:gd name="connsiteX11" fmla="*/ 1722428 w 3185468"/>
              <a:gd name="connsiteY11" fmla="*/ 2600960 h 3017520"/>
              <a:gd name="connsiteX12" fmla="*/ 1691948 w 3185468"/>
              <a:gd name="connsiteY12" fmla="*/ 2580640 h 3017520"/>
              <a:gd name="connsiteX13" fmla="*/ 1641148 w 3185468"/>
              <a:gd name="connsiteY13" fmla="*/ 2570480 h 3017520"/>
              <a:gd name="connsiteX14" fmla="*/ 1610668 w 3185468"/>
              <a:gd name="connsiteY14" fmla="*/ 2560320 h 3017520"/>
              <a:gd name="connsiteX15" fmla="*/ 1559868 w 3185468"/>
              <a:gd name="connsiteY15" fmla="*/ 2550160 h 3017520"/>
              <a:gd name="connsiteX16" fmla="*/ 1529388 w 3185468"/>
              <a:gd name="connsiteY16" fmla="*/ 2519680 h 3017520"/>
              <a:gd name="connsiteX17" fmla="*/ 1498908 w 3185468"/>
              <a:gd name="connsiteY17" fmla="*/ 2509520 h 3017520"/>
              <a:gd name="connsiteX18" fmla="*/ 1407468 w 3185468"/>
              <a:gd name="connsiteY18" fmla="*/ 2499360 h 3017520"/>
              <a:gd name="connsiteX19" fmla="*/ 1336348 w 3185468"/>
              <a:gd name="connsiteY19" fmla="*/ 2489200 h 3017520"/>
              <a:gd name="connsiteX20" fmla="*/ 1305868 w 3185468"/>
              <a:gd name="connsiteY20" fmla="*/ 2479040 h 3017520"/>
              <a:gd name="connsiteX21" fmla="*/ 1173788 w 3185468"/>
              <a:gd name="connsiteY21" fmla="*/ 2418080 h 3017520"/>
              <a:gd name="connsiteX22" fmla="*/ 1122988 w 3185468"/>
              <a:gd name="connsiteY22" fmla="*/ 2407920 h 3017520"/>
              <a:gd name="connsiteX23" fmla="*/ 1041708 w 3185468"/>
              <a:gd name="connsiteY23" fmla="*/ 2367280 h 3017520"/>
              <a:gd name="connsiteX24" fmla="*/ 980748 w 3185468"/>
              <a:gd name="connsiteY24" fmla="*/ 2336800 h 3017520"/>
              <a:gd name="connsiteX25" fmla="*/ 940108 w 3185468"/>
              <a:gd name="connsiteY25" fmla="*/ 2326640 h 3017520"/>
              <a:gd name="connsiteX26" fmla="*/ 879148 w 3185468"/>
              <a:gd name="connsiteY26" fmla="*/ 2306320 h 3017520"/>
              <a:gd name="connsiteX27" fmla="*/ 777548 w 3185468"/>
              <a:gd name="connsiteY27" fmla="*/ 2265680 h 3017520"/>
              <a:gd name="connsiteX28" fmla="*/ 696268 w 3185468"/>
              <a:gd name="connsiteY28" fmla="*/ 2194560 h 3017520"/>
              <a:gd name="connsiteX29" fmla="*/ 614988 w 3185468"/>
              <a:gd name="connsiteY29" fmla="*/ 2164080 h 3017520"/>
              <a:gd name="connsiteX30" fmla="*/ 584508 w 3185468"/>
              <a:gd name="connsiteY30" fmla="*/ 2143760 h 3017520"/>
              <a:gd name="connsiteX31" fmla="*/ 513388 w 3185468"/>
              <a:gd name="connsiteY31" fmla="*/ 2113280 h 3017520"/>
              <a:gd name="connsiteX32" fmla="*/ 432108 w 3185468"/>
              <a:gd name="connsiteY32" fmla="*/ 2082800 h 3017520"/>
              <a:gd name="connsiteX33" fmla="*/ 360988 w 3185468"/>
              <a:gd name="connsiteY33" fmla="*/ 2021840 h 3017520"/>
              <a:gd name="connsiteX34" fmla="*/ 218748 w 3185468"/>
              <a:gd name="connsiteY34" fmla="*/ 1899920 h 3017520"/>
              <a:gd name="connsiteX35" fmla="*/ 178108 w 3185468"/>
              <a:gd name="connsiteY35" fmla="*/ 1869440 h 3017520"/>
              <a:gd name="connsiteX36" fmla="*/ 157788 w 3185468"/>
              <a:gd name="connsiteY36" fmla="*/ 1838960 h 3017520"/>
              <a:gd name="connsiteX37" fmla="*/ 127308 w 3185468"/>
              <a:gd name="connsiteY37" fmla="*/ 1808480 h 3017520"/>
              <a:gd name="connsiteX38" fmla="*/ 106988 w 3185468"/>
              <a:gd name="connsiteY38" fmla="*/ 1778000 h 3017520"/>
              <a:gd name="connsiteX39" fmla="*/ 56188 w 3185468"/>
              <a:gd name="connsiteY39" fmla="*/ 1696720 h 3017520"/>
              <a:gd name="connsiteX40" fmla="*/ 35868 w 3185468"/>
              <a:gd name="connsiteY40" fmla="*/ 1574800 h 3017520"/>
              <a:gd name="connsiteX41" fmla="*/ 15548 w 3185468"/>
              <a:gd name="connsiteY41" fmla="*/ 1524000 h 3017520"/>
              <a:gd name="connsiteX42" fmla="*/ 15548 w 3185468"/>
              <a:gd name="connsiteY42" fmla="*/ 1087120 h 3017520"/>
              <a:gd name="connsiteX43" fmla="*/ 66348 w 3185468"/>
              <a:gd name="connsiteY43" fmla="*/ 985520 h 3017520"/>
              <a:gd name="connsiteX44" fmla="*/ 86668 w 3185468"/>
              <a:gd name="connsiteY44" fmla="*/ 955040 h 3017520"/>
              <a:gd name="connsiteX45" fmla="*/ 117148 w 3185468"/>
              <a:gd name="connsiteY45" fmla="*/ 863600 h 3017520"/>
              <a:gd name="connsiteX46" fmla="*/ 137468 w 3185468"/>
              <a:gd name="connsiteY46" fmla="*/ 833120 h 3017520"/>
              <a:gd name="connsiteX47" fmla="*/ 178108 w 3185468"/>
              <a:gd name="connsiteY47" fmla="*/ 741680 h 3017520"/>
              <a:gd name="connsiteX48" fmla="*/ 289868 w 3185468"/>
              <a:gd name="connsiteY48" fmla="*/ 619760 h 3017520"/>
              <a:gd name="connsiteX49" fmla="*/ 330508 w 3185468"/>
              <a:gd name="connsiteY49" fmla="*/ 558800 h 3017520"/>
              <a:gd name="connsiteX50" fmla="*/ 360988 w 3185468"/>
              <a:gd name="connsiteY50" fmla="*/ 528320 h 3017520"/>
              <a:gd name="connsiteX51" fmla="*/ 391468 w 3185468"/>
              <a:gd name="connsiteY51" fmla="*/ 477520 h 3017520"/>
              <a:gd name="connsiteX52" fmla="*/ 503228 w 3185468"/>
              <a:gd name="connsiteY52" fmla="*/ 396240 h 3017520"/>
              <a:gd name="connsiteX53" fmla="*/ 625148 w 3185468"/>
              <a:gd name="connsiteY53" fmla="*/ 284480 h 3017520"/>
              <a:gd name="connsiteX54" fmla="*/ 716588 w 3185468"/>
              <a:gd name="connsiteY54" fmla="*/ 203200 h 3017520"/>
              <a:gd name="connsiteX55" fmla="*/ 858828 w 3185468"/>
              <a:gd name="connsiteY55" fmla="*/ 142240 h 3017520"/>
              <a:gd name="connsiteX56" fmla="*/ 889308 w 3185468"/>
              <a:gd name="connsiteY56" fmla="*/ 121920 h 3017520"/>
              <a:gd name="connsiteX57" fmla="*/ 960428 w 3185468"/>
              <a:gd name="connsiteY57" fmla="*/ 101600 h 3017520"/>
              <a:gd name="connsiteX58" fmla="*/ 1011228 w 3185468"/>
              <a:gd name="connsiteY58" fmla="*/ 60960 h 3017520"/>
              <a:gd name="connsiteX59" fmla="*/ 1153468 w 3185468"/>
              <a:gd name="connsiteY59" fmla="*/ 50800 h 3017520"/>
              <a:gd name="connsiteX60" fmla="*/ 1244908 w 3185468"/>
              <a:gd name="connsiteY60" fmla="*/ 40640 h 3017520"/>
              <a:gd name="connsiteX61" fmla="*/ 1671628 w 3185468"/>
              <a:gd name="connsiteY61" fmla="*/ 20320 h 3017520"/>
              <a:gd name="connsiteX62" fmla="*/ 1854508 w 3185468"/>
              <a:gd name="connsiteY62" fmla="*/ 0 h 3017520"/>
              <a:gd name="connsiteX63" fmla="*/ 2494588 w 3185468"/>
              <a:gd name="connsiteY63" fmla="*/ 10160 h 3017520"/>
              <a:gd name="connsiteX64" fmla="*/ 2525068 w 3185468"/>
              <a:gd name="connsiteY64" fmla="*/ 40640 h 3017520"/>
              <a:gd name="connsiteX65" fmla="*/ 2586028 w 3185468"/>
              <a:gd name="connsiteY65" fmla="*/ 50800 h 3017520"/>
              <a:gd name="connsiteX66" fmla="*/ 2636828 w 3185468"/>
              <a:gd name="connsiteY66" fmla="*/ 60960 h 3017520"/>
              <a:gd name="connsiteX67" fmla="*/ 2718108 w 3185468"/>
              <a:gd name="connsiteY67" fmla="*/ 81280 h 3017520"/>
              <a:gd name="connsiteX68" fmla="*/ 2779068 w 3185468"/>
              <a:gd name="connsiteY68" fmla="*/ 121920 h 3017520"/>
              <a:gd name="connsiteX69" fmla="*/ 2819708 w 3185468"/>
              <a:gd name="connsiteY69" fmla="*/ 152400 h 3017520"/>
              <a:gd name="connsiteX70" fmla="*/ 2870508 w 3185468"/>
              <a:gd name="connsiteY70" fmla="*/ 172720 h 3017520"/>
              <a:gd name="connsiteX71" fmla="*/ 2961948 w 3185468"/>
              <a:gd name="connsiteY71" fmla="*/ 233680 h 3017520"/>
              <a:gd name="connsiteX72" fmla="*/ 3002588 w 3185468"/>
              <a:gd name="connsiteY72" fmla="*/ 254000 h 3017520"/>
              <a:gd name="connsiteX73" fmla="*/ 3063548 w 3185468"/>
              <a:gd name="connsiteY73" fmla="*/ 325120 h 3017520"/>
              <a:gd name="connsiteX74" fmla="*/ 3094028 w 3185468"/>
              <a:gd name="connsiteY74" fmla="*/ 355600 h 3017520"/>
              <a:gd name="connsiteX75" fmla="*/ 3114348 w 3185468"/>
              <a:gd name="connsiteY75" fmla="*/ 406400 h 3017520"/>
              <a:gd name="connsiteX76" fmla="*/ 3124508 w 3185468"/>
              <a:gd name="connsiteY76" fmla="*/ 467360 h 3017520"/>
              <a:gd name="connsiteX77" fmla="*/ 3154988 w 3185468"/>
              <a:gd name="connsiteY77" fmla="*/ 487680 h 3017520"/>
              <a:gd name="connsiteX78" fmla="*/ 3165148 w 3185468"/>
              <a:gd name="connsiteY78" fmla="*/ 538480 h 3017520"/>
              <a:gd name="connsiteX79" fmla="*/ 3175308 w 3185468"/>
              <a:gd name="connsiteY79" fmla="*/ 609600 h 3017520"/>
              <a:gd name="connsiteX80" fmla="*/ 3185468 w 3185468"/>
              <a:gd name="connsiteY80" fmla="*/ 640080 h 3017520"/>
              <a:gd name="connsiteX81" fmla="*/ 3175308 w 3185468"/>
              <a:gd name="connsiteY81" fmla="*/ 995680 h 3017520"/>
              <a:gd name="connsiteX82" fmla="*/ 3134668 w 3185468"/>
              <a:gd name="connsiteY82" fmla="*/ 1076960 h 3017520"/>
              <a:gd name="connsiteX83" fmla="*/ 3104188 w 3185468"/>
              <a:gd name="connsiteY83" fmla="*/ 1148080 h 3017520"/>
              <a:gd name="connsiteX84" fmla="*/ 3083868 w 3185468"/>
              <a:gd name="connsiteY84" fmla="*/ 1198880 h 3017520"/>
              <a:gd name="connsiteX85" fmla="*/ 3073708 w 3185468"/>
              <a:gd name="connsiteY85" fmla="*/ 1229360 h 3017520"/>
              <a:gd name="connsiteX86" fmla="*/ 3043228 w 3185468"/>
              <a:gd name="connsiteY86" fmla="*/ 1249680 h 3017520"/>
              <a:gd name="connsiteX87" fmla="*/ 3022908 w 3185468"/>
              <a:gd name="connsiteY87" fmla="*/ 1300480 h 3017520"/>
              <a:gd name="connsiteX88" fmla="*/ 3012748 w 3185468"/>
              <a:gd name="connsiteY88" fmla="*/ 1330960 h 3017520"/>
              <a:gd name="connsiteX89" fmla="*/ 2972108 w 3185468"/>
              <a:gd name="connsiteY89" fmla="*/ 1351280 h 3017520"/>
              <a:gd name="connsiteX90" fmla="*/ 2961948 w 3185468"/>
              <a:gd name="connsiteY90" fmla="*/ 1391920 h 3017520"/>
              <a:gd name="connsiteX91" fmla="*/ 2911148 w 3185468"/>
              <a:gd name="connsiteY91" fmla="*/ 1473200 h 3017520"/>
              <a:gd name="connsiteX92" fmla="*/ 2880668 w 3185468"/>
              <a:gd name="connsiteY92" fmla="*/ 1503680 h 3017520"/>
              <a:gd name="connsiteX93" fmla="*/ 2829868 w 3185468"/>
              <a:gd name="connsiteY93" fmla="*/ 1595120 h 3017520"/>
              <a:gd name="connsiteX94" fmla="*/ 2799388 w 3185468"/>
              <a:gd name="connsiteY94" fmla="*/ 1625600 h 3017520"/>
              <a:gd name="connsiteX95" fmla="*/ 2728268 w 3185468"/>
              <a:gd name="connsiteY95" fmla="*/ 1717040 h 3017520"/>
              <a:gd name="connsiteX96" fmla="*/ 2687628 w 3185468"/>
              <a:gd name="connsiteY96" fmla="*/ 1778000 h 3017520"/>
              <a:gd name="connsiteX97" fmla="*/ 2626668 w 3185468"/>
              <a:gd name="connsiteY97" fmla="*/ 1859280 h 3017520"/>
              <a:gd name="connsiteX98" fmla="*/ 2586028 w 3185468"/>
              <a:gd name="connsiteY98" fmla="*/ 1899920 h 3017520"/>
              <a:gd name="connsiteX99" fmla="*/ 2535228 w 3185468"/>
              <a:gd name="connsiteY99" fmla="*/ 1981200 h 3017520"/>
              <a:gd name="connsiteX100" fmla="*/ 2504748 w 3185468"/>
              <a:gd name="connsiteY100" fmla="*/ 2052320 h 3017520"/>
              <a:gd name="connsiteX101" fmla="*/ 2464108 w 3185468"/>
              <a:gd name="connsiteY101" fmla="*/ 2123440 h 3017520"/>
              <a:gd name="connsiteX102" fmla="*/ 2433628 w 3185468"/>
              <a:gd name="connsiteY102" fmla="*/ 2204720 h 3017520"/>
              <a:gd name="connsiteX103" fmla="*/ 2423468 w 3185468"/>
              <a:gd name="connsiteY103" fmla="*/ 2235200 h 3017520"/>
              <a:gd name="connsiteX104" fmla="*/ 2403148 w 3185468"/>
              <a:gd name="connsiteY104" fmla="*/ 2286000 h 3017520"/>
              <a:gd name="connsiteX105" fmla="*/ 2382828 w 3185468"/>
              <a:gd name="connsiteY105" fmla="*/ 2316480 h 3017520"/>
              <a:gd name="connsiteX106" fmla="*/ 2362508 w 3185468"/>
              <a:gd name="connsiteY106" fmla="*/ 2377440 h 3017520"/>
              <a:gd name="connsiteX107" fmla="*/ 2342188 w 3185468"/>
              <a:gd name="connsiteY107" fmla="*/ 2407920 h 3017520"/>
              <a:gd name="connsiteX108" fmla="*/ 2321868 w 3185468"/>
              <a:gd name="connsiteY108" fmla="*/ 2448560 h 3017520"/>
              <a:gd name="connsiteX109" fmla="*/ 2291388 w 3185468"/>
              <a:gd name="connsiteY109" fmla="*/ 2489200 h 3017520"/>
              <a:gd name="connsiteX110" fmla="*/ 2260908 w 3185468"/>
              <a:gd name="connsiteY110" fmla="*/ 2570480 h 3017520"/>
              <a:gd name="connsiteX111" fmla="*/ 2240588 w 3185468"/>
              <a:gd name="connsiteY111" fmla="*/ 2600960 h 3017520"/>
              <a:gd name="connsiteX112" fmla="*/ 2220268 w 3185468"/>
              <a:gd name="connsiteY112" fmla="*/ 2651760 h 3017520"/>
              <a:gd name="connsiteX113" fmla="*/ 2210108 w 3185468"/>
              <a:gd name="connsiteY113" fmla="*/ 2712720 h 3017520"/>
              <a:gd name="connsiteX114" fmla="*/ 2189788 w 3185468"/>
              <a:gd name="connsiteY114" fmla="*/ 2773680 h 3017520"/>
              <a:gd name="connsiteX115" fmla="*/ 2169468 w 3185468"/>
              <a:gd name="connsiteY115" fmla="*/ 2875280 h 3017520"/>
              <a:gd name="connsiteX116" fmla="*/ 2159308 w 3185468"/>
              <a:gd name="connsiteY116" fmla="*/ 2905760 h 3017520"/>
              <a:gd name="connsiteX117" fmla="*/ 2138988 w 3185468"/>
              <a:gd name="connsiteY117" fmla="*/ 2936240 h 3017520"/>
              <a:gd name="connsiteX118" fmla="*/ 2128828 w 3185468"/>
              <a:gd name="connsiteY118" fmla="*/ 299720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3185468" h="3017520">
                <a:moveTo>
                  <a:pt x="2189788" y="3017520"/>
                </a:moveTo>
                <a:cubicBezTo>
                  <a:pt x="2142925" y="2923795"/>
                  <a:pt x="2171910" y="2975463"/>
                  <a:pt x="2098348" y="2865120"/>
                </a:cubicBezTo>
                <a:cubicBezTo>
                  <a:pt x="2091575" y="2854960"/>
                  <a:pt x="2088188" y="2841413"/>
                  <a:pt x="2078028" y="2834640"/>
                </a:cubicBezTo>
                <a:lnTo>
                  <a:pt x="2047548" y="2814320"/>
                </a:lnTo>
                <a:cubicBezTo>
                  <a:pt x="2040775" y="2804160"/>
                  <a:pt x="2035862" y="2792474"/>
                  <a:pt x="2027228" y="2783840"/>
                </a:cubicBezTo>
                <a:cubicBezTo>
                  <a:pt x="2018594" y="2775206"/>
                  <a:pt x="2006684" y="2770617"/>
                  <a:pt x="1996748" y="2763520"/>
                </a:cubicBezTo>
                <a:cubicBezTo>
                  <a:pt x="1982969" y="2753678"/>
                  <a:pt x="1968965" y="2744060"/>
                  <a:pt x="1956108" y="2733040"/>
                </a:cubicBezTo>
                <a:cubicBezTo>
                  <a:pt x="1945199" y="2723689"/>
                  <a:pt x="1936666" y="2711758"/>
                  <a:pt x="1925628" y="2702560"/>
                </a:cubicBezTo>
                <a:cubicBezTo>
                  <a:pt x="1909550" y="2689161"/>
                  <a:pt x="1872576" y="2668695"/>
                  <a:pt x="1854508" y="2661920"/>
                </a:cubicBezTo>
                <a:cubicBezTo>
                  <a:pt x="1841433" y="2657017"/>
                  <a:pt x="1827415" y="2655147"/>
                  <a:pt x="1813868" y="2651760"/>
                </a:cubicBezTo>
                <a:cubicBezTo>
                  <a:pt x="1800321" y="2638213"/>
                  <a:pt x="1789975" y="2620424"/>
                  <a:pt x="1773228" y="2611120"/>
                </a:cubicBezTo>
                <a:cubicBezTo>
                  <a:pt x="1758132" y="2602734"/>
                  <a:pt x="1738597" y="2607023"/>
                  <a:pt x="1722428" y="2600960"/>
                </a:cubicBezTo>
                <a:cubicBezTo>
                  <a:pt x="1710995" y="2596673"/>
                  <a:pt x="1703381" y="2584927"/>
                  <a:pt x="1691948" y="2580640"/>
                </a:cubicBezTo>
                <a:cubicBezTo>
                  <a:pt x="1675779" y="2574577"/>
                  <a:pt x="1657901" y="2574668"/>
                  <a:pt x="1641148" y="2570480"/>
                </a:cubicBezTo>
                <a:cubicBezTo>
                  <a:pt x="1630758" y="2567883"/>
                  <a:pt x="1621058" y="2562917"/>
                  <a:pt x="1610668" y="2560320"/>
                </a:cubicBezTo>
                <a:cubicBezTo>
                  <a:pt x="1593915" y="2556132"/>
                  <a:pt x="1576801" y="2553547"/>
                  <a:pt x="1559868" y="2550160"/>
                </a:cubicBezTo>
                <a:cubicBezTo>
                  <a:pt x="1549708" y="2540000"/>
                  <a:pt x="1541343" y="2527650"/>
                  <a:pt x="1529388" y="2519680"/>
                </a:cubicBezTo>
                <a:cubicBezTo>
                  <a:pt x="1520477" y="2513739"/>
                  <a:pt x="1509472" y="2511281"/>
                  <a:pt x="1498908" y="2509520"/>
                </a:cubicBezTo>
                <a:cubicBezTo>
                  <a:pt x="1468658" y="2504478"/>
                  <a:pt x="1437899" y="2503164"/>
                  <a:pt x="1407468" y="2499360"/>
                </a:cubicBezTo>
                <a:cubicBezTo>
                  <a:pt x="1383706" y="2496390"/>
                  <a:pt x="1360055" y="2492587"/>
                  <a:pt x="1336348" y="2489200"/>
                </a:cubicBezTo>
                <a:cubicBezTo>
                  <a:pt x="1326188" y="2485813"/>
                  <a:pt x="1315618" y="2483472"/>
                  <a:pt x="1305868" y="2479040"/>
                </a:cubicBezTo>
                <a:cubicBezTo>
                  <a:pt x="1264393" y="2460188"/>
                  <a:pt x="1218926" y="2431621"/>
                  <a:pt x="1173788" y="2418080"/>
                </a:cubicBezTo>
                <a:cubicBezTo>
                  <a:pt x="1157248" y="2413118"/>
                  <a:pt x="1139921" y="2411307"/>
                  <a:pt x="1122988" y="2407920"/>
                </a:cubicBezTo>
                <a:cubicBezTo>
                  <a:pt x="1089360" y="2357477"/>
                  <a:pt x="1117887" y="2384209"/>
                  <a:pt x="1041708" y="2367280"/>
                </a:cubicBezTo>
                <a:cubicBezTo>
                  <a:pt x="982431" y="2354107"/>
                  <a:pt x="1039765" y="2362093"/>
                  <a:pt x="980748" y="2336800"/>
                </a:cubicBezTo>
                <a:cubicBezTo>
                  <a:pt x="967913" y="2331299"/>
                  <a:pt x="953483" y="2330652"/>
                  <a:pt x="940108" y="2326640"/>
                </a:cubicBezTo>
                <a:cubicBezTo>
                  <a:pt x="919592" y="2320485"/>
                  <a:pt x="899203" y="2313841"/>
                  <a:pt x="879148" y="2306320"/>
                </a:cubicBezTo>
                <a:cubicBezTo>
                  <a:pt x="844995" y="2293513"/>
                  <a:pt x="777548" y="2265680"/>
                  <a:pt x="777548" y="2265680"/>
                </a:cubicBezTo>
                <a:cubicBezTo>
                  <a:pt x="755021" y="2243153"/>
                  <a:pt x="723143" y="2209031"/>
                  <a:pt x="696268" y="2194560"/>
                </a:cubicBezTo>
                <a:cubicBezTo>
                  <a:pt x="670791" y="2180842"/>
                  <a:pt x="641330" y="2176054"/>
                  <a:pt x="614988" y="2164080"/>
                </a:cubicBezTo>
                <a:cubicBezTo>
                  <a:pt x="603872" y="2159027"/>
                  <a:pt x="595110" y="2149818"/>
                  <a:pt x="584508" y="2143760"/>
                </a:cubicBezTo>
                <a:cubicBezTo>
                  <a:pt x="517115" y="2105250"/>
                  <a:pt x="570380" y="2137705"/>
                  <a:pt x="513388" y="2113280"/>
                </a:cubicBezTo>
                <a:cubicBezTo>
                  <a:pt x="439007" y="2081402"/>
                  <a:pt x="507035" y="2101532"/>
                  <a:pt x="432108" y="2082800"/>
                </a:cubicBezTo>
                <a:cubicBezTo>
                  <a:pt x="392859" y="2004302"/>
                  <a:pt x="438823" y="2073730"/>
                  <a:pt x="360988" y="2021840"/>
                </a:cubicBezTo>
                <a:cubicBezTo>
                  <a:pt x="222169" y="1929294"/>
                  <a:pt x="299888" y="1970918"/>
                  <a:pt x="218748" y="1899920"/>
                </a:cubicBezTo>
                <a:cubicBezTo>
                  <a:pt x="206004" y="1888769"/>
                  <a:pt x="190082" y="1881414"/>
                  <a:pt x="178108" y="1869440"/>
                </a:cubicBezTo>
                <a:cubicBezTo>
                  <a:pt x="169474" y="1860806"/>
                  <a:pt x="165605" y="1848341"/>
                  <a:pt x="157788" y="1838960"/>
                </a:cubicBezTo>
                <a:cubicBezTo>
                  <a:pt x="148590" y="1827922"/>
                  <a:pt x="136506" y="1819518"/>
                  <a:pt x="127308" y="1808480"/>
                </a:cubicBezTo>
                <a:cubicBezTo>
                  <a:pt x="119491" y="1799099"/>
                  <a:pt x="114085" y="1787936"/>
                  <a:pt x="106988" y="1778000"/>
                </a:cubicBezTo>
                <a:cubicBezTo>
                  <a:pt x="81751" y="1742669"/>
                  <a:pt x="71263" y="1736920"/>
                  <a:pt x="56188" y="1696720"/>
                </a:cubicBezTo>
                <a:cubicBezTo>
                  <a:pt x="39452" y="1652090"/>
                  <a:pt x="47670" y="1625941"/>
                  <a:pt x="35868" y="1574800"/>
                </a:cubicBezTo>
                <a:cubicBezTo>
                  <a:pt x="31767" y="1557029"/>
                  <a:pt x="22321" y="1540933"/>
                  <a:pt x="15548" y="1524000"/>
                </a:cubicBezTo>
                <a:cubicBezTo>
                  <a:pt x="-4608" y="1342594"/>
                  <a:pt x="-5750" y="1371089"/>
                  <a:pt x="15548" y="1087120"/>
                </a:cubicBezTo>
                <a:cubicBezTo>
                  <a:pt x="19297" y="1037138"/>
                  <a:pt x="40351" y="1021916"/>
                  <a:pt x="66348" y="985520"/>
                </a:cubicBezTo>
                <a:cubicBezTo>
                  <a:pt x="73445" y="975584"/>
                  <a:pt x="81972" y="966312"/>
                  <a:pt x="86668" y="955040"/>
                </a:cubicBezTo>
                <a:cubicBezTo>
                  <a:pt x="99025" y="925383"/>
                  <a:pt x="99326" y="890333"/>
                  <a:pt x="117148" y="863600"/>
                </a:cubicBezTo>
                <a:cubicBezTo>
                  <a:pt x="123921" y="853440"/>
                  <a:pt x="132007" y="844042"/>
                  <a:pt x="137468" y="833120"/>
                </a:cubicBezTo>
                <a:cubicBezTo>
                  <a:pt x="190219" y="727619"/>
                  <a:pt x="67730" y="925643"/>
                  <a:pt x="178108" y="741680"/>
                </a:cubicBezTo>
                <a:cubicBezTo>
                  <a:pt x="248277" y="624732"/>
                  <a:pt x="158828" y="816319"/>
                  <a:pt x="289868" y="619760"/>
                </a:cubicBezTo>
                <a:cubicBezTo>
                  <a:pt x="303415" y="599440"/>
                  <a:pt x="313239" y="576069"/>
                  <a:pt x="330508" y="558800"/>
                </a:cubicBezTo>
                <a:cubicBezTo>
                  <a:pt x="340668" y="548640"/>
                  <a:pt x="352367" y="539815"/>
                  <a:pt x="360988" y="528320"/>
                </a:cubicBezTo>
                <a:cubicBezTo>
                  <a:pt x="372836" y="512522"/>
                  <a:pt x="376997" y="490957"/>
                  <a:pt x="391468" y="477520"/>
                </a:cubicBezTo>
                <a:cubicBezTo>
                  <a:pt x="425223" y="446176"/>
                  <a:pt x="474452" y="432210"/>
                  <a:pt x="503228" y="396240"/>
                </a:cubicBezTo>
                <a:cubicBezTo>
                  <a:pt x="628177" y="240054"/>
                  <a:pt x="427892" y="481736"/>
                  <a:pt x="625148" y="284480"/>
                </a:cubicBezTo>
                <a:cubicBezTo>
                  <a:pt x="652074" y="257554"/>
                  <a:pt x="683708" y="222928"/>
                  <a:pt x="716588" y="203200"/>
                </a:cubicBezTo>
                <a:cubicBezTo>
                  <a:pt x="798080" y="154305"/>
                  <a:pt x="793476" y="158578"/>
                  <a:pt x="858828" y="142240"/>
                </a:cubicBezTo>
                <a:cubicBezTo>
                  <a:pt x="868988" y="135467"/>
                  <a:pt x="878386" y="127381"/>
                  <a:pt x="889308" y="121920"/>
                </a:cubicBezTo>
                <a:cubicBezTo>
                  <a:pt x="903884" y="114632"/>
                  <a:pt x="947407" y="104855"/>
                  <a:pt x="960428" y="101600"/>
                </a:cubicBezTo>
                <a:cubicBezTo>
                  <a:pt x="977361" y="88053"/>
                  <a:pt x="990257" y="66479"/>
                  <a:pt x="1011228" y="60960"/>
                </a:cubicBezTo>
                <a:cubicBezTo>
                  <a:pt x="1057197" y="48863"/>
                  <a:pt x="1106113" y="54918"/>
                  <a:pt x="1153468" y="50800"/>
                </a:cubicBezTo>
                <a:cubicBezTo>
                  <a:pt x="1184020" y="48143"/>
                  <a:pt x="1214293" y="42441"/>
                  <a:pt x="1244908" y="40640"/>
                </a:cubicBezTo>
                <a:cubicBezTo>
                  <a:pt x="1387063" y="32278"/>
                  <a:pt x="1529388" y="27093"/>
                  <a:pt x="1671628" y="20320"/>
                </a:cubicBezTo>
                <a:cubicBezTo>
                  <a:pt x="1724533" y="12762"/>
                  <a:pt x="1805196" y="0"/>
                  <a:pt x="1854508" y="0"/>
                </a:cubicBezTo>
                <a:cubicBezTo>
                  <a:pt x="2067895" y="0"/>
                  <a:pt x="2281228" y="6773"/>
                  <a:pt x="2494588" y="10160"/>
                </a:cubicBezTo>
                <a:cubicBezTo>
                  <a:pt x="2504748" y="20320"/>
                  <a:pt x="2511938" y="34804"/>
                  <a:pt x="2525068" y="40640"/>
                </a:cubicBezTo>
                <a:cubicBezTo>
                  <a:pt x="2543893" y="49007"/>
                  <a:pt x="2565760" y="47115"/>
                  <a:pt x="2586028" y="50800"/>
                </a:cubicBezTo>
                <a:cubicBezTo>
                  <a:pt x="2603018" y="53889"/>
                  <a:pt x="2620002" y="57077"/>
                  <a:pt x="2636828" y="60960"/>
                </a:cubicBezTo>
                <a:cubicBezTo>
                  <a:pt x="2664040" y="67240"/>
                  <a:pt x="2718108" y="81280"/>
                  <a:pt x="2718108" y="81280"/>
                </a:cubicBezTo>
                <a:cubicBezTo>
                  <a:pt x="2757648" y="140590"/>
                  <a:pt x="2713460" y="89116"/>
                  <a:pt x="2779068" y="121920"/>
                </a:cubicBezTo>
                <a:cubicBezTo>
                  <a:pt x="2794214" y="129493"/>
                  <a:pt x="2804906" y="144176"/>
                  <a:pt x="2819708" y="152400"/>
                </a:cubicBezTo>
                <a:cubicBezTo>
                  <a:pt x="2835651" y="161257"/>
                  <a:pt x="2854196" y="164564"/>
                  <a:pt x="2870508" y="172720"/>
                </a:cubicBezTo>
                <a:cubicBezTo>
                  <a:pt x="2949389" y="212161"/>
                  <a:pt x="2893881" y="191138"/>
                  <a:pt x="2961948" y="233680"/>
                </a:cubicBezTo>
                <a:cubicBezTo>
                  <a:pt x="2974791" y="241707"/>
                  <a:pt x="2990471" y="244913"/>
                  <a:pt x="3002588" y="254000"/>
                </a:cubicBezTo>
                <a:cubicBezTo>
                  <a:pt x="3056857" y="294702"/>
                  <a:pt x="3029418" y="284164"/>
                  <a:pt x="3063548" y="325120"/>
                </a:cubicBezTo>
                <a:cubicBezTo>
                  <a:pt x="3072746" y="336158"/>
                  <a:pt x="3083868" y="345440"/>
                  <a:pt x="3094028" y="355600"/>
                </a:cubicBezTo>
                <a:cubicBezTo>
                  <a:pt x="3100801" y="372533"/>
                  <a:pt x="3109549" y="388805"/>
                  <a:pt x="3114348" y="406400"/>
                </a:cubicBezTo>
                <a:cubicBezTo>
                  <a:pt x="3119768" y="426274"/>
                  <a:pt x="3115295" y="448935"/>
                  <a:pt x="3124508" y="467360"/>
                </a:cubicBezTo>
                <a:cubicBezTo>
                  <a:pt x="3129969" y="478282"/>
                  <a:pt x="3144828" y="480907"/>
                  <a:pt x="3154988" y="487680"/>
                </a:cubicBezTo>
                <a:cubicBezTo>
                  <a:pt x="3158375" y="504613"/>
                  <a:pt x="3162309" y="521446"/>
                  <a:pt x="3165148" y="538480"/>
                </a:cubicBezTo>
                <a:cubicBezTo>
                  <a:pt x="3169085" y="562102"/>
                  <a:pt x="3170612" y="586118"/>
                  <a:pt x="3175308" y="609600"/>
                </a:cubicBezTo>
                <a:cubicBezTo>
                  <a:pt x="3177408" y="620102"/>
                  <a:pt x="3182081" y="629920"/>
                  <a:pt x="3185468" y="640080"/>
                </a:cubicBezTo>
                <a:cubicBezTo>
                  <a:pt x="3182081" y="758613"/>
                  <a:pt x="3189004" y="877892"/>
                  <a:pt x="3175308" y="995680"/>
                </a:cubicBezTo>
                <a:cubicBezTo>
                  <a:pt x="3171809" y="1025769"/>
                  <a:pt x="3142015" y="1047573"/>
                  <a:pt x="3134668" y="1076960"/>
                </a:cubicBezTo>
                <a:cubicBezTo>
                  <a:pt x="3113523" y="1161540"/>
                  <a:pt x="3139270" y="1077916"/>
                  <a:pt x="3104188" y="1148080"/>
                </a:cubicBezTo>
                <a:cubicBezTo>
                  <a:pt x="3096032" y="1164392"/>
                  <a:pt x="3090272" y="1181803"/>
                  <a:pt x="3083868" y="1198880"/>
                </a:cubicBezTo>
                <a:cubicBezTo>
                  <a:pt x="3080108" y="1208908"/>
                  <a:pt x="3080398" y="1220997"/>
                  <a:pt x="3073708" y="1229360"/>
                </a:cubicBezTo>
                <a:cubicBezTo>
                  <a:pt x="3066080" y="1238895"/>
                  <a:pt x="3053388" y="1242907"/>
                  <a:pt x="3043228" y="1249680"/>
                </a:cubicBezTo>
                <a:cubicBezTo>
                  <a:pt x="3036455" y="1266613"/>
                  <a:pt x="3029312" y="1283403"/>
                  <a:pt x="3022908" y="1300480"/>
                </a:cubicBezTo>
                <a:cubicBezTo>
                  <a:pt x="3019148" y="1310508"/>
                  <a:pt x="3020321" y="1323387"/>
                  <a:pt x="3012748" y="1330960"/>
                </a:cubicBezTo>
                <a:cubicBezTo>
                  <a:pt x="3002038" y="1341670"/>
                  <a:pt x="2985655" y="1344507"/>
                  <a:pt x="2972108" y="1351280"/>
                </a:cubicBezTo>
                <a:cubicBezTo>
                  <a:pt x="2968721" y="1364827"/>
                  <a:pt x="2967619" y="1379160"/>
                  <a:pt x="2961948" y="1391920"/>
                </a:cubicBezTo>
                <a:cubicBezTo>
                  <a:pt x="2960060" y="1396169"/>
                  <a:pt x="2920858" y="1461548"/>
                  <a:pt x="2911148" y="1473200"/>
                </a:cubicBezTo>
                <a:cubicBezTo>
                  <a:pt x="2901950" y="1484238"/>
                  <a:pt x="2890828" y="1493520"/>
                  <a:pt x="2880668" y="1503680"/>
                </a:cubicBezTo>
                <a:cubicBezTo>
                  <a:pt x="2867892" y="1542008"/>
                  <a:pt x="2864803" y="1560185"/>
                  <a:pt x="2829868" y="1595120"/>
                </a:cubicBezTo>
                <a:cubicBezTo>
                  <a:pt x="2819708" y="1605280"/>
                  <a:pt x="2808209" y="1614258"/>
                  <a:pt x="2799388" y="1625600"/>
                </a:cubicBezTo>
                <a:cubicBezTo>
                  <a:pt x="2714320" y="1734973"/>
                  <a:pt x="2797466" y="1647842"/>
                  <a:pt x="2728268" y="1717040"/>
                </a:cubicBezTo>
                <a:cubicBezTo>
                  <a:pt x="2710019" y="1771787"/>
                  <a:pt x="2730437" y="1725677"/>
                  <a:pt x="2687628" y="1778000"/>
                </a:cubicBezTo>
                <a:cubicBezTo>
                  <a:pt x="2666182" y="1804211"/>
                  <a:pt x="2650615" y="1835333"/>
                  <a:pt x="2626668" y="1859280"/>
                </a:cubicBezTo>
                <a:cubicBezTo>
                  <a:pt x="2613121" y="1872827"/>
                  <a:pt x="2598496" y="1885374"/>
                  <a:pt x="2586028" y="1899920"/>
                </a:cubicBezTo>
                <a:cubicBezTo>
                  <a:pt x="2575603" y="1912082"/>
                  <a:pt x="2538273" y="1976126"/>
                  <a:pt x="2535228" y="1981200"/>
                </a:cubicBezTo>
                <a:cubicBezTo>
                  <a:pt x="2514083" y="2065780"/>
                  <a:pt x="2539830" y="1982156"/>
                  <a:pt x="2504748" y="2052320"/>
                </a:cubicBezTo>
                <a:cubicBezTo>
                  <a:pt x="2465961" y="2129894"/>
                  <a:pt x="2537810" y="2025170"/>
                  <a:pt x="2464108" y="2123440"/>
                </a:cubicBezTo>
                <a:cubicBezTo>
                  <a:pt x="2444506" y="2221450"/>
                  <a:pt x="2468510" y="2134956"/>
                  <a:pt x="2433628" y="2204720"/>
                </a:cubicBezTo>
                <a:cubicBezTo>
                  <a:pt x="2428839" y="2214299"/>
                  <a:pt x="2427228" y="2225172"/>
                  <a:pt x="2423468" y="2235200"/>
                </a:cubicBezTo>
                <a:cubicBezTo>
                  <a:pt x="2417064" y="2252277"/>
                  <a:pt x="2411304" y="2269688"/>
                  <a:pt x="2403148" y="2286000"/>
                </a:cubicBezTo>
                <a:cubicBezTo>
                  <a:pt x="2397687" y="2296922"/>
                  <a:pt x="2387787" y="2305322"/>
                  <a:pt x="2382828" y="2316480"/>
                </a:cubicBezTo>
                <a:cubicBezTo>
                  <a:pt x="2374129" y="2336053"/>
                  <a:pt x="2374389" y="2359618"/>
                  <a:pt x="2362508" y="2377440"/>
                </a:cubicBezTo>
                <a:cubicBezTo>
                  <a:pt x="2355735" y="2387600"/>
                  <a:pt x="2348246" y="2397318"/>
                  <a:pt x="2342188" y="2407920"/>
                </a:cubicBezTo>
                <a:cubicBezTo>
                  <a:pt x="2334674" y="2421070"/>
                  <a:pt x="2329895" y="2435717"/>
                  <a:pt x="2321868" y="2448560"/>
                </a:cubicBezTo>
                <a:cubicBezTo>
                  <a:pt x="2312893" y="2462919"/>
                  <a:pt x="2299612" y="2474398"/>
                  <a:pt x="2291388" y="2489200"/>
                </a:cubicBezTo>
                <a:cubicBezTo>
                  <a:pt x="2216516" y="2623970"/>
                  <a:pt x="2306534" y="2479228"/>
                  <a:pt x="2260908" y="2570480"/>
                </a:cubicBezTo>
                <a:cubicBezTo>
                  <a:pt x="2255447" y="2581402"/>
                  <a:pt x="2246049" y="2590038"/>
                  <a:pt x="2240588" y="2600960"/>
                </a:cubicBezTo>
                <a:cubicBezTo>
                  <a:pt x="2232432" y="2617272"/>
                  <a:pt x="2227041" y="2634827"/>
                  <a:pt x="2220268" y="2651760"/>
                </a:cubicBezTo>
                <a:cubicBezTo>
                  <a:pt x="2216881" y="2672080"/>
                  <a:pt x="2215104" y="2692735"/>
                  <a:pt x="2210108" y="2712720"/>
                </a:cubicBezTo>
                <a:cubicBezTo>
                  <a:pt x="2204913" y="2733500"/>
                  <a:pt x="2193989" y="2752677"/>
                  <a:pt x="2189788" y="2773680"/>
                </a:cubicBezTo>
                <a:cubicBezTo>
                  <a:pt x="2183015" y="2807547"/>
                  <a:pt x="2180390" y="2842515"/>
                  <a:pt x="2169468" y="2875280"/>
                </a:cubicBezTo>
                <a:cubicBezTo>
                  <a:pt x="2166081" y="2885440"/>
                  <a:pt x="2164097" y="2896181"/>
                  <a:pt x="2159308" y="2905760"/>
                </a:cubicBezTo>
                <a:cubicBezTo>
                  <a:pt x="2153847" y="2916682"/>
                  <a:pt x="2145761" y="2926080"/>
                  <a:pt x="2138988" y="2936240"/>
                </a:cubicBezTo>
                <a:cubicBezTo>
                  <a:pt x="2128164" y="2990361"/>
                  <a:pt x="2128828" y="2969771"/>
                  <a:pt x="2128828" y="2997200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 10"/>
          <p:cNvSpPr/>
          <p:nvPr/>
        </p:nvSpPr>
        <p:spPr>
          <a:xfrm>
            <a:off x="7339716" y="2561944"/>
            <a:ext cx="3129261" cy="2127183"/>
          </a:xfrm>
          <a:custGeom>
            <a:avLst/>
            <a:gdLst>
              <a:gd name="connsiteX0" fmla="*/ 212806 w 3129261"/>
              <a:gd name="connsiteY0" fmla="*/ 1886552 h 2127183"/>
              <a:gd name="connsiteX1" fmla="*/ 203181 w 3129261"/>
              <a:gd name="connsiteY1" fmla="*/ 1838425 h 2127183"/>
              <a:gd name="connsiteX2" fmla="*/ 222432 w 3129261"/>
              <a:gd name="connsiteY2" fmla="*/ 1809549 h 2127183"/>
              <a:gd name="connsiteX3" fmla="*/ 260933 w 3129261"/>
              <a:gd name="connsiteY3" fmla="*/ 1761423 h 2127183"/>
              <a:gd name="connsiteX4" fmla="*/ 270558 w 3129261"/>
              <a:gd name="connsiteY4" fmla="*/ 1732547 h 2127183"/>
              <a:gd name="connsiteX5" fmla="*/ 280183 w 3129261"/>
              <a:gd name="connsiteY5" fmla="*/ 1694046 h 2127183"/>
              <a:gd name="connsiteX6" fmla="*/ 299434 w 3129261"/>
              <a:gd name="connsiteY6" fmla="*/ 1665170 h 2127183"/>
              <a:gd name="connsiteX7" fmla="*/ 328310 w 3129261"/>
              <a:gd name="connsiteY7" fmla="*/ 1607419 h 2127183"/>
              <a:gd name="connsiteX8" fmla="*/ 357185 w 3129261"/>
              <a:gd name="connsiteY8" fmla="*/ 1578543 h 2127183"/>
              <a:gd name="connsiteX9" fmla="*/ 386061 w 3129261"/>
              <a:gd name="connsiteY9" fmla="*/ 1511166 h 2127183"/>
              <a:gd name="connsiteX10" fmla="*/ 453438 w 3129261"/>
              <a:gd name="connsiteY10" fmla="*/ 1414914 h 2127183"/>
              <a:gd name="connsiteX11" fmla="*/ 482314 w 3129261"/>
              <a:gd name="connsiteY11" fmla="*/ 1357162 h 2127183"/>
              <a:gd name="connsiteX12" fmla="*/ 520815 w 3129261"/>
              <a:gd name="connsiteY12" fmla="*/ 1260909 h 2127183"/>
              <a:gd name="connsiteX13" fmla="*/ 549691 w 3129261"/>
              <a:gd name="connsiteY13" fmla="*/ 1241659 h 2127183"/>
              <a:gd name="connsiteX14" fmla="*/ 578566 w 3129261"/>
              <a:gd name="connsiteY14" fmla="*/ 1164657 h 2127183"/>
              <a:gd name="connsiteX15" fmla="*/ 588192 w 3129261"/>
              <a:gd name="connsiteY15" fmla="*/ 1126156 h 2127183"/>
              <a:gd name="connsiteX16" fmla="*/ 645943 w 3129261"/>
              <a:gd name="connsiteY16" fmla="*/ 1068404 h 2127183"/>
              <a:gd name="connsiteX17" fmla="*/ 655569 w 3129261"/>
              <a:gd name="connsiteY17" fmla="*/ 1039528 h 2127183"/>
              <a:gd name="connsiteX18" fmla="*/ 674819 w 3129261"/>
              <a:gd name="connsiteY18" fmla="*/ 1010653 h 2127183"/>
              <a:gd name="connsiteX19" fmla="*/ 684444 w 3129261"/>
              <a:gd name="connsiteY19" fmla="*/ 962526 h 2127183"/>
              <a:gd name="connsiteX20" fmla="*/ 713320 w 3129261"/>
              <a:gd name="connsiteY20" fmla="*/ 914400 h 2127183"/>
              <a:gd name="connsiteX21" fmla="*/ 742196 w 3129261"/>
              <a:gd name="connsiteY21" fmla="*/ 847023 h 2127183"/>
              <a:gd name="connsiteX22" fmla="*/ 761446 w 3129261"/>
              <a:gd name="connsiteY22" fmla="*/ 789272 h 2127183"/>
              <a:gd name="connsiteX23" fmla="*/ 828823 w 3129261"/>
              <a:gd name="connsiteY23" fmla="*/ 702644 h 2127183"/>
              <a:gd name="connsiteX24" fmla="*/ 848074 w 3129261"/>
              <a:gd name="connsiteY24" fmla="*/ 664143 h 2127183"/>
              <a:gd name="connsiteX25" fmla="*/ 876950 w 3129261"/>
              <a:gd name="connsiteY25" fmla="*/ 616017 h 2127183"/>
              <a:gd name="connsiteX26" fmla="*/ 886575 w 3129261"/>
              <a:gd name="connsiteY26" fmla="*/ 587141 h 2127183"/>
              <a:gd name="connsiteX27" fmla="*/ 925076 w 3129261"/>
              <a:gd name="connsiteY27" fmla="*/ 548640 h 2127183"/>
              <a:gd name="connsiteX28" fmla="*/ 953952 w 3129261"/>
              <a:gd name="connsiteY28" fmla="*/ 500514 h 2127183"/>
              <a:gd name="connsiteX29" fmla="*/ 1011703 w 3129261"/>
              <a:gd name="connsiteY29" fmla="*/ 442762 h 2127183"/>
              <a:gd name="connsiteX30" fmla="*/ 1030954 w 3129261"/>
              <a:gd name="connsiteY30" fmla="*/ 413886 h 2127183"/>
              <a:gd name="connsiteX31" fmla="*/ 1069455 w 3129261"/>
              <a:gd name="connsiteY31" fmla="*/ 385010 h 2127183"/>
              <a:gd name="connsiteX32" fmla="*/ 1088705 w 3129261"/>
              <a:gd name="connsiteY32" fmla="*/ 356135 h 2127183"/>
              <a:gd name="connsiteX33" fmla="*/ 1117581 w 3129261"/>
              <a:gd name="connsiteY33" fmla="*/ 327259 h 2127183"/>
              <a:gd name="connsiteX34" fmla="*/ 1175333 w 3129261"/>
              <a:gd name="connsiteY34" fmla="*/ 288758 h 2127183"/>
              <a:gd name="connsiteX35" fmla="*/ 1223459 w 3129261"/>
              <a:gd name="connsiteY35" fmla="*/ 250257 h 2127183"/>
              <a:gd name="connsiteX36" fmla="*/ 1242710 w 3129261"/>
              <a:gd name="connsiteY36" fmla="*/ 221381 h 2127183"/>
              <a:gd name="connsiteX37" fmla="*/ 1310086 w 3129261"/>
              <a:gd name="connsiteY37" fmla="*/ 192505 h 2127183"/>
              <a:gd name="connsiteX38" fmla="*/ 1396714 w 3129261"/>
              <a:gd name="connsiteY38" fmla="*/ 134754 h 2127183"/>
              <a:gd name="connsiteX39" fmla="*/ 1425590 w 3129261"/>
              <a:gd name="connsiteY39" fmla="*/ 115503 h 2127183"/>
              <a:gd name="connsiteX40" fmla="*/ 1473716 w 3129261"/>
              <a:gd name="connsiteY40" fmla="*/ 105878 h 2127183"/>
              <a:gd name="connsiteX41" fmla="*/ 1579594 w 3129261"/>
              <a:gd name="connsiteY41" fmla="*/ 57752 h 2127183"/>
              <a:gd name="connsiteX42" fmla="*/ 1618095 w 3129261"/>
              <a:gd name="connsiteY42" fmla="*/ 38501 h 2127183"/>
              <a:gd name="connsiteX43" fmla="*/ 1704722 w 3129261"/>
              <a:gd name="connsiteY43" fmla="*/ 19250 h 2127183"/>
              <a:gd name="connsiteX44" fmla="*/ 1820225 w 3129261"/>
              <a:gd name="connsiteY44" fmla="*/ 0 h 2127183"/>
              <a:gd name="connsiteX45" fmla="*/ 2349615 w 3129261"/>
              <a:gd name="connsiteY45" fmla="*/ 9625 h 2127183"/>
              <a:gd name="connsiteX46" fmla="*/ 2388116 w 3129261"/>
              <a:gd name="connsiteY46" fmla="*/ 28876 h 2127183"/>
              <a:gd name="connsiteX47" fmla="*/ 2416992 w 3129261"/>
              <a:gd name="connsiteY47" fmla="*/ 38501 h 2127183"/>
              <a:gd name="connsiteX48" fmla="*/ 2445867 w 3129261"/>
              <a:gd name="connsiteY48" fmla="*/ 57752 h 2127183"/>
              <a:gd name="connsiteX49" fmla="*/ 2493994 w 3129261"/>
              <a:gd name="connsiteY49" fmla="*/ 67377 h 2127183"/>
              <a:gd name="connsiteX50" fmla="*/ 2513244 w 3129261"/>
              <a:gd name="connsiteY50" fmla="*/ 96253 h 2127183"/>
              <a:gd name="connsiteX51" fmla="*/ 2619122 w 3129261"/>
              <a:gd name="connsiteY51" fmla="*/ 134754 h 2127183"/>
              <a:gd name="connsiteX52" fmla="*/ 2753876 w 3129261"/>
              <a:gd name="connsiteY52" fmla="*/ 250257 h 2127183"/>
              <a:gd name="connsiteX53" fmla="*/ 2821253 w 3129261"/>
              <a:gd name="connsiteY53" fmla="*/ 327259 h 2127183"/>
              <a:gd name="connsiteX54" fmla="*/ 2859754 w 3129261"/>
              <a:gd name="connsiteY54" fmla="*/ 394636 h 2127183"/>
              <a:gd name="connsiteX55" fmla="*/ 2917505 w 3129261"/>
              <a:gd name="connsiteY55" fmla="*/ 452387 h 2127183"/>
              <a:gd name="connsiteX56" fmla="*/ 2965632 w 3129261"/>
              <a:gd name="connsiteY56" fmla="*/ 510139 h 2127183"/>
              <a:gd name="connsiteX57" fmla="*/ 2975257 w 3129261"/>
              <a:gd name="connsiteY57" fmla="*/ 539015 h 2127183"/>
              <a:gd name="connsiteX58" fmla="*/ 3013758 w 3129261"/>
              <a:gd name="connsiteY58" fmla="*/ 606392 h 2127183"/>
              <a:gd name="connsiteX59" fmla="*/ 3052259 w 3129261"/>
              <a:gd name="connsiteY59" fmla="*/ 693019 h 2127183"/>
              <a:gd name="connsiteX60" fmla="*/ 3100385 w 3129261"/>
              <a:gd name="connsiteY60" fmla="*/ 789272 h 2127183"/>
              <a:gd name="connsiteX61" fmla="*/ 3110011 w 3129261"/>
              <a:gd name="connsiteY61" fmla="*/ 847023 h 2127183"/>
              <a:gd name="connsiteX62" fmla="*/ 3129261 w 3129261"/>
              <a:gd name="connsiteY62" fmla="*/ 924025 h 2127183"/>
              <a:gd name="connsiteX63" fmla="*/ 3110011 w 3129261"/>
              <a:gd name="connsiteY63" fmla="*/ 1463040 h 2127183"/>
              <a:gd name="connsiteX64" fmla="*/ 3090760 w 3129261"/>
              <a:gd name="connsiteY64" fmla="*/ 1530417 h 2127183"/>
              <a:gd name="connsiteX65" fmla="*/ 3042634 w 3129261"/>
              <a:gd name="connsiteY65" fmla="*/ 1617044 h 2127183"/>
              <a:gd name="connsiteX66" fmla="*/ 2994507 w 3129261"/>
              <a:gd name="connsiteY66" fmla="*/ 1694046 h 2127183"/>
              <a:gd name="connsiteX67" fmla="*/ 2975257 w 3129261"/>
              <a:gd name="connsiteY67" fmla="*/ 1722922 h 2127183"/>
              <a:gd name="connsiteX68" fmla="*/ 2946381 w 3129261"/>
              <a:gd name="connsiteY68" fmla="*/ 1732547 h 2127183"/>
              <a:gd name="connsiteX69" fmla="*/ 2927131 w 3129261"/>
              <a:gd name="connsiteY69" fmla="*/ 1761423 h 2127183"/>
              <a:gd name="connsiteX70" fmla="*/ 2869379 w 3129261"/>
              <a:gd name="connsiteY70" fmla="*/ 1819175 h 2127183"/>
              <a:gd name="connsiteX71" fmla="*/ 2830878 w 3129261"/>
              <a:gd name="connsiteY71" fmla="*/ 1876926 h 2127183"/>
              <a:gd name="connsiteX72" fmla="*/ 2763501 w 3129261"/>
              <a:gd name="connsiteY72" fmla="*/ 1915427 h 2127183"/>
              <a:gd name="connsiteX73" fmla="*/ 2725000 w 3129261"/>
              <a:gd name="connsiteY73" fmla="*/ 1934678 h 2127183"/>
              <a:gd name="connsiteX74" fmla="*/ 2686499 w 3129261"/>
              <a:gd name="connsiteY74" fmla="*/ 1963554 h 2127183"/>
              <a:gd name="connsiteX75" fmla="*/ 2609497 w 3129261"/>
              <a:gd name="connsiteY75" fmla="*/ 1992429 h 2127183"/>
              <a:gd name="connsiteX76" fmla="*/ 2580621 w 3129261"/>
              <a:gd name="connsiteY76" fmla="*/ 2011680 h 2127183"/>
              <a:gd name="connsiteX77" fmla="*/ 2542120 w 3129261"/>
              <a:gd name="connsiteY77" fmla="*/ 2040556 h 2127183"/>
              <a:gd name="connsiteX78" fmla="*/ 2503619 w 3129261"/>
              <a:gd name="connsiteY78" fmla="*/ 2059806 h 2127183"/>
              <a:gd name="connsiteX79" fmla="*/ 2416992 w 3129261"/>
              <a:gd name="connsiteY79" fmla="*/ 2069432 h 2127183"/>
              <a:gd name="connsiteX80" fmla="*/ 2339990 w 3129261"/>
              <a:gd name="connsiteY80" fmla="*/ 2079057 h 2127183"/>
              <a:gd name="connsiteX81" fmla="*/ 2301489 w 3129261"/>
              <a:gd name="connsiteY81" fmla="*/ 2088682 h 2127183"/>
              <a:gd name="connsiteX82" fmla="*/ 2128234 w 3129261"/>
              <a:gd name="connsiteY82" fmla="*/ 2098307 h 2127183"/>
              <a:gd name="connsiteX83" fmla="*/ 2003105 w 3129261"/>
              <a:gd name="connsiteY83" fmla="*/ 2107933 h 2127183"/>
              <a:gd name="connsiteX84" fmla="*/ 1945354 w 3129261"/>
              <a:gd name="connsiteY84" fmla="*/ 2127183 h 2127183"/>
              <a:gd name="connsiteX85" fmla="*/ 780697 w 3129261"/>
              <a:gd name="connsiteY85" fmla="*/ 2117558 h 2127183"/>
              <a:gd name="connsiteX86" fmla="*/ 713320 w 3129261"/>
              <a:gd name="connsiteY86" fmla="*/ 2107933 h 2127183"/>
              <a:gd name="connsiteX87" fmla="*/ 626693 w 3129261"/>
              <a:gd name="connsiteY87" fmla="*/ 2098307 h 2127183"/>
              <a:gd name="connsiteX88" fmla="*/ 540065 w 3129261"/>
              <a:gd name="connsiteY88" fmla="*/ 2079057 h 2127183"/>
              <a:gd name="connsiteX89" fmla="*/ 39552 w 3129261"/>
              <a:gd name="connsiteY89" fmla="*/ 2088682 h 2127183"/>
              <a:gd name="connsiteX90" fmla="*/ 1051 w 3129261"/>
              <a:gd name="connsiteY90" fmla="*/ 2098307 h 2127183"/>
              <a:gd name="connsiteX91" fmla="*/ 58802 w 3129261"/>
              <a:gd name="connsiteY91" fmla="*/ 2059806 h 2127183"/>
              <a:gd name="connsiteX92" fmla="*/ 87678 w 3129261"/>
              <a:gd name="connsiteY92" fmla="*/ 2040556 h 2127183"/>
              <a:gd name="connsiteX93" fmla="*/ 135804 w 3129261"/>
              <a:gd name="connsiteY93" fmla="*/ 1982804 h 2127183"/>
              <a:gd name="connsiteX94" fmla="*/ 145430 w 3129261"/>
              <a:gd name="connsiteY94" fmla="*/ 1953928 h 2127183"/>
              <a:gd name="connsiteX95" fmla="*/ 183931 w 3129261"/>
              <a:gd name="connsiteY95" fmla="*/ 1896177 h 2127183"/>
              <a:gd name="connsiteX96" fmla="*/ 212806 w 3129261"/>
              <a:gd name="connsiteY96" fmla="*/ 1886552 h 2127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29261" h="2127183">
                <a:moveTo>
                  <a:pt x="212806" y="1886552"/>
                </a:moveTo>
                <a:cubicBezTo>
                  <a:pt x="216014" y="1876927"/>
                  <a:pt x="201152" y="1854659"/>
                  <a:pt x="203181" y="1838425"/>
                </a:cubicBezTo>
                <a:cubicBezTo>
                  <a:pt x="204616" y="1826946"/>
                  <a:pt x="217258" y="1819896"/>
                  <a:pt x="222432" y="1809549"/>
                </a:cubicBezTo>
                <a:cubicBezTo>
                  <a:pt x="245678" y="1763057"/>
                  <a:pt x="212255" y="1793875"/>
                  <a:pt x="260933" y="1761423"/>
                </a:cubicBezTo>
                <a:cubicBezTo>
                  <a:pt x="264141" y="1751798"/>
                  <a:pt x="267771" y="1742303"/>
                  <a:pt x="270558" y="1732547"/>
                </a:cubicBezTo>
                <a:cubicBezTo>
                  <a:pt x="274192" y="1719827"/>
                  <a:pt x="274972" y="1706205"/>
                  <a:pt x="280183" y="1694046"/>
                </a:cubicBezTo>
                <a:cubicBezTo>
                  <a:pt x="284740" y="1683413"/>
                  <a:pt x="293816" y="1675282"/>
                  <a:pt x="299434" y="1665170"/>
                </a:cubicBezTo>
                <a:cubicBezTo>
                  <a:pt x="309886" y="1646356"/>
                  <a:pt x="316371" y="1625327"/>
                  <a:pt x="328310" y="1607419"/>
                </a:cubicBezTo>
                <a:cubicBezTo>
                  <a:pt x="335861" y="1596093"/>
                  <a:pt x="349273" y="1589620"/>
                  <a:pt x="357185" y="1578543"/>
                </a:cubicBezTo>
                <a:cubicBezTo>
                  <a:pt x="439954" y="1462665"/>
                  <a:pt x="330193" y="1601951"/>
                  <a:pt x="386061" y="1511166"/>
                </a:cubicBezTo>
                <a:cubicBezTo>
                  <a:pt x="406587" y="1477812"/>
                  <a:pt x="453438" y="1414914"/>
                  <a:pt x="453438" y="1414914"/>
                </a:cubicBezTo>
                <a:cubicBezTo>
                  <a:pt x="488540" y="1309604"/>
                  <a:pt x="432557" y="1469116"/>
                  <a:pt x="482314" y="1357162"/>
                </a:cubicBezTo>
                <a:cubicBezTo>
                  <a:pt x="492574" y="1334076"/>
                  <a:pt x="502054" y="1283422"/>
                  <a:pt x="520815" y="1260909"/>
                </a:cubicBezTo>
                <a:cubicBezTo>
                  <a:pt x="528221" y="1252022"/>
                  <a:pt x="540066" y="1248076"/>
                  <a:pt x="549691" y="1241659"/>
                </a:cubicBezTo>
                <a:cubicBezTo>
                  <a:pt x="574394" y="1142843"/>
                  <a:pt x="540820" y="1265313"/>
                  <a:pt x="578566" y="1164657"/>
                </a:cubicBezTo>
                <a:cubicBezTo>
                  <a:pt x="583211" y="1152271"/>
                  <a:pt x="580606" y="1136993"/>
                  <a:pt x="588192" y="1126156"/>
                </a:cubicBezTo>
                <a:cubicBezTo>
                  <a:pt x="603804" y="1103853"/>
                  <a:pt x="626693" y="1087655"/>
                  <a:pt x="645943" y="1068404"/>
                </a:cubicBezTo>
                <a:cubicBezTo>
                  <a:pt x="649152" y="1058779"/>
                  <a:pt x="651031" y="1048603"/>
                  <a:pt x="655569" y="1039528"/>
                </a:cubicBezTo>
                <a:cubicBezTo>
                  <a:pt x="660742" y="1029181"/>
                  <a:pt x="670757" y="1021484"/>
                  <a:pt x="674819" y="1010653"/>
                </a:cubicBezTo>
                <a:cubicBezTo>
                  <a:pt x="680563" y="995335"/>
                  <a:pt x="678368" y="977716"/>
                  <a:pt x="684444" y="962526"/>
                </a:cubicBezTo>
                <a:cubicBezTo>
                  <a:pt x="691392" y="945156"/>
                  <a:pt x="704953" y="931133"/>
                  <a:pt x="713320" y="914400"/>
                </a:cubicBezTo>
                <a:cubicBezTo>
                  <a:pt x="724248" y="892545"/>
                  <a:pt x="733424" y="869829"/>
                  <a:pt x="742196" y="847023"/>
                </a:cubicBezTo>
                <a:cubicBezTo>
                  <a:pt x="749480" y="828084"/>
                  <a:pt x="751006" y="806672"/>
                  <a:pt x="761446" y="789272"/>
                </a:cubicBezTo>
                <a:cubicBezTo>
                  <a:pt x="780267" y="757903"/>
                  <a:pt x="808000" y="732721"/>
                  <a:pt x="828823" y="702644"/>
                </a:cubicBezTo>
                <a:cubicBezTo>
                  <a:pt x="836990" y="690847"/>
                  <a:pt x="841106" y="676686"/>
                  <a:pt x="848074" y="664143"/>
                </a:cubicBezTo>
                <a:cubicBezTo>
                  <a:pt x="857160" y="647789"/>
                  <a:pt x="868583" y="632750"/>
                  <a:pt x="876950" y="616017"/>
                </a:cubicBezTo>
                <a:cubicBezTo>
                  <a:pt x="881487" y="606942"/>
                  <a:pt x="880678" y="595397"/>
                  <a:pt x="886575" y="587141"/>
                </a:cubicBezTo>
                <a:cubicBezTo>
                  <a:pt x="897124" y="572372"/>
                  <a:pt x="913933" y="562966"/>
                  <a:pt x="925076" y="548640"/>
                </a:cubicBezTo>
                <a:cubicBezTo>
                  <a:pt x="936562" y="533873"/>
                  <a:pt x="942105" y="514993"/>
                  <a:pt x="953952" y="500514"/>
                </a:cubicBezTo>
                <a:cubicBezTo>
                  <a:pt x="971191" y="479443"/>
                  <a:pt x="993616" y="463110"/>
                  <a:pt x="1011703" y="442762"/>
                </a:cubicBezTo>
                <a:cubicBezTo>
                  <a:pt x="1019389" y="434116"/>
                  <a:pt x="1022774" y="422066"/>
                  <a:pt x="1030954" y="413886"/>
                </a:cubicBezTo>
                <a:cubicBezTo>
                  <a:pt x="1042298" y="402542"/>
                  <a:pt x="1058111" y="396354"/>
                  <a:pt x="1069455" y="385010"/>
                </a:cubicBezTo>
                <a:cubicBezTo>
                  <a:pt x="1077635" y="376830"/>
                  <a:pt x="1081299" y="365022"/>
                  <a:pt x="1088705" y="356135"/>
                </a:cubicBezTo>
                <a:cubicBezTo>
                  <a:pt x="1097419" y="345678"/>
                  <a:pt x="1106836" y="335616"/>
                  <a:pt x="1117581" y="327259"/>
                </a:cubicBezTo>
                <a:cubicBezTo>
                  <a:pt x="1135844" y="313055"/>
                  <a:pt x="1175333" y="288758"/>
                  <a:pt x="1175333" y="288758"/>
                </a:cubicBezTo>
                <a:cubicBezTo>
                  <a:pt x="1230499" y="206006"/>
                  <a:pt x="1157044" y="303388"/>
                  <a:pt x="1223459" y="250257"/>
                </a:cubicBezTo>
                <a:cubicBezTo>
                  <a:pt x="1232492" y="243030"/>
                  <a:pt x="1233085" y="227798"/>
                  <a:pt x="1242710" y="221381"/>
                </a:cubicBezTo>
                <a:cubicBezTo>
                  <a:pt x="1263041" y="207827"/>
                  <a:pt x="1288790" y="204484"/>
                  <a:pt x="1310086" y="192505"/>
                </a:cubicBezTo>
                <a:cubicBezTo>
                  <a:pt x="1340334" y="175491"/>
                  <a:pt x="1367838" y="154004"/>
                  <a:pt x="1396714" y="134754"/>
                </a:cubicBezTo>
                <a:cubicBezTo>
                  <a:pt x="1406339" y="128337"/>
                  <a:pt x="1414246" y="117772"/>
                  <a:pt x="1425590" y="115503"/>
                </a:cubicBezTo>
                <a:lnTo>
                  <a:pt x="1473716" y="105878"/>
                </a:lnTo>
                <a:cubicBezTo>
                  <a:pt x="1531579" y="67302"/>
                  <a:pt x="1477119" y="100450"/>
                  <a:pt x="1579594" y="57752"/>
                </a:cubicBezTo>
                <a:cubicBezTo>
                  <a:pt x="1592839" y="52233"/>
                  <a:pt x="1604660" y="43539"/>
                  <a:pt x="1618095" y="38501"/>
                </a:cubicBezTo>
                <a:cubicBezTo>
                  <a:pt x="1635159" y="32102"/>
                  <a:pt x="1689763" y="22574"/>
                  <a:pt x="1704722" y="19250"/>
                </a:cubicBezTo>
                <a:cubicBezTo>
                  <a:pt x="1786478" y="1082"/>
                  <a:pt x="1694587" y="15704"/>
                  <a:pt x="1820225" y="0"/>
                </a:cubicBezTo>
                <a:cubicBezTo>
                  <a:pt x="1996688" y="3208"/>
                  <a:pt x="2173350" y="662"/>
                  <a:pt x="2349615" y="9625"/>
                </a:cubicBezTo>
                <a:cubicBezTo>
                  <a:pt x="2363945" y="10354"/>
                  <a:pt x="2374928" y="23224"/>
                  <a:pt x="2388116" y="28876"/>
                </a:cubicBezTo>
                <a:cubicBezTo>
                  <a:pt x="2397442" y="32873"/>
                  <a:pt x="2407367" y="35293"/>
                  <a:pt x="2416992" y="38501"/>
                </a:cubicBezTo>
                <a:cubicBezTo>
                  <a:pt x="2426617" y="44918"/>
                  <a:pt x="2435036" y="53690"/>
                  <a:pt x="2445867" y="57752"/>
                </a:cubicBezTo>
                <a:cubicBezTo>
                  <a:pt x="2461185" y="63496"/>
                  <a:pt x="2479790" y="59260"/>
                  <a:pt x="2493994" y="67377"/>
                </a:cubicBezTo>
                <a:cubicBezTo>
                  <a:pt x="2504038" y="73116"/>
                  <a:pt x="2505064" y="88073"/>
                  <a:pt x="2513244" y="96253"/>
                </a:cubicBezTo>
                <a:cubicBezTo>
                  <a:pt x="2553370" y="136379"/>
                  <a:pt x="2559234" y="126198"/>
                  <a:pt x="2619122" y="134754"/>
                </a:cubicBezTo>
                <a:cubicBezTo>
                  <a:pt x="2707077" y="193390"/>
                  <a:pt x="2660514" y="156895"/>
                  <a:pt x="2753876" y="250257"/>
                </a:cubicBezTo>
                <a:cubicBezTo>
                  <a:pt x="2783724" y="280105"/>
                  <a:pt x="2799162" y="291913"/>
                  <a:pt x="2821253" y="327259"/>
                </a:cubicBezTo>
                <a:cubicBezTo>
                  <a:pt x="2839603" y="356619"/>
                  <a:pt x="2837440" y="369533"/>
                  <a:pt x="2859754" y="394636"/>
                </a:cubicBezTo>
                <a:cubicBezTo>
                  <a:pt x="2877841" y="414984"/>
                  <a:pt x="2917505" y="452387"/>
                  <a:pt x="2917505" y="452387"/>
                </a:cubicBezTo>
                <a:cubicBezTo>
                  <a:pt x="2939576" y="518597"/>
                  <a:pt x="2907358" y="440209"/>
                  <a:pt x="2965632" y="510139"/>
                </a:cubicBezTo>
                <a:cubicBezTo>
                  <a:pt x="2972127" y="517933"/>
                  <a:pt x="2971260" y="529689"/>
                  <a:pt x="2975257" y="539015"/>
                </a:cubicBezTo>
                <a:cubicBezTo>
                  <a:pt x="2989912" y="573210"/>
                  <a:pt x="2994424" y="577391"/>
                  <a:pt x="3013758" y="606392"/>
                </a:cubicBezTo>
                <a:cubicBezTo>
                  <a:pt x="3063424" y="755385"/>
                  <a:pt x="3006500" y="601500"/>
                  <a:pt x="3052259" y="693019"/>
                </a:cubicBezTo>
                <a:cubicBezTo>
                  <a:pt x="3107980" y="804462"/>
                  <a:pt x="3057030" y="724237"/>
                  <a:pt x="3100385" y="789272"/>
                </a:cubicBezTo>
                <a:cubicBezTo>
                  <a:pt x="3103594" y="808522"/>
                  <a:pt x="3105922" y="827940"/>
                  <a:pt x="3110011" y="847023"/>
                </a:cubicBezTo>
                <a:cubicBezTo>
                  <a:pt x="3115555" y="872893"/>
                  <a:pt x="3129261" y="924025"/>
                  <a:pt x="3129261" y="924025"/>
                </a:cubicBezTo>
                <a:cubicBezTo>
                  <a:pt x="3122844" y="1103697"/>
                  <a:pt x="3118989" y="1283478"/>
                  <a:pt x="3110011" y="1463040"/>
                </a:cubicBezTo>
                <a:cubicBezTo>
                  <a:pt x="3109550" y="1472252"/>
                  <a:pt x="3095651" y="1519004"/>
                  <a:pt x="3090760" y="1530417"/>
                </a:cubicBezTo>
                <a:cubicBezTo>
                  <a:pt x="3073451" y="1570806"/>
                  <a:pt x="3065453" y="1575971"/>
                  <a:pt x="3042634" y="1617044"/>
                </a:cubicBezTo>
                <a:cubicBezTo>
                  <a:pt x="2997405" y="1698455"/>
                  <a:pt x="3053015" y="1612134"/>
                  <a:pt x="2994507" y="1694046"/>
                </a:cubicBezTo>
                <a:cubicBezTo>
                  <a:pt x="2987783" y="1703459"/>
                  <a:pt x="2984290" y="1715695"/>
                  <a:pt x="2975257" y="1722922"/>
                </a:cubicBezTo>
                <a:cubicBezTo>
                  <a:pt x="2967334" y="1729260"/>
                  <a:pt x="2956006" y="1729339"/>
                  <a:pt x="2946381" y="1732547"/>
                </a:cubicBezTo>
                <a:cubicBezTo>
                  <a:pt x="2939964" y="1742172"/>
                  <a:pt x="2934816" y="1752777"/>
                  <a:pt x="2927131" y="1761423"/>
                </a:cubicBezTo>
                <a:cubicBezTo>
                  <a:pt x="2909044" y="1781771"/>
                  <a:pt x="2884481" y="1796523"/>
                  <a:pt x="2869379" y="1819175"/>
                </a:cubicBezTo>
                <a:cubicBezTo>
                  <a:pt x="2856545" y="1838425"/>
                  <a:pt x="2851571" y="1866579"/>
                  <a:pt x="2830878" y="1876926"/>
                </a:cubicBezTo>
                <a:cubicBezTo>
                  <a:pt x="2714531" y="1935101"/>
                  <a:pt x="2858735" y="1861008"/>
                  <a:pt x="2763501" y="1915427"/>
                </a:cubicBezTo>
                <a:cubicBezTo>
                  <a:pt x="2751043" y="1922546"/>
                  <a:pt x="2737167" y="1927073"/>
                  <a:pt x="2725000" y="1934678"/>
                </a:cubicBezTo>
                <a:cubicBezTo>
                  <a:pt x="2711396" y="1943180"/>
                  <a:pt x="2700103" y="1955052"/>
                  <a:pt x="2686499" y="1963554"/>
                </a:cubicBezTo>
                <a:cubicBezTo>
                  <a:pt x="2652945" y="1984525"/>
                  <a:pt x="2646449" y="1983191"/>
                  <a:pt x="2609497" y="1992429"/>
                </a:cubicBezTo>
                <a:cubicBezTo>
                  <a:pt x="2599872" y="1998846"/>
                  <a:pt x="2590034" y="2004956"/>
                  <a:pt x="2580621" y="2011680"/>
                </a:cubicBezTo>
                <a:cubicBezTo>
                  <a:pt x="2567567" y="2021004"/>
                  <a:pt x="2555724" y="2032054"/>
                  <a:pt x="2542120" y="2040556"/>
                </a:cubicBezTo>
                <a:cubicBezTo>
                  <a:pt x="2529953" y="2048161"/>
                  <a:pt x="2517600" y="2056580"/>
                  <a:pt x="2503619" y="2059806"/>
                </a:cubicBezTo>
                <a:cubicBezTo>
                  <a:pt x="2475310" y="2066339"/>
                  <a:pt x="2445846" y="2066037"/>
                  <a:pt x="2416992" y="2069432"/>
                </a:cubicBezTo>
                <a:cubicBezTo>
                  <a:pt x="2391302" y="2072454"/>
                  <a:pt x="2365505" y="2074805"/>
                  <a:pt x="2339990" y="2079057"/>
                </a:cubicBezTo>
                <a:cubicBezTo>
                  <a:pt x="2326941" y="2081232"/>
                  <a:pt x="2314663" y="2087484"/>
                  <a:pt x="2301489" y="2088682"/>
                </a:cubicBezTo>
                <a:cubicBezTo>
                  <a:pt x="2243886" y="2093919"/>
                  <a:pt x="2185955" y="2094583"/>
                  <a:pt x="2128234" y="2098307"/>
                </a:cubicBezTo>
                <a:cubicBezTo>
                  <a:pt x="2086488" y="2101000"/>
                  <a:pt x="2044815" y="2104724"/>
                  <a:pt x="2003105" y="2107933"/>
                </a:cubicBezTo>
                <a:cubicBezTo>
                  <a:pt x="1983855" y="2114350"/>
                  <a:pt x="1965645" y="2127023"/>
                  <a:pt x="1945354" y="2127183"/>
                </a:cubicBezTo>
                <a:lnTo>
                  <a:pt x="780697" y="2117558"/>
                </a:lnTo>
                <a:cubicBezTo>
                  <a:pt x="758013" y="2117204"/>
                  <a:pt x="735832" y="2110747"/>
                  <a:pt x="713320" y="2107933"/>
                </a:cubicBezTo>
                <a:cubicBezTo>
                  <a:pt x="684491" y="2104329"/>
                  <a:pt x="655569" y="2101516"/>
                  <a:pt x="626693" y="2098307"/>
                </a:cubicBezTo>
                <a:cubicBezTo>
                  <a:pt x="611843" y="2094595"/>
                  <a:pt x="552286" y="2079057"/>
                  <a:pt x="540065" y="2079057"/>
                </a:cubicBezTo>
                <a:cubicBezTo>
                  <a:pt x="373196" y="2079057"/>
                  <a:pt x="206390" y="2085474"/>
                  <a:pt x="39552" y="2088682"/>
                </a:cubicBezTo>
                <a:cubicBezTo>
                  <a:pt x="26718" y="2091890"/>
                  <a:pt x="-6287" y="2109314"/>
                  <a:pt x="1051" y="2098307"/>
                </a:cubicBezTo>
                <a:cubicBezTo>
                  <a:pt x="13884" y="2079056"/>
                  <a:pt x="39552" y="2072640"/>
                  <a:pt x="58802" y="2059806"/>
                </a:cubicBezTo>
                <a:cubicBezTo>
                  <a:pt x="68427" y="2053389"/>
                  <a:pt x="79498" y="2048736"/>
                  <a:pt x="87678" y="2040556"/>
                </a:cubicBezTo>
                <a:cubicBezTo>
                  <a:pt x="108967" y="2019267"/>
                  <a:pt x="122402" y="2009607"/>
                  <a:pt x="135804" y="1982804"/>
                </a:cubicBezTo>
                <a:cubicBezTo>
                  <a:pt x="140341" y="1973729"/>
                  <a:pt x="140503" y="1962797"/>
                  <a:pt x="145430" y="1953928"/>
                </a:cubicBezTo>
                <a:cubicBezTo>
                  <a:pt x="156666" y="1933704"/>
                  <a:pt x="183931" y="1896177"/>
                  <a:pt x="183931" y="1896177"/>
                </a:cubicBezTo>
                <a:cubicBezTo>
                  <a:pt x="196426" y="1858692"/>
                  <a:pt x="209598" y="1896177"/>
                  <a:pt x="212806" y="188655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8"/>
          <p:cNvSpPr/>
          <p:nvPr/>
        </p:nvSpPr>
        <p:spPr>
          <a:xfrm>
            <a:off x="1351419" y="2078090"/>
            <a:ext cx="2836384" cy="2348225"/>
          </a:xfrm>
          <a:custGeom>
            <a:avLst/>
            <a:gdLst>
              <a:gd name="connsiteX0" fmla="*/ 2832324 w 2836384"/>
              <a:gd name="connsiteY0" fmla="*/ 2338939 h 2348225"/>
              <a:gd name="connsiteX1" fmla="*/ 2736072 w 2836384"/>
              <a:gd name="connsiteY1" fmla="*/ 2165685 h 2348225"/>
              <a:gd name="connsiteX2" fmla="*/ 2687945 w 2836384"/>
              <a:gd name="connsiteY2" fmla="*/ 1963554 h 2348225"/>
              <a:gd name="connsiteX3" fmla="*/ 2668695 w 2836384"/>
              <a:gd name="connsiteY3" fmla="*/ 1925053 h 2348225"/>
              <a:gd name="connsiteX4" fmla="*/ 2649444 w 2836384"/>
              <a:gd name="connsiteY4" fmla="*/ 1848051 h 2348225"/>
              <a:gd name="connsiteX5" fmla="*/ 2582067 w 2836384"/>
              <a:gd name="connsiteY5" fmla="*/ 1732548 h 2348225"/>
              <a:gd name="connsiteX6" fmla="*/ 2533941 w 2836384"/>
              <a:gd name="connsiteY6" fmla="*/ 1626670 h 2348225"/>
              <a:gd name="connsiteX7" fmla="*/ 2524316 w 2836384"/>
              <a:gd name="connsiteY7" fmla="*/ 1559293 h 2348225"/>
              <a:gd name="connsiteX8" fmla="*/ 2495440 w 2836384"/>
              <a:gd name="connsiteY8" fmla="*/ 1530417 h 2348225"/>
              <a:gd name="connsiteX9" fmla="*/ 2466564 w 2836384"/>
              <a:gd name="connsiteY9" fmla="*/ 1491916 h 2348225"/>
              <a:gd name="connsiteX10" fmla="*/ 2447314 w 2836384"/>
              <a:gd name="connsiteY10" fmla="*/ 1414914 h 2348225"/>
              <a:gd name="connsiteX11" fmla="*/ 2399187 w 2836384"/>
              <a:gd name="connsiteY11" fmla="*/ 1328287 h 2348225"/>
              <a:gd name="connsiteX12" fmla="*/ 2351061 w 2836384"/>
              <a:gd name="connsiteY12" fmla="*/ 1203158 h 2348225"/>
              <a:gd name="connsiteX13" fmla="*/ 2341436 w 2836384"/>
              <a:gd name="connsiteY13" fmla="*/ 1135781 h 2348225"/>
              <a:gd name="connsiteX14" fmla="*/ 2322185 w 2836384"/>
              <a:gd name="connsiteY14" fmla="*/ 1106906 h 2348225"/>
              <a:gd name="connsiteX15" fmla="*/ 2283684 w 2836384"/>
              <a:gd name="connsiteY15" fmla="*/ 1010653 h 2348225"/>
              <a:gd name="connsiteX16" fmla="*/ 2274059 w 2836384"/>
              <a:gd name="connsiteY16" fmla="*/ 952901 h 2348225"/>
              <a:gd name="connsiteX17" fmla="*/ 2225933 w 2836384"/>
              <a:gd name="connsiteY17" fmla="*/ 895150 h 2348225"/>
              <a:gd name="connsiteX18" fmla="*/ 2177806 w 2836384"/>
              <a:gd name="connsiteY18" fmla="*/ 779647 h 2348225"/>
              <a:gd name="connsiteX19" fmla="*/ 2158556 w 2836384"/>
              <a:gd name="connsiteY19" fmla="*/ 750771 h 2348225"/>
              <a:gd name="connsiteX20" fmla="*/ 2110430 w 2836384"/>
              <a:gd name="connsiteY20" fmla="*/ 635268 h 2348225"/>
              <a:gd name="connsiteX21" fmla="*/ 2033427 w 2836384"/>
              <a:gd name="connsiteY21" fmla="*/ 539015 h 2348225"/>
              <a:gd name="connsiteX22" fmla="*/ 2004552 w 2836384"/>
              <a:gd name="connsiteY22" fmla="*/ 500514 h 2348225"/>
              <a:gd name="connsiteX23" fmla="*/ 1966051 w 2836384"/>
              <a:gd name="connsiteY23" fmla="*/ 452388 h 2348225"/>
              <a:gd name="connsiteX24" fmla="*/ 1927550 w 2836384"/>
              <a:gd name="connsiteY24" fmla="*/ 394636 h 2348225"/>
              <a:gd name="connsiteX25" fmla="*/ 1889049 w 2836384"/>
              <a:gd name="connsiteY25" fmla="*/ 346510 h 2348225"/>
              <a:gd name="connsiteX26" fmla="*/ 1812046 w 2836384"/>
              <a:gd name="connsiteY26" fmla="*/ 308009 h 2348225"/>
              <a:gd name="connsiteX27" fmla="*/ 1754295 w 2836384"/>
              <a:gd name="connsiteY27" fmla="*/ 250257 h 2348225"/>
              <a:gd name="connsiteX28" fmla="*/ 1696543 w 2836384"/>
              <a:gd name="connsiteY28" fmla="*/ 221381 h 2348225"/>
              <a:gd name="connsiteX29" fmla="*/ 1619541 w 2836384"/>
              <a:gd name="connsiteY29" fmla="*/ 182880 h 2348225"/>
              <a:gd name="connsiteX30" fmla="*/ 1581040 w 2836384"/>
              <a:gd name="connsiteY30" fmla="*/ 154005 h 2348225"/>
              <a:gd name="connsiteX31" fmla="*/ 1484787 w 2836384"/>
              <a:gd name="connsiteY31" fmla="*/ 125129 h 2348225"/>
              <a:gd name="connsiteX32" fmla="*/ 1455912 w 2836384"/>
              <a:gd name="connsiteY32" fmla="*/ 105878 h 2348225"/>
              <a:gd name="connsiteX33" fmla="*/ 1388535 w 2836384"/>
              <a:gd name="connsiteY33" fmla="*/ 86628 h 2348225"/>
              <a:gd name="connsiteX34" fmla="*/ 1359659 w 2836384"/>
              <a:gd name="connsiteY34" fmla="*/ 67377 h 2348225"/>
              <a:gd name="connsiteX35" fmla="*/ 1330783 w 2836384"/>
              <a:gd name="connsiteY35" fmla="*/ 57752 h 2348225"/>
              <a:gd name="connsiteX36" fmla="*/ 1253781 w 2836384"/>
              <a:gd name="connsiteY36" fmla="*/ 38501 h 2348225"/>
              <a:gd name="connsiteX37" fmla="*/ 1224905 w 2836384"/>
              <a:gd name="connsiteY37" fmla="*/ 28876 h 2348225"/>
              <a:gd name="connsiteX38" fmla="*/ 1176779 w 2836384"/>
              <a:gd name="connsiteY38" fmla="*/ 9626 h 2348225"/>
              <a:gd name="connsiteX39" fmla="*/ 1070901 w 2836384"/>
              <a:gd name="connsiteY39" fmla="*/ 0 h 2348225"/>
              <a:gd name="connsiteX40" fmla="*/ 522261 w 2836384"/>
              <a:gd name="connsiteY40" fmla="*/ 9626 h 2348225"/>
              <a:gd name="connsiteX41" fmla="*/ 464510 w 2836384"/>
              <a:gd name="connsiteY41" fmla="*/ 28876 h 2348225"/>
              <a:gd name="connsiteX42" fmla="*/ 406758 w 2836384"/>
              <a:gd name="connsiteY42" fmla="*/ 67377 h 2348225"/>
              <a:gd name="connsiteX43" fmla="*/ 349006 w 2836384"/>
              <a:gd name="connsiteY43" fmla="*/ 105878 h 2348225"/>
              <a:gd name="connsiteX44" fmla="*/ 300880 w 2836384"/>
              <a:gd name="connsiteY44" fmla="*/ 163630 h 2348225"/>
              <a:gd name="connsiteX45" fmla="*/ 262379 w 2836384"/>
              <a:gd name="connsiteY45" fmla="*/ 182880 h 2348225"/>
              <a:gd name="connsiteX46" fmla="*/ 214253 w 2836384"/>
              <a:gd name="connsiteY46" fmla="*/ 250257 h 2348225"/>
              <a:gd name="connsiteX47" fmla="*/ 204627 w 2836384"/>
              <a:gd name="connsiteY47" fmla="*/ 279133 h 2348225"/>
              <a:gd name="connsiteX48" fmla="*/ 175752 w 2836384"/>
              <a:gd name="connsiteY48" fmla="*/ 308009 h 2348225"/>
              <a:gd name="connsiteX49" fmla="*/ 156501 w 2836384"/>
              <a:gd name="connsiteY49" fmla="*/ 336885 h 2348225"/>
              <a:gd name="connsiteX50" fmla="*/ 79499 w 2836384"/>
              <a:gd name="connsiteY50" fmla="*/ 433137 h 2348225"/>
              <a:gd name="connsiteX51" fmla="*/ 69874 w 2836384"/>
              <a:gd name="connsiteY51" fmla="*/ 462013 h 2348225"/>
              <a:gd name="connsiteX52" fmla="*/ 50623 w 2836384"/>
              <a:gd name="connsiteY52" fmla="*/ 510139 h 2348225"/>
              <a:gd name="connsiteX53" fmla="*/ 12122 w 2836384"/>
              <a:gd name="connsiteY53" fmla="*/ 606392 h 2348225"/>
              <a:gd name="connsiteX54" fmla="*/ 21747 w 2836384"/>
              <a:gd name="connsiteY54" fmla="*/ 1337912 h 2348225"/>
              <a:gd name="connsiteX55" fmla="*/ 31373 w 2836384"/>
              <a:gd name="connsiteY55" fmla="*/ 1376413 h 2348225"/>
              <a:gd name="connsiteX56" fmla="*/ 50623 w 2836384"/>
              <a:gd name="connsiteY56" fmla="*/ 1443790 h 2348225"/>
              <a:gd name="connsiteX57" fmla="*/ 60249 w 2836384"/>
              <a:gd name="connsiteY57" fmla="*/ 1472666 h 2348225"/>
              <a:gd name="connsiteX58" fmla="*/ 98750 w 2836384"/>
              <a:gd name="connsiteY58" fmla="*/ 1530417 h 2348225"/>
              <a:gd name="connsiteX59" fmla="*/ 108375 w 2836384"/>
              <a:gd name="connsiteY59" fmla="*/ 1568918 h 2348225"/>
              <a:gd name="connsiteX60" fmla="*/ 185377 w 2836384"/>
              <a:gd name="connsiteY60" fmla="*/ 1703672 h 2348225"/>
              <a:gd name="connsiteX61" fmla="*/ 281630 w 2836384"/>
              <a:gd name="connsiteY61" fmla="*/ 1809550 h 2348225"/>
              <a:gd name="connsiteX62" fmla="*/ 339381 w 2836384"/>
              <a:gd name="connsiteY62" fmla="*/ 1876927 h 2348225"/>
              <a:gd name="connsiteX63" fmla="*/ 387507 w 2836384"/>
              <a:gd name="connsiteY63" fmla="*/ 1915428 h 2348225"/>
              <a:gd name="connsiteX64" fmla="*/ 454884 w 2836384"/>
              <a:gd name="connsiteY64" fmla="*/ 1944303 h 2348225"/>
              <a:gd name="connsiteX65" fmla="*/ 483760 w 2836384"/>
              <a:gd name="connsiteY65" fmla="*/ 1973179 h 2348225"/>
              <a:gd name="connsiteX66" fmla="*/ 551137 w 2836384"/>
              <a:gd name="connsiteY66" fmla="*/ 1992430 h 2348225"/>
              <a:gd name="connsiteX67" fmla="*/ 589638 w 2836384"/>
              <a:gd name="connsiteY67" fmla="*/ 2011680 h 2348225"/>
              <a:gd name="connsiteX68" fmla="*/ 657015 w 2836384"/>
              <a:gd name="connsiteY68" fmla="*/ 2021306 h 2348225"/>
              <a:gd name="connsiteX69" fmla="*/ 714766 w 2836384"/>
              <a:gd name="connsiteY69" fmla="*/ 2030931 h 2348225"/>
              <a:gd name="connsiteX70" fmla="*/ 811019 w 2836384"/>
              <a:gd name="connsiteY70" fmla="*/ 2069432 h 2348225"/>
              <a:gd name="connsiteX71" fmla="*/ 849520 w 2836384"/>
              <a:gd name="connsiteY71" fmla="*/ 2079057 h 2348225"/>
              <a:gd name="connsiteX72" fmla="*/ 878396 w 2836384"/>
              <a:gd name="connsiteY72" fmla="*/ 2088682 h 2348225"/>
              <a:gd name="connsiteX73" fmla="*/ 984274 w 2836384"/>
              <a:gd name="connsiteY73" fmla="*/ 2098308 h 2348225"/>
              <a:gd name="connsiteX74" fmla="*/ 1061276 w 2836384"/>
              <a:gd name="connsiteY74" fmla="*/ 2107933 h 2348225"/>
              <a:gd name="connsiteX75" fmla="*/ 1350034 w 2836384"/>
              <a:gd name="connsiteY75" fmla="*/ 2127183 h 2348225"/>
              <a:gd name="connsiteX76" fmla="*/ 1677293 w 2836384"/>
              <a:gd name="connsiteY76" fmla="*/ 2165685 h 2348225"/>
              <a:gd name="connsiteX77" fmla="*/ 1850547 w 2836384"/>
              <a:gd name="connsiteY77" fmla="*/ 2175310 h 2348225"/>
              <a:gd name="connsiteX78" fmla="*/ 1908299 w 2836384"/>
              <a:gd name="connsiteY78" fmla="*/ 2184935 h 2348225"/>
              <a:gd name="connsiteX79" fmla="*/ 1956425 w 2836384"/>
              <a:gd name="connsiteY79" fmla="*/ 2194560 h 2348225"/>
              <a:gd name="connsiteX80" fmla="*/ 2043053 w 2836384"/>
              <a:gd name="connsiteY80" fmla="*/ 2204186 h 2348225"/>
              <a:gd name="connsiteX81" fmla="*/ 2245183 w 2836384"/>
              <a:gd name="connsiteY81" fmla="*/ 2233061 h 2348225"/>
              <a:gd name="connsiteX82" fmla="*/ 2331811 w 2836384"/>
              <a:gd name="connsiteY82" fmla="*/ 2252312 h 2348225"/>
              <a:gd name="connsiteX83" fmla="*/ 2389562 w 2836384"/>
              <a:gd name="connsiteY83" fmla="*/ 2261937 h 2348225"/>
              <a:gd name="connsiteX84" fmla="*/ 2428063 w 2836384"/>
              <a:gd name="connsiteY84" fmla="*/ 2271562 h 2348225"/>
              <a:gd name="connsiteX85" fmla="*/ 2514691 w 2836384"/>
              <a:gd name="connsiteY85" fmla="*/ 2281188 h 2348225"/>
              <a:gd name="connsiteX86" fmla="*/ 2572442 w 2836384"/>
              <a:gd name="connsiteY86" fmla="*/ 2290813 h 2348225"/>
              <a:gd name="connsiteX87" fmla="*/ 2601318 w 2836384"/>
              <a:gd name="connsiteY87" fmla="*/ 2310063 h 2348225"/>
              <a:gd name="connsiteX88" fmla="*/ 2832324 w 2836384"/>
              <a:gd name="connsiteY88" fmla="*/ 2338939 h 234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2836384" h="2348225">
                <a:moveTo>
                  <a:pt x="2832324" y="2338939"/>
                </a:moveTo>
                <a:cubicBezTo>
                  <a:pt x="2854783" y="2314876"/>
                  <a:pt x="2778698" y="2279357"/>
                  <a:pt x="2736072" y="2165685"/>
                </a:cubicBezTo>
                <a:cubicBezTo>
                  <a:pt x="2725720" y="2103576"/>
                  <a:pt x="2712429" y="2012523"/>
                  <a:pt x="2687945" y="1963554"/>
                </a:cubicBezTo>
                <a:lnTo>
                  <a:pt x="2668695" y="1925053"/>
                </a:lnTo>
                <a:cubicBezTo>
                  <a:pt x="2665669" y="1909924"/>
                  <a:pt x="2658917" y="1865813"/>
                  <a:pt x="2649444" y="1848051"/>
                </a:cubicBezTo>
                <a:cubicBezTo>
                  <a:pt x="2628468" y="1808722"/>
                  <a:pt x="2596162" y="1774834"/>
                  <a:pt x="2582067" y="1732548"/>
                </a:cubicBezTo>
                <a:cubicBezTo>
                  <a:pt x="2556901" y="1657048"/>
                  <a:pt x="2573257" y="1692196"/>
                  <a:pt x="2533941" y="1626670"/>
                </a:cubicBezTo>
                <a:cubicBezTo>
                  <a:pt x="2530733" y="1604211"/>
                  <a:pt x="2532742" y="1580357"/>
                  <a:pt x="2524316" y="1559293"/>
                </a:cubicBezTo>
                <a:cubicBezTo>
                  <a:pt x="2519261" y="1546654"/>
                  <a:pt x="2504299" y="1540752"/>
                  <a:pt x="2495440" y="1530417"/>
                </a:cubicBezTo>
                <a:cubicBezTo>
                  <a:pt x="2485000" y="1518237"/>
                  <a:pt x="2476189" y="1504750"/>
                  <a:pt x="2466564" y="1491916"/>
                </a:cubicBezTo>
                <a:cubicBezTo>
                  <a:pt x="2460147" y="1466249"/>
                  <a:pt x="2457490" y="1439336"/>
                  <a:pt x="2447314" y="1414914"/>
                </a:cubicBezTo>
                <a:cubicBezTo>
                  <a:pt x="2391297" y="1280473"/>
                  <a:pt x="2442462" y="1479751"/>
                  <a:pt x="2399187" y="1328287"/>
                </a:cubicBezTo>
                <a:cubicBezTo>
                  <a:pt x="2365965" y="1212009"/>
                  <a:pt x="2403375" y="1272910"/>
                  <a:pt x="2351061" y="1203158"/>
                </a:cubicBezTo>
                <a:cubicBezTo>
                  <a:pt x="2347853" y="1180699"/>
                  <a:pt x="2347955" y="1157511"/>
                  <a:pt x="2341436" y="1135781"/>
                </a:cubicBezTo>
                <a:cubicBezTo>
                  <a:pt x="2338112" y="1124701"/>
                  <a:pt x="2326247" y="1117737"/>
                  <a:pt x="2322185" y="1106906"/>
                </a:cubicBezTo>
                <a:cubicBezTo>
                  <a:pt x="2277869" y="988732"/>
                  <a:pt x="2356452" y="1131931"/>
                  <a:pt x="2283684" y="1010653"/>
                </a:cubicBezTo>
                <a:cubicBezTo>
                  <a:pt x="2280476" y="991402"/>
                  <a:pt x="2280230" y="971416"/>
                  <a:pt x="2274059" y="952901"/>
                </a:cubicBezTo>
                <a:cubicBezTo>
                  <a:pt x="2267359" y="932801"/>
                  <a:pt x="2239335" y="908552"/>
                  <a:pt x="2225933" y="895150"/>
                </a:cubicBezTo>
                <a:cubicBezTo>
                  <a:pt x="2205838" y="834868"/>
                  <a:pt x="2209433" y="836575"/>
                  <a:pt x="2177806" y="779647"/>
                </a:cubicBezTo>
                <a:cubicBezTo>
                  <a:pt x="2172188" y="769535"/>
                  <a:pt x="2163448" y="761254"/>
                  <a:pt x="2158556" y="750771"/>
                </a:cubicBezTo>
                <a:cubicBezTo>
                  <a:pt x="2140918" y="712975"/>
                  <a:pt x="2136486" y="667837"/>
                  <a:pt x="2110430" y="635268"/>
                </a:cubicBezTo>
                <a:cubicBezTo>
                  <a:pt x="2084762" y="603184"/>
                  <a:pt x="2058812" y="571323"/>
                  <a:pt x="2033427" y="539015"/>
                </a:cubicBezTo>
                <a:cubicBezTo>
                  <a:pt x="2023516" y="526401"/>
                  <a:pt x="2014401" y="513177"/>
                  <a:pt x="2004552" y="500514"/>
                </a:cubicBezTo>
                <a:cubicBezTo>
                  <a:pt x="1991939" y="484298"/>
                  <a:pt x="1977447" y="469482"/>
                  <a:pt x="1966051" y="452388"/>
                </a:cubicBezTo>
                <a:cubicBezTo>
                  <a:pt x="1953217" y="433137"/>
                  <a:pt x="1942003" y="412702"/>
                  <a:pt x="1927550" y="394636"/>
                </a:cubicBezTo>
                <a:cubicBezTo>
                  <a:pt x="1914716" y="378594"/>
                  <a:pt x="1905484" y="358836"/>
                  <a:pt x="1889049" y="346510"/>
                </a:cubicBezTo>
                <a:cubicBezTo>
                  <a:pt x="1866091" y="329292"/>
                  <a:pt x="1837714" y="320843"/>
                  <a:pt x="1812046" y="308009"/>
                </a:cubicBezTo>
                <a:cubicBezTo>
                  <a:pt x="1792796" y="288758"/>
                  <a:pt x="1776947" y="265358"/>
                  <a:pt x="1754295" y="250257"/>
                </a:cubicBezTo>
                <a:cubicBezTo>
                  <a:pt x="1671541" y="195090"/>
                  <a:pt x="1776244" y="261231"/>
                  <a:pt x="1696543" y="221381"/>
                </a:cubicBezTo>
                <a:cubicBezTo>
                  <a:pt x="1605621" y="175920"/>
                  <a:pt x="1684657" y="204587"/>
                  <a:pt x="1619541" y="182880"/>
                </a:cubicBezTo>
                <a:cubicBezTo>
                  <a:pt x="1606707" y="173255"/>
                  <a:pt x="1595388" y="161179"/>
                  <a:pt x="1581040" y="154005"/>
                </a:cubicBezTo>
                <a:cubicBezTo>
                  <a:pt x="1557601" y="142285"/>
                  <a:pt x="1512424" y="132038"/>
                  <a:pt x="1484787" y="125129"/>
                </a:cubicBezTo>
                <a:cubicBezTo>
                  <a:pt x="1475162" y="118712"/>
                  <a:pt x="1466259" y="111051"/>
                  <a:pt x="1455912" y="105878"/>
                </a:cubicBezTo>
                <a:cubicBezTo>
                  <a:pt x="1442105" y="98974"/>
                  <a:pt x="1400869" y="89711"/>
                  <a:pt x="1388535" y="86628"/>
                </a:cubicBezTo>
                <a:cubicBezTo>
                  <a:pt x="1378910" y="80211"/>
                  <a:pt x="1370006" y="72550"/>
                  <a:pt x="1359659" y="67377"/>
                </a:cubicBezTo>
                <a:cubicBezTo>
                  <a:pt x="1350584" y="62840"/>
                  <a:pt x="1340571" y="60422"/>
                  <a:pt x="1330783" y="57752"/>
                </a:cubicBezTo>
                <a:cubicBezTo>
                  <a:pt x="1305258" y="50791"/>
                  <a:pt x="1278881" y="46867"/>
                  <a:pt x="1253781" y="38501"/>
                </a:cubicBezTo>
                <a:cubicBezTo>
                  <a:pt x="1244156" y="35293"/>
                  <a:pt x="1234405" y="32438"/>
                  <a:pt x="1224905" y="28876"/>
                </a:cubicBezTo>
                <a:cubicBezTo>
                  <a:pt x="1208727" y="22810"/>
                  <a:pt x="1193761" y="12810"/>
                  <a:pt x="1176779" y="9626"/>
                </a:cubicBezTo>
                <a:cubicBezTo>
                  <a:pt x="1141948" y="3095"/>
                  <a:pt x="1106194" y="3209"/>
                  <a:pt x="1070901" y="0"/>
                </a:cubicBezTo>
                <a:cubicBezTo>
                  <a:pt x="888021" y="3209"/>
                  <a:pt x="704962" y="926"/>
                  <a:pt x="522261" y="9626"/>
                </a:cubicBezTo>
                <a:cubicBezTo>
                  <a:pt x="501992" y="10591"/>
                  <a:pt x="464510" y="28876"/>
                  <a:pt x="464510" y="28876"/>
                </a:cubicBezTo>
                <a:cubicBezTo>
                  <a:pt x="446108" y="84077"/>
                  <a:pt x="470641" y="38339"/>
                  <a:pt x="406758" y="67377"/>
                </a:cubicBezTo>
                <a:cubicBezTo>
                  <a:pt x="385695" y="76951"/>
                  <a:pt x="349006" y="105878"/>
                  <a:pt x="349006" y="105878"/>
                </a:cubicBezTo>
                <a:cubicBezTo>
                  <a:pt x="333656" y="128904"/>
                  <a:pt x="324462" y="146786"/>
                  <a:pt x="300880" y="163630"/>
                </a:cubicBezTo>
                <a:cubicBezTo>
                  <a:pt x="289204" y="171970"/>
                  <a:pt x="275213" y="176463"/>
                  <a:pt x="262379" y="182880"/>
                </a:cubicBezTo>
                <a:cubicBezTo>
                  <a:pt x="255835" y="191606"/>
                  <a:pt x="221293" y="236178"/>
                  <a:pt x="214253" y="250257"/>
                </a:cubicBezTo>
                <a:cubicBezTo>
                  <a:pt x="209716" y="259332"/>
                  <a:pt x="210255" y="270691"/>
                  <a:pt x="204627" y="279133"/>
                </a:cubicBezTo>
                <a:cubicBezTo>
                  <a:pt x="197076" y="290459"/>
                  <a:pt x="184466" y="297552"/>
                  <a:pt x="175752" y="308009"/>
                </a:cubicBezTo>
                <a:cubicBezTo>
                  <a:pt x="168346" y="316896"/>
                  <a:pt x="163554" y="327716"/>
                  <a:pt x="156501" y="336885"/>
                </a:cubicBezTo>
                <a:cubicBezTo>
                  <a:pt x="131449" y="369452"/>
                  <a:pt x="79499" y="433137"/>
                  <a:pt x="79499" y="433137"/>
                </a:cubicBezTo>
                <a:cubicBezTo>
                  <a:pt x="76291" y="442762"/>
                  <a:pt x="73437" y="452513"/>
                  <a:pt x="69874" y="462013"/>
                </a:cubicBezTo>
                <a:cubicBezTo>
                  <a:pt x="63807" y="478191"/>
                  <a:pt x="56087" y="493748"/>
                  <a:pt x="50623" y="510139"/>
                </a:cubicBezTo>
                <a:cubicBezTo>
                  <a:pt x="20718" y="599855"/>
                  <a:pt x="48033" y="552526"/>
                  <a:pt x="12122" y="606392"/>
                </a:cubicBezTo>
                <a:cubicBezTo>
                  <a:pt x="-6409" y="939956"/>
                  <a:pt x="-4075" y="804261"/>
                  <a:pt x="21747" y="1337912"/>
                </a:cubicBezTo>
                <a:cubicBezTo>
                  <a:pt x="22386" y="1351125"/>
                  <a:pt x="27892" y="1363650"/>
                  <a:pt x="31373" y="1376413"/>
                </a:cubicBezTo>
                <a:cubicBezTo>
                  <a:pt x="37519" y="1398948"/>
                  <a:pt x="43911" y="1421417"/>
                  <a:pt x="50623" y="1443790"/>
                </a:cubicBezTo>
                <a:cubicBezTo>
                  <a:pt x="53538" y="1453508"/>
                  <a:pt x="55322" y="1463797"/>
                  <a:pt x="60249" y="1472666"/>
                </a:cubicBezTo>
                <a:cubicBezTo>
                  <a:pt x="71485" y="1492890"/>
                  <a:pt x="85916" y="1511167"/>
                  <a:pt x="98750" y="1530417"/>
                </a:cubicBezTo>
                <a:cubicBezTo>
                  <a:pt x="101958" y="1543251"/>
                  <a:pt x="104192" y="1556368"/>
                  <a:pt x="108375" y="1568918"/>
                </a:cubicBezTo>
                <a:cubicBezTo>
                  <a:pt x="126950" y="1624646"/>
                  <a:pt x="145284" y="1652124"/>
                  <a:pt x="185377" y="1703672"/>
                </a:cubicBezTo>
                <a:cubicBezTo>
                  <a:pt x="259856" y="1799430"/>
                  <a:pt x="222316" y="1770007"/>
                  <a:pt x="281630" y="1809550"/>
                </a:cubicBezTo>
                <a:cubicBezTo>
                  <a:pt x="305538" y="1845414"/>
                  <a:pt x="301187" y="1842976"/>
                  <a:pt x="339381" y="1876927"/>
                </a:cubicBezTo>
                <a:cubicBezTo>
                  <a:pt x="354736" y="1890576"/>
                  <a:pt x="369762" y="1905077"/>
                  <a:pt x="387507" y="1915428"/>
                </a:cubicBezTo>
                <a:cubicBezTo>
                  <a:pt x="408613" y="1927740"/>
                  <a:pt x="432425" y="1934678"/>
                  <a:pt x="454884" y="1944303"/>
                </a:cubicBezTo>
                <a:cubicBezTo>
                  <a:pt x="464509" y="1953928"/>
                  <a:pt x="472434" y="1965628"/>
                  <a:pt x="483760" y="1973179"/>
                </a:cubicBezTo>
                <a:cubicBezTo>
                  <a:pt x="493737" y="1979830"/>
                  <a:pt x="543797" y="1989678"/>
                  <a:pt x="551137" y="1992430"/>
                </a:cubicBezTo>
                <a:cubicBezTo>
                  <a:pt x="564572" y="1997468"/>
                  <a:pt x="575795" y="2007905"/>
                  <a:pt x="589638" y="2011680"/>
                </a:cubicBezTo>
                <a:cubicBezTo>
                  <a:pt x="611526" y="2017649"/>
                  <a:pt x="634592" y="2017856"/>
                  <a:pt x="657015" y="2021306"/>
                </a:cubicBezTo>
                <a:cubicBezTo>
                  <a:pt x="676304" y="2024274"/>
                  <a:pt x="695715" y="2026698"/>
                  <a:pt x="714766" y="2030931"/>
                </a:cubicBezTo>
                <a:cubicBezTo>
                  <a:pt x="740549" y="2036661"/>
                  <a:pt x="797591" y="2064549"/>
                  <a:pt x="811019" y="2069432"/>
                </a:cubicBezTo>
                <a:cubicBezTo>
                  <a:pt x="823451" y="2073953"/>
                  <a:pt x="836800" y="2075423"/>
                  <a:pt x="849520" y="2079057"/>
                </a:cubicBezTo>
                <a:cubicBezTo>
                  <a:pt x="859276" y="2081844"/>
                  <a:pt x="868352" y="2087247"/>
                  <a:pt x="878396" y="2088682"/>
                </a:cubicBezTo>
                <a:cubicBezTo>
                  <a:pt x="913478" y="2093694"/>
                  <a:pt x="949031" y="2094598"/>
                  <a:pt x="984274" y="2098308"/>
                </a:cubicBezTo>
                <a:cubicBezTo>
                  <a:pt x="1009999" y="2101016"/>
                  <a:pt x="1035609" y="2104725"/>
                  <a:pt x="1061276" y="2107933"/>
                </a:cubicBezTo>
                <a:cubicBezTo>
                  <a:pt x="1178040" y="2146853"/>
                  <a:pt x="1031744" y="2101093"/>
                  <a:pt x="1350034" y="2127183"/>
                </a:cubicBezTo>
                <a:cubicBezTo>
                  <a:pt x="1459506" y="2136156"/>
                  <a:pt x="1567959" y="2155172"/>
                  <a:pt x="1677293" y="2165685"/>
                </a:cubicBezTo>
                <a:cubicBezTo>
                  <a:pt x="1734868" y="2171221"/>
                  <a:pt x="1792796" y="2172102"/>
                  <a:pt x="1850547" y="2175310"/>
                </a:cubicBezTo>
                <a:lnTo>
                  <a:pt x="1908299" y="2184935"/>
                </a:lnTo>
                <a:cubicBezTo>
                  <a:pt x="1924395" y="2187861"/>
                  <a:pt x="1940230" y="2192246"/>
                  <a:pt x="1956425" y="2194560"/>
                </a:cubicBezTo>
                <a:cubicBezTo>
                  <a:pt x="1985187" y="2198669"/>
                  <a:pt x="2014177" y="2200977"/>
                  <a:pt x="2043053" y="2204186"/>
                </a:cubicBezTo>
                <a:cubicBezTo>
                  <a:pt x="2160639" y="2233582"/>
                  <a:pt x="2093676" y="2221407"/>
                  <a:pt x="2245183" y="2233061"/>
                </a:cubicBezTo>
                <a:cubicBezTo>
                  <a:pt x="2274059" y="2239478"/>
                  <a:pt x="2302805" y="2246511"/>
                  <a:pt x="2331811" y="2252312"/>
                </a:cubicBezTo>
                <a:cubicBezTo>
                  <a:pt x="2350948" y="2256139"/>
                  <a:pt x="2370425" y="2258110"/>
                  <a:pt x="2389562" y="2261937"/>
                </a:cubicBezTo>
                <a:cubicBezTo>
                  <a:pt x="2402534" y="2264531"/>
                  <a:pt x="2414988" y="2269550"/>
                  <a:pt x="2428063" y="2271562"/>
                </a:cubicBezTo>
                <a:cubicBezTo>
                  <a:pt x="2456779" y="2275980"/>
                  <a:pt x="2485892" y="2277348"/>
                  <a:pt x="2514691" y="2281188"/>
                </a:cubicBezTo>
                <a:cubicBezTo>
                  <a:pt x="2534036" y="2283767"/>
                  <a:pt x="2553192" y="2287605"/>
                  <a:pt x="2572442" y="2290813"/>
                </a:cubicBezTo>
                <a:cubicBezTo>
                  <a:pt x="2582067" y="2297230"/>
                  <a:pt x="2590261" y="2306661"/>
                  <a:pt x="2601318" y="2310063"/>
                </a:cubicBezTo>
                <a:cubicBezTo>
                  <a:pt x="2684334" y="2335606"/>
                  <a:pt x="2809865" y="2363002"/>
                  <a:pt x="2832324" y="2338939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1640987" y="1991295"/>
            <a:ext cx="3262964" cy="2887579"/>
          </a:xfrm>
          <a:custGeom>
            <a:avLst/>
            <a:gdLst>
              <a:gd name="connsiteX0" fmla="*/ 3262964 w 3262964"/>
              <a:gd name="connsiteY0" fmla="*/ 2887579 h 2887579"/>
              <a:gd name="connsiteX1" fmla="*/ 3147461 w 3262964"/>
              <a:gd name="connsiteY1" fmla="*/ 2772076 h 2887579"/>
              <a:gd name="connsiteX2" fmla="*/ 3080084 w 3262964"/>
              <a:gd name="connsiteY2" fmla="*/ 2704699 h 2887579"/>
              <a:gd name="connsiteX3" fmla="*/ 3070459 w 3262964"/>
              <a:gd name="connsiteY3" fmla="*/ 2675823 h 2887579"/>
              <a:gd name="connsiteX4" fmla="*/ 3003082 w 3262964"/>
              <a:gd name="connsiteY4" fmla="*/ 2608446 h 2887579"/>
              <a:gd name="connsiteX5" fmla="*/ 2993457 w 3262964"/>
              <a:gd name="connsiteY5" fmla="*/ 2579570 h 2887579"/>
              <a:gd name="connsiteX6" fmla="*/ 2945330 w 3262964"/>
              <a:gd name="connsiteY6" fmla="*/ 2521819 h 2887579"/>
              <a:gd name="connsiteX7" fmla="*/ 2897204 w 3262964"/>
              <a:gd name="connsiteY7" fmla="*/ 2435191 h 2887579"/>
              <a:gd name="connsiteX8" fmla="*/ 2877953 w 3262964"/>
              <a:gd name="connsiteY8" fmla="*/ 2396690 h 2887579"/>
              <a:gd name="connsiteX9" fmla="*/ 2839452 w 3262964"/>
              <a:gd name="connsiteY9" fmla="*/ 2377440 h 2887579"/>
              <a:gd name="connsiteX10" fmla="*/ 2820202 w 3262964"/>
              <a:gd name="connsiteY10" fmla="*/ 2338939 h 2887579"/>
              <a:gd name="connsiteX11" fmla="*/ 2781701 w 3262964"/>
              <a:gd name="connsiteY11" fmla="*/ 2271562 h 2887579"/>
              <a:gd name="connsiteX12" fmla="*/ 2772075 w 3262964"/>
              <a:gd name="connsiteY12" fmla="*/ 2242686 h 2887579"/>
              <a:gd name="connsiteX13" fmla="*/ 2752825 w 3262964"/>
              <a:gd name="connsiteY13" fmla="*/ 2213810 h 2887579"/>
              <a:gd name="connsiteX14" fmla="*/ 2714324 w 3262964"/>
              <a:gd name="connsiteY14" fmla="*/ 2136808 h 2887579"/>
              <a:gd name="connsiteX15" fmla="*/ 2704699 w 3262964"/>
              <a:gd name="connsiteY15" fmla="*/ 2098307 h 2887579"/>
              <a:gd name="connsiteX16" fmla="*/ 2627697 w 3262964"/>
              <a:gd name="connsiteY16" fmla="*/ 1963554 h 2887579"/>
              <a:gd name="connsiteX17" fmla="*/ 2618071 w 3262964"/>
              <a:gd name="connsiteY17" fmla="*/ 1925053 h 2887579"/>
              <a:gd name="connsiteX18" fmla="*/ 2589195 w 3262964"/>
              <a:gd name="connsiteY18" fmla="*/ 1857676 h 2887579"/>
              <a:gd name="connsiteX19" fmla="*/ 2579570 w 3262964"/>
              <a:gd name="connsiteY19" fmla="*/ 1819175 h 2887579"/>
              <a:gd name="connsiteX20" fmla="*/ 2560320 w 3262964"/>
              <a:gd name="connsiteY20" fmla="*/ 1780674 h 2887579"/>
              <a:gd name="connsiteX21" fmla="*/ 2541069 w 3262964"/>
              <a:gd name="connsiteY21" fmla="*/ 1703671 h 2887579"/>
              <a:gd name="connsiteX22" fmla="*/ 2483318 w 3262964"/>
              <a:gd name="connsiteY22" fmla="*/ 1597794 h 2887579"/>
              <a:gd name="connsiteX23" fmla="*/ 2473692 w 3262964"/>
              <a:gd name="connsiteY23" fmla="*/ 1568918 h 2887579"/>
              <a:gd name="connsiteX24" fmla="*/ 2444817 w 3262964"/>
              <a:gd name="connsiteY24" fmla="*/ 1520791 h 2887579"/>
              <a:gd name="connsiteX25" fmla="*/ 2406315 w 3262964"/>
              <a:gd name="connsiteY25" fmla="*/ 1434164 h 2887579"/>
              <a:gd name="connsiteX26" fmla="*/ 2377440 w 3262964"/>
              <a:gd name="connsiteY26" fmla="*/ 1337911 h 2887579"/>
              <a:gd name="connsiteX27" fmla="*/ 2367814 w 3262964"/>
              <a:gd name="connsiteY27" fmla="*/ 1309036 h 2887579"/>
              <a:gd name="connsiteX28" fmla="*/ 2338939 w 3262964"/>
              <a:gd name="connsiteY28" fmla="*/ 1289785 h 2887579"/>
              <a:gd name="connsiteX29" fmla="*/ 2329313 w 3262964"/>
              <a:gd name="connsiteY29" fmla="*/ 1241659 h 2887579"/>
              <a:gd name="connsiteX30" fmla="*/ 2300438 w 3262964"/>
              <a:gd name="connsiteY30" fmla="*/ 1203158 h 2887579"/>
              <a:gd name="connsiteX31" fmla="*/ 2271562 w 3262964"/>
              <a:gd name="connsiteY31" fmla="*/ 1145406 h 2887579"/>
              <a:gd name="connsiteX32" fmla="*/ 2223435 w 3262964"/>
              <a:gd name="connsiteY32" fmla="*/ 1010653 h 2887579"/>
              <a:gd name="connsiteX33" fmla="*/ 2194560 w 3262964"/>
              <a:gd name="connsiteY33" fmla="*/ 962526 h 2887579"/>
              <a:gd name="connsiteX34" fmla="*/ 2127183 w 3262964"/>
              <a:gd name="connsiteY34" fmla="*/ 808522 h 2887579"/>
              <a:gd name="connsiteX35" fmla="*/ 2107932 w 3262964"/>
              <a:gd name="connsiteY35" fmla="*/ 779646 h 2887579"/>
              <a:gd name="connsiteX36" fmla="*/ 2069431 w 3262964"/>
              <a:gd name="connsiteY36" fmla="*/ 702644 h 2887579"/>
              <a:gd name="connsiteX37" fmla="*/ 2050181 w 3262964"/>
              <a:gd name="connsiteY37" fmla="*/ 673768 h 2887579"/>
              <a:gd name="connsiteX38" fmla="*/ 2030930 w 3262964"/>
              <a:gd name="connsiteY38" fmla="*/ 606391 h 2887579"/>
              <a:gd name="connsiteX39" fmla="*/ 1973179 w 3262964"/>
              <a:gd name="connsiteY39" fmla="*/ 529389 h 2887579"/>
              <a:gd name="connsiteX40" fmla="*/ 1963553 w 3262964"/>
              <a:gd name="connsiteY40" fmla="*/ 490888 h 2887579"/>
              <a:gd name="connsiteX41" fmla="*/ 1934678 w 3262964"/>
              <a:gd name="connsiteY41" fmla="*/ 471638 h 2887579"/>
              <a:gd name="connsiteX42" fmla="*/ 1915427 w 3262964"/>
              <a:gd name="connsiteY42" fmla="*/ 442762 h 2887579"/>
              <a:gd name="connsiteX43" fmla="*/ 1848050 w 3262964"/>
              <a:gd name="connsiteY43" fmla="*/ 346509 h 2887579"/>
              <a:gd name="connsiteX44" fmla="*/ 1799924 w 3262964"/>
              <a:gd name="connsiteY44" fmla="*/ 317634 h 2887579"/>
              <a:gd name="connsiteX45" fmla="*/ 1761423 w 3262964"/>
              <a:gd name="connsiteY45" fmla="*/ 288758 h 2887579"/>
              <a:gd name="connsiteX46" fmla="*/ 1722922 w 3262964"/>
              <a:gd name="connsiteY46" fmla="*/ 250257 h 2887579"/>
              <a:gd name="connsiteX47" fmla="*/ 1568918 w 3262964"/>
              <a:gd name="connsiteY47" fmla="*/ 182880 h 2887579"/>
              <a:gd name="connsiteX48" fmla="*/ 1530417 w 3262964"/>
              <a:gd name="connsiteY48" fmla="*/ 154004 h 2887579"/>
              <a:gd name="connsiteX49" fmla="*/ 1472665 w 3262964"/>
              <a:gd name="connsiteY49" fmla="*/ 134754 h 2887579"/>
              <a:gd name="connsiteX50" fmla="*/ 1357162 w 3262964"/>
              <a:gd name="connsiteY50" fmla="*/ 96253 h 2887579"/>
              <a:gd name="connsiteX51" fmla="*/ 1309035 w 3262964"/>
              <a:gd name="connsiteY51" fmla="*/ 67377 h 2887579"/>
              <a:gd name="connsiteX52" fmla="*/ 1241659 w 3262964"/>
              <a:gd name="connsiteY52" fmla="*/ 57751 h 2887579"/>
              <a:gd name="connsiteX53" fmla="*/ 1203158 w 3262964"/>
              <a:gd name="connsiteY53" fmla="*/ 38501 h 2887579"/>
              <a:gd name="connsiteX54" fmla="*/ 1078029 w 3262964"/>
              <a:gd name="connsiteY54" fmla="*/ 19250 h 2887579"/>
              <a:gd name="connsiteX55" fmla="*/ 972151 w 3262964"/>
              <a:gd name="connsiteY55" fmla="*/ 0 h 2887579"/>
              <a:gd name="connsiteX56" fmla="*/ 577515 w 3262964"/>
              <a:gd name="connsiteY56" fmla="*/ 9625 h 2887579"/>
              <a:gd name="connsiteX57" fmla="*/ 519764 w 3262964"/>
              <a:gd name="connsiteY57" fmla="*/ 19250 h 2887579"/>
              <a:gd name="connsiteX58" fmla="*/ 365760 w 3262964"/>
              <a:gd name="connsiteY58" fmla="*/ 105878 h 2887579"/>
              <a:gd name="connsiteX59" fmla="*/ 259882 w 3262964"/>
              <a:gd name="connsiteY59" fmla="*/ 202130 h 2887579"/>
              <a:gd name="connsiteX60" fmla="*/ 125128 w 3262964"/>
              <a:gd name="connsiteY60" fmla="*/ 404261 h 2887579"/>
              <a:gd name="connsiteX61" fmla="*/ 77002 w 3262964"/>
              <a:gd name="connsiteY61" fmla="*/ 481263 h 2887579"/>
              <a:gd name="connsiteX62" fmla="*/ 57751 w 3262964"/>
              <a:gd name="connsiteY62" fmla="*/ 558265 h 2887579"/>
              <a:gd name="connsiteX63" fmla="*/ 19250 w 3262964"/>
              <a:gd name="connsiteY63" fmla="*/ 702644 h 2887579"/>
              <a:gd name="connsiteX64" fmla="*/ 0 w 3262964"/>
              <a:gd name="connsiteY64" fmla="*/ 866274 h 2887579"/>
              <a:gd name="connsiteX65" fmla="*/ 9625 w 3262964"/>
              <a:gd name="connsiteY65" fmla="*/ 1251284 h 2887579"/>
              <a:gd name="connsiteX66" fmla="*/ 67377 w 3262964"/>
              <a:gd name="connsiteY66" fmla="*/ 1405288 h 2887579"/>
              <a:gd name="connsiteX67" fmla="*/ 134753 w 3262964"/>
              <a:gd name="connsiteY67" fmla="*/ 1540042 h 2887579"/>
              <a:gd name="connsiteX68" fmla="*/ 154004 w 3262964"/>
              <a:gd name="connsiteY68" fmla="*/ 1578543 h 2887579"/>
              <a:gd name="connsiteX69" fmla="*/ 173254 w 3262964"/>
              <a:gd name="connsiteY69" fmla="*/ 1636295 h 2887579"/>
              <a:gd name="connsiteX70" fmla="*/ 211755 w 3262964"/>
              <a:gd name="connsiteY70" fmla="*/ 1684421 h 2887579"/>
              <a:gd name="connsiteX71" fmla="*/ 250257 w 3262964"/>
              <a:gd name="connsiteY71" fmla="*/ 1761423 h 2887579"/>
              <a:gd name="connsiteX72" fmla="*/ 375385 w 3262964"/>
              <a:gd name="connsiteY72" fmla="*/ 1915427 h 2887579"/>
              <a:gd name="connsiteX73" fmla="*/ 442762 w 3262964"/>
              <a:gd name="connsiteY73" fmla="*/ 1973179 h 2887579"/>
              <a:gd name="connsiteX74" fmla="*/ 490888 w 3262964"/>
              <a:gd name="connsiteY74" fmla="*/ 2030930 h 2887579"/>
              <a:gd name="connsiteX75" fmla="*/ 558265 w 3262964"/>
              <a:gd name="connsiteY75" fmla="*/ 2069431 h 2887579"/>
              <a:gd name="connsiteX76" fmla="*/ 616017 w 3262964"/>
              <a:gd name="connsiteY76" fmla="*/ 2127183 h 2887579"/>
              <a:gd name="connsiteX77" fmla="*/ 683393 w 3262964"/>
              <a:gd name="connsiteY77" fmla="*/ 2165684 h 2887579"/>
              <a:gd name="connsiteX78" fmla="*/ 760395 w 3262964"/>
              <a:gd name="connsiteY78" fmla="*/ 2223436 h 2887579"/>
              <a:gd name="connsiteX79" fmla="*/ 847023 w 3262964"/>
              <a:gd name="connsiteY79" fmla="*/ 2252311 h 2887579"/>
              <a:gd name="connsiteX80" fmla="*/ 943275 w 3262964"/>
              <a:gd name="connsiteY80" fmla="*/ 2281187 h 2887579"/>
              <a:gd name="connsiteX81" fmla="*/ 1049153 w 3262964"/>
              <a:gd name="connsiteY81" fmla="*/ 2310063 h 2887579"/>
              <a:gd name="connsiteX82" fmla="*/ 1087654 w 3262964"/>
              <a:gd name="connsiteY82" fmla="*/ 2319688 h 2887579"/>
              <a:gd name="connsiteX83" fmla="*/ 1145406 w 3262964"/>
              <a:gd name="connsiteY83" fmla="*/ 2329314 h 2887579"/>
              <a:gd name="connsiteX84" fmla="*/ 1203158 w 3262964"/>
              <a:gd name="connsiteY84" fmla="*/ 2358189 h 2887579"/>
              <a:gd name="connsiteX85" fmla="*/ 1260909 w 3262964"/>
              <a:gd name="connsiteY85" fmla="*/ 2367815 h 2887579"/>
              <a:gd name="connsiteX86" fmla="*/ 1501541 w 3262964"/>
              <a:gd name="connsiteY86" fmla="*/ 2406316 h 2887579"/>
              <a:gd name="connsiteX87" fmla="*/ 1578543 w 3262964"/>
              <a:gd name="connsiteY87" fmla="*/ 2415941 h 2887579"/>
              <a:gd name="connsiteX88" fmla="*/ 1645920 w 3262964"/>
              <a:gd name="connsiteY88" fmla="*/ 2425566 h 2887579"/>
              <a:gd name="connsiteX89" fmla="*/ 1905802 w 3262964"/>
              <a:gd name="connsiteY89" fmla="*/ 2454442 h 2887579"/>
              <a:gd name="connsiteX90" fmla="*/ 1944303 w 3262964"/>
              <a:gd name="connsiteY90" fmla="*/ 2464067 h 2887579"/>
              <a:gd name="connsiteX91" fmla="*/ 2069431 w 3262964"/>
              <a:gd name="connsiteY91" fmla="*/ 2473693 h 2887579"/>
              <a:gd name="connsiteX92" fmla="*/ 2127183 w 3262964"/>
              <a:gd name="connsiteY92" fmla="*/ 2502568 h 2887579"/>
              <a:gd name="connsiteX93" fmla="*/ 2261937 w 3262964"/>
              <a:gd name="connsiteY93" fmla="*/ 2512194 h 2887579"/>
              <a:gd name="connsiteX94" fmla="*/ 2290812 w 3262964"/>
              <a:gd name="connsiteY94" fmla="*/ 2521819 h 2887579"/>
              <a:gd name="connsiteX95" fmla="*/ 2435191 w 3262964"/>
              <a:gd name="connsiteY95" fmla="*/ 2541069 h 2887579"/>
              <a:gd name="connsiteX96" fmla="*/ 2560320 w 3262964"/>
              <a:gd name="connsiteY96" fmla="*/ 2579570 h 2887579"/>
              <a:gd name="connsiteX97" fmla="*/ 2637322 w 3262964"/>
              <a:gd name="connsiteY97" fmla="*/ 2598821 h 2887579"/>
              <a:gd name="connsiteX98" fmla="*/ 2733574 w 3262964"/>
              <a:gd name="connsiteY98" fmla="*/ 2618071 h 2887579"/>
              <a:gd name="connsiteX99" fmla="*/ 2791326 w 3262964"/>
              <a:gd name="connsiteY99" fmla="*/ 2637322 h 2887579"/>
              <a:gd name="connsiteX100" fmla="*/ 2829827 w 3262964"/>
              <a:gd name="connsiteY100" fmla="*/ 2666198 h 2887579"/>
              <a:gd name="connsiteX101" fmla="*/ 2887579 w 3262964"/>
              <a:gd name="connsiteY101" fmla="*/ 2685448 h 2887579"/>
              <a:gd name="connsiteX102" fmla="*/ 2964581 w 3262964"/>
              <a:gd name="connsiteY102" fmla="*/ 2714324 h 2887579"/>
              <a:gd name="connsiteX103" fmla="*/ 3012707 w 3262964"/>
              <a:gd name="connsiteY103" fmla="*/ 2752825 h 2887579"/>
              <a:gd name="connsiteX104" fmla="*/ 3041583 w 3262964"/>
              <a:gd name="connsiteY104" fmla="*/ 2762450 h 2887579"/>
              <a:gd name="connsiteX105" fmla="*/ 3070459 w 3262964"/>
              <a:gd name="connsiteY105" fmla="*/ 2781701 h 2887579"/>
              <a:gd name="connsiteX106" fmla="*/ 3108960 w 3262964"/>
              <a:gd name="connsiteY106" fmla="*/ 2800951 h 2887579"/>
              <a:gd name="connsiteX107" fmla="*/ 3166711 w 3262964"/>
              <a:gd name="connsiteY107" fmla="*/ 2839453 h 2887579"/>
              <a:gd name="connsiteX108" fmla="*/ 3195587 w 3262964"/>
              <a:gd name="connsiteY108" fmla="*/ 2858703 h 2887579"/>
              <a:gd name="connsiteX109" fmla="*/ 3262964 w 3262964"/>
              <a:gd name="connsiteY109" fmla="*/ 2887579 h 2887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3262964" h="2887579">
                <a:moveTo>
                  <a:pt x="3262964" y="2887579"/>
                </a:moveTo>
                <a:cubicBezTo>
                  <a:pt x="3135728" y="2778519"/>
                  <a:pt x="3249115" y="2882201"/>
                  <a:pt x="3147461" y="2772076"/>
                </a:cubicBezTo>
                <a:cubicBezTo>
                  <a:pt x="3125918" y="2748737"/>
                  <a:pt x="3080084" y="2704699"/>
                  <a:pt x="3080084" y="2704699"/>
                </a:cubicBezTo>
                <a:cubicBezTo>
                  <a:pt x="3076876" y="2695074"/>
                  <a:pt x="3076797" y="2683746"/>
                  <a:pt x="3070459" y="2675823"/>
                </a:cubicBezTo>
                <a:cubicBezTo>
                  <a:pt x="3050618" y="2651021"/>
                  <a:pt x="3003082" y="2608446"/>
                  <a:pt x="3003082" y="2608446"/>
                </a:cubicBezTo>
                <a:cubicBezTo>
                  <a:pt x="2999874" y="2598821"/>
                  <a:pt x="2997994" y="2588645"/>
                  <a:pt x="2993457" y="2579570"/>
                </a:cubicBezTo>
                <a:cubicBezTo>
                  <a:pt x="2980058" y="2552772"/>
                  <a:pt x="2966615" y="2543104"/>
                  <a:pt x="2945330" y="2521819"/>
                </a:cubicBezTo>
                <a:cubicBezTo>
                  <a:pt x="2899184" y="2429525"/>
                  <a:pt x="2957622" y="2543943"/>
                  <a:pt x="2897204" y="2435191"/>
                </a:cubicBezTo>
                <a:cubicBezTo>
                  <a:pt x="2890236" y="2422648"/>
                  <a:pt x="2888099" y="2406836"/>
                  <a:pt x="2877953" y="2396690"/>
                </a:cubicBezTo>
                <a:cubicBezTo>
                  <a:pt x="2867807" y="2386544"/>
                  <a:pt x="2852286" y="2383857"/>
                  <a:pt x="2839452" y="2377440"/>
                </a:cubicBezTo>
                <a:cubicBezTo>
                  <a:pt x="2833035" y="2364606"/>
                  <a:pt x="2827321" y="2351397"/>
                  <a:pt x="2820202" y="2338939"/>
                </a:cubicBezTo>
                <a:cubicBezTo>
                  <a:pt x="2792579" y="2290598"/>
                  <a:pt x="2806637" y="2329745"/>
                  <a:pt x="2781701" y="2271562"/>
                </a:cubicBezTo>
                <a:cubicBezTo>
                  <a:pt x="2777704" y="2262236"/>
                  <a:pt x="2776612" y="2251761"/>
                  <a:pt x="2772075" y="2242686"/>
                </a:cubicBezTo>
                <a:cubicBezTo>
                  <a:pt x="2766902" y="2232339"/>
                  <a:pt x="2757998" y="2224157"/>
                  <a:pt x="2752825" y="2213810"/>
                </a:cubicBezTo>
                <a:cubicBezTo>
                  <a:pt x="2705731" y="2119623"/>
                  <a:pt x="2758923" y="2203708"/>
                  <a:pt x="2714324" y="2136808"/>
                </a:cubicBezTo>
                <a:cubicBezTo>
                  <a:pt x="2711116" y="2123974"/>
                  <a:pt x="2710615" y="2110139"/>
                  <a:pt x="2704699" y="2098307"/>
                </a:cubicBezTo>
                <a:cubicBezTo>
                  <a:pt x="2657176" y="2003263"/>
                  <a:pt x="2661567" y="2048230"/>
                  <a:pt x="2627697" y="1963554"/>
                </a:cubicBezTo>
                <a:cubicBezTo>
                  <a:pt x="2622784" y="1951271"/>
                  <a:pt x="2622592" y="1937485"/>
                  <a:pt x="2618071" y="1925053"/>
                </a:cubicBezTo>
                <a:cubicBezTo>
                  <a:pt x="2609720" y="1902090"/>
                  <a:pt x="2597545" y="1880640"/>
                  <a:pt x="2589195" y="1857676"/>
                </a:cubicBezTo>
                <a:cubicBezTo>
                  <a:pt x="2584674" y="1845244"/>
                  <a:pt x="2584215" y="1831561"/>
                  <a:pt x="2579570" y="1819175"/>
                </a:cubicBezTo>
                <a:cubicBezTo>
                  <a:pt x="2574532" y="1805740"/>
                  <a:pt x="2564857" y="1794286"/>
                  <a:pt x="2560320" y="1780674"/>
                </a:cubicBezTo>
                <a:cubicBezTo>
                  <a:pt x="2551953" y="1755574"/>
                  <a:pt x="2554681" y="1726358"/>
                  <a:pt x="2541069" y="1703671"/>
                </a:cubicBezTo>
                <a:cubicBezTo>
                  <a:pt x="2514991" y="1660207"/>
                  <a:pt x="2504602" y="1645683"/>
                  <a:pt x="2483318" y="1597794"/>
                </a:cubicBezTo>
                <a:cubicBezTo>
                  <a:pt x="2479197" y="1588522"/>
                  <a:pt x="2478229" y="1577993"/>
                  <a:pt x="2473692" y="1568918"/>
                </a:cubicBezTo>
                <a:cubicBezTo>
                  <a:pt x="2465326" y="1552185"/>
                  <a:pt x="2452558" y="1537822"/>
                  <a:pt x="2444817" y="1520791"/>
                </a:cubicBezTo>
                <a:cubicBezTo>
                  <a:pt x="2395731" y="1412801"/>
                  <a:pt x="2451745" y="1502308"/>
                  <a:pt x="2406315" y="1434164"/>
                </a:cubicBezTo>
                <a:cubicBezTo>
                  <a:pt x="2391590" y="1360538"/>
                  <a:pt x="2404573" y="1410265"/>
                  <a:pt x="2377440" y="1337911"/>
                </a:cubicBezTo>
                <a:cubicBezTo>
                  <a:pt x="2373878" y="1328411"/>
                  <a:pt x="2374152" y="1316958"/>
                  <a:pt x="2367814" y="1309036"/>
                </a:cubicBezTo>
                <a:cubicBezTo>
                  <a:pt x="2360588" y="1300003"/>
                  <a:pt x="2348564" y="1296202"/>
                  <a:pt x="2338939" y="1289785"/>
                </a:cubicBezTo>
                <a:cubicBezTo>
                  <a:pt x="2335730" y="1273743"/>
                  <a:pt x="2335957" y="1256609"/>
                  <a:pt x="2329313" y="1241659"/>
                </a:cubicBezTo>
                <a:cubicBezTo>
                  <a:pt x="2322798" y="1227000"/>
                  <a:pt x="2308691" y="1216914"/>
                  <a:pt x="2300438" y="1203158"/>
                </a:cubicBezTo>
                <a:cubicBezTo>
                  <a:pt x="2289365" y="1184702"/>
                  <a:pt x="2279555" y="1165389"/>
                  <a:pt x="2271562" y="1145406"/>
                </a:cubicBezTo>
                <a:cubicBezTo>
                  <a:pt x="2256703" y="1108259"/>
                  <a:pt x="2242932" y="1049648"/>
                  <a:pt x="2223435" y="1010653"/>
                </a:cubicBezTo>
                <a:cubicBezTo>
                  <a:pt x="2215069" y="993920"/>
                  <a:pt x="2202471" y="979479"/>
                  <a:pt x="2194560" y="962526"/>
                </a:cubicBezTo>
                <a:cubicBezTo>
                  <a:pt x="2141160" y="848096"/>
                  <a:pt x="2175814" y="896057"/>
                  <a:pt x="2127183" y="808522"/>
                </a:cubicBezTo>
                <a:cubicBezTo>
                  <a:pt x="2121565" y="798410"/>
                  <a:pt x="2113472" y="789802"/>
                  <a:pt x="2107932" y="779646"/>
                </a:cubicBezTo>
                <a:cubicBezTo>
                  <a:pt x="2094190" y="754453"/>
                  <a:pt x="2085349" y="726522"/>
                  <a:pt x="2069431" y="702644"/>
                </a:cubicBezTo>
                <a:cubicBezTo>
                  <a:pt x="2063014" y="693019"/>
                  <a:pt x="2055354" y="684115"/>
                  <a:pt x="2050181" y="673768"/>
                </a:cubicBezTo>
                <a:cubicBezTo>
                  <a:pt x="2031442" y="636291"/>
                  <a:pt x="2049442" y="649588"/>
                  <a:pt x="2030930" y="606391"/>
                </a:cubicBezTo>
                <a:cubicBezTo>
                  <a:pt x="2023859" y="589891"/>
                  <a:pt x="1977039" y="534214"/>
                  <a:pt x="1973179" y="529389"/>
                </a:cubicBezTo>
                <a:cubicBezTo>
                  <a:pt x="1969970" y="516555"/>
                  <a:pt x="1970891" y="501895"/>
                  <a:pt x="1963553" y="490888"/>
                </a:cubicBezTo>
                <a:cubicBezTo>
                  <a:pt x="1957136" y="481263"/>
                  <a:pt x="1942858" y="479818"/>
                  <a:pt x="1934678" y="471638"/>
                </a:cubicBezTo>
                <a:cubicBezTo>
                  <a:pt x="1926498" y="463458"/>
                  <a:pt x="1921166" y="452806"/>
                  <a:pt x="1915427" y="442762"/>
                </a:cubicBezTo>
                <a:cubicBezTo>
                  <a:pt x="1887593" y="394053"/>
                  <a:pt x="1900782" y="393967"/>
                  <a:pt x="1848050" y="346509"/>
                </a:cubicBezTo>
                <a:cubicBezTo>
                  <a:pt x="1834144" y="333994"/>
                  <a:pt x="1815490" y="328011"/>
                  <a:pt x="1799924" y="317634"/>
                </a:cubicBezTo>
                <a:cubicBezTo>
                  <a:pt x="1786576" y="308735"/>
                  <a:pt x="1773496" y="299322"/>
                  <a:pt x="1761423" y="288758"/>
                </a:cubicBezTo>
                <a:cubicBezTo>
                  <a:pt x="1747764" y="276806"/>
                  <a:pt x="1737248" y="261400"/>
                  <a:pt x="1722922" y="250257"/>
                </a:cubicBezTo>
                <a:cubicBezTo>
                  <a:pt x="1677076" y="214600"/>
                  <a:pt x="1623159" y="202604"/>
                  <a:pt x="1568918" y="182880"/>
                </a:cubicBezTo>
                <a:cubicBezTo>
                  <a:pt x="1556084" y="173255"/>
                  <a:pt x="1544766" y="161178"/>
                  <a:pt x="1530417" y="154004"/>
                </a:cubicBezTo>
                <a:cubicBezTo>
                  <a:pt x="1512267" y="144929"/>
                  <a:pt x="1472665" y="134754"/>
                  <a:pt x="1472665" y="134754"/>
                </a:cubicBezTo>
                <a:cubicBezTo>
                  <a:pt x="1389668" y="72506"/>
                  <a:pt x="1488462" y="136653"/>
                  <a:pt x="1357162" y="96253"/>
                </a:cubicBezTo>
                <a:cubicBezTo>
                  <a:pt x="1339281" y="90751"/>
                  <a:pt x="1326783" y="73293"/>
                  <a:pt x="1309035" y="67377"/>
                </a:cubicBezTo>
                <a:cubicBezTo>
                  <a:pt x="1287513" y="60203"/>
                  <a:pt x="1264118" y="60960"/>
                  <a:pt x="1241659" y="57751"/>
                </a:cubicBezTo>
                <a:cubicBezTo>
                  <a:pt x="1228825" y="51334"/>
                  <a:pt x="1216593" y="43539"/>
                  <a:pt x="1203158" y="38501"/>
                </a:cubicBezTo>
                <a:cubicBezTo>
                  <a:pt x="1166788" y="24863"/>
                  <a:pt x="1111219" y="23675"/>
                  <a:pt x="1078029" y="19250"/>
                </a:cubicBezTo>
                <a:cubicBezTo>
                  <a:pt x="1041084" y="14324"/>
                  <a:pt x="1008445" y="7259"/>
                  <a:pt x="972151" y="0"/>
                </a:cubicBezTo>
                <a:lnTo>
                  <a:pt x="577515" y="9625"/>
                </a:lnTo>
                <a:cubicBezTo>
                  <a:pt x="558017" y="10455"/>
                  <a:pt x="538037" y="12397"/>
                  <a:pt x="519764" y="19250"/>
                </a:cubicBezTo>
                <a:cubicBezTo>
                  <a:pt x="475231" y="35950"/>
                  <a:pt x="406653" y="74422"/>
                  <a:pt x="365760" y="105878"/>
                </a:cubicBezTo>
                <a:cubicBezTo>
                  <a:pt x="347856" y="119650"/>
                  <a:pt x="280489" y="176944"/>
                  <a:pt x="259882" y="202130"/>
                </a:cubicBezTo>
                <a:cubicBezTo>
                  <a:pt x="223401" y="246718"/>
                  <a:pt x="144098" y="374450"/>
                  <a:pt x="125128" y="404261"/>
                </a:cubicBezTo>
                <a:cubicBezTo>
                  <a:pt x="108878" y="429797"/>
                  <a:pt x="77002" y="481263"/>
                  <a:pt x="77002" y="481263"/>
                </a:cubicBezTo>
                <a:cubicBezTo>
                  <a:pt x="70585" y="506930"/>
                  <a:pt x="65019" y="532826"/>
                  <a:pt x="57751" y="558265"/>
                </a:cubicBezTo>
                <a:cubicBezTo>
                  <a:pt x="35199" y="637198"/>
                  <a:pt x="34081" y="606240"/>
                  <a:pt x="19250" y="702644"/>
                </a:cubicBezTo>
                <a:cubicBezTo>
                  <a:pt x="10899" y="756925"/>
                  <a:pt x="6417" y="811731"/>
                  <a:pt x="0" y="866274"/>
                </a:cubicBezTo>
                <a:cubicBezTo>
                  <a:pt x="3208" y="994611"/>
                  <a:pt x="-612" y="1123316"/>
                  <a:pt x="9625" y="1251284"/>
                </a:cubicBezTo>
                <a:cubicBezTo>
                  <a:pt x="14685" y="1314529"/>
                  <a:pt x="42797" y="1352030"/>
                  <a:pt x="67377" y="1405288"/>
                </a:cubicBezTo>
                <a:cubicBezTo>
                  <a:pt x="137930" y="1558154"/>
                  <a:pt x="50794" y="1386119"/>
                  <a:pt x="134753" y="1540042"/>
                </a:cubicBezTo>
                <a:cubicBezTo>
                  <a:pt x="141624" y="1552639"/>
                  <a:pt x="148675" y="1565221"/>
                  <a:pt x="154004" y="1578543"/>
                </a:cubicBezTo>
                <a:cubicBezTo>
                  <a:pt x="161540" y="1597384"/>
                  <a:pt x="163537" y="1618481"/>
                  <a:pt x="173254" y="1636295"/>
                </a:cubicBezTo>
                <a:cubicBezTo>
                  <a:pt x="183091" y="1654330"/>
                  <a:pt x="200988" y="1666925"/>
                  <a:pt x="211755" y="1684421"/>
                </a:cubicBezTo>
                <a:cubicBezTo>
                  <a:pt x="226795" y="1708861"/>
                  <a:pt x="234667" y="1737330"/>
                  <a:pt x="250257" y="1761423"/>
                </a:cubicBezTo>
                <a:cubicBezTo>
                  <a:pt x="258162" y="1773639"/>
                  <a:pt x="356601" y="1899326"/>
                  <a:pt x="375385" y="1915427"/>
                </a:cubicBezTo>
                <a:cubicBezTo>
                  <a:pt x="397844" y="1934678"/>
                  <a:pt x="421846" y="1952263"/>
                  <a:pt x="442762" y="1973179"/>
                </a:cubicBezTo>
                <a:cubicBezTo>
                  <a:pt x="460481" y="1990898"/>
                  <a:pt x="471638" y="2014888"/>
                  <a:pt x="490888" y="2030930"/>
                </a:cubicBezTo>
                <a:cubicBezTo>
                  <a:pt x="510760" y="2047490"/>
                  <a:pt x="537762" y="2053660"/>
                  <a:pt x="558265" y="2069431"/>
                </a:cubicBezTo>
                <a:cubicBezTo>
                  <a:pt x="579844" y="2086030"/>
                  <a:pt x="594438" y="2110584"/>
                  <a:pt x="616017" y="2127183"/>
                </a:cubicBezTo>
                <a:cubicBezTo>
                  <a:pt x="636520" y="2142954"/>
                  <a:pt x="661871" y="2151336"/>
                  <a:pt x="683393" y="2165684"/>
                </a:cubicBezTo>
                <a:cubicBezTo>
                  <a:pt x="710089" y="2183481"/>
                  <a:pt x="732039" y="2208424"/>
                  <a:pt x="760395" y="2223436"/>
                </a:cubicBezTo>
                <a:cubicBezTo>
                  <a:pt x="787296" y="2237677"/>
                  <a:pt x="818762" y="2241006"/>
                  <a:pt x="847023" y="2252311"/>
                </a:cubicBezTo>
                <a:cubicBezTo>
                  <a:pt x="910339" y="2277638"/>
                  <a:pt x="878207" y="2268174"/>
                  <a:pt x="943275" y="2281187"/>
                </a:cubicBezTo>
                <a:cubicBezTo>
                  <a:pt x="1008386" y="2313743"/>
                  <a:pt x="957583" y="2293414"/>
                  <a:pt x="1049153" y="2310063"/>
                </a:cubicBezTo>
                <a:cubicBezTo>
                  <a:pt x="1062168" y="2312429"/>
                  <a:pt x="1074682" y="2317094"/>
                  <a:pt x="1087654" y="2319688"/>
                </a:cubicBezTo>
                <a:cubicBezTo>
                  <a:pt x="1106791" y="2323516"/>
                  <a:pt x="1126155" y="2326105"/>
                  <a:pt x="1145406" y="2329314"/>
                </a:cubicBezTo>
                <a:cubicBezTo>
                  <a:pt x="1164657" y="2338939"/>
                  <a:pt x="1182740" y="2351383"/>
                  <a:pt x="1203158" y="2358189"/>
                </a:cubicBezTo>
                <a:cubicBezTo>
                  <a:pt x="1221672" y="2364360"/>
                  <a:pt x="1241708" y="2364324"/>
                  <a:pt x="1260909" y="2367815"/>
                </a:cubicBezTo>
                <a:cubicBezTo>
                  <a:pt x="1484965" y="2408553"/>
                  <a:pt x="1339920" y="2387301"/>
                  <a:pt x="1501541" y="2406316"/>
                </a:cubicBezTo>
                <a:lnTo>
                  <a:pt x="1578543" y="2415941"/>
                </a:lnTo>
                <a:cubicBezTo>
                  <a:pt x="1601031" y="2418939"/>
                  <a:pt x="1623388" y="2422915"/>
                  <a:pt x="1645920" y="2425566"/>
                </a:cubicBezTo>
                <a:lnTo>
                  <a:pt x="1905802" y="2454442"/>
                </a:lnTo>
                <a:cubicBezTo>
                  <a:pt x="1918636" y="2457650"/>
                  <a:pt x="1931165" y="2462521"/>
                  <a:pt x="1944303" y="2464067"/>
                </a:cubicBezTo>
                <a:cubicBezTo>
                  <a:pt x="1985849" y="2468955"/>
                  <a:pt x="2028496" y="2465075"/>
                  <a:pt x="2069431" y="2473693"/>
                </a:cubicBezTo>
                <a:cubicBezTo>
                  <a:pt x="2090492" y="2478127"/>
                  <a:pt x="2106078" y="2498347"/>
                  <a:pt x="2127183" y="2502568"/>
                </a:cubicBezTo>
                <a:cubicBezTo>
                  <a:pt x="2171341" y="2511400"/>
                  <a:pt x="2217019" y="2508985"/>
                  <a:pt x="2261937" y="2512194"/>
                </a:cubicBezTo>
                <a:cubicBezTo>
                  <a:pt x="2271562" y="2515402"/>
                  <a:pt x="2280830" y="2520004"/>
                  <a:pt x="2290812" y="2521819"/>
                </a:cubicBezTo>
                <a:cubicBezTo>
                  <a:pt x="2368080" y="2535867"/>
                  <a:pt x="2361718" y="2526374"/>
                  <a:pt x="2435191" y="2541069"/>
                </a:cubicBezTo>
                <a:cubicBezTo>
                  <a:pt x="2580813" y="2570194"/>
                  <a:pt x="2453762" y="2546783"/>
                  <a:pt x="2560320" y="2579570"/>
                </a:cubicBezTo>
                <a:cubicBezTo>
                  <a:pt x="2585607" y="2587351"/>
                  <a:pt x="2611378" y="2593632"/>
                  <a:pt x="2637322" y="2598821"/>
                </a:cubicBezTo>
                <a:cubicBezTo>
                  <a:pt x="2669406" y="2605238"/>
                  <a:pt x="2702534" y="2607724"/>
                  <a:pt x="2733574" y="2618071"/>
                </a:cubicBezTo>
                <a:lnTo>
                  <a:pt x="2791326" y="2637322"/>
                </a:lnTo>
                <a:cubicBezTo>
                  <a:pt x="2804160" y="2646947"/>
                  <a:pt x="2815478" y="2659024"/>
                  <a:pt x="2829827" y="2666198"/>
                </a:cubicBezTo>
                <a:cubicBezTo>
                  <a:pt x="2847977" y="2675273"/>
                  <a:pt x="2868509" y="2678513"/>
                  <a:pt x="2887579" y="2685448"/>
                </a:cubicBezTo>
                <a:cubicBezTo>
                  <a:pt x="3014182" y="2731485"/>
                  <a:pt x="2878762" y="2685719"/>
                  <a:pt x="2964581" y="2714324"/>
                </a:cubicBezTo>
                <a:cubicBezTo>
                  <a:pt x="2980623" y="2727158"/>
                  <a:pt x="2995286" y="2741937"/>
                  <a:pt x="3012707" y="2752825"/>
                </a:cubicBezTo>
                <a:cubicBezTo>
                  <a:pt x="3021311" y="2758202"/>
                  <a:pt x="3032508" y="2757913"/>
                  <a:pt x="3041583" y="2762450"/>
                </a:cubicBezTo>
                <a:cubicBezTo>
                  <a:pt x="3051930" y="2767623"/>
                  <a:pt x="3060415" y="2775962"/>
                  <a:pt x="3070459" y="2781701"/>
                </a:cubicBezTo>
                <a:cubicBezTo>
                  <a:pt x="3082917" y="2788820"/>
                  <a:pt x="3096656" y="2793569"/>
                  <a:pt x="3108960" y="2800951"/>
                </a:cubicBezTo>
                <a:cubicBezTo>
                  <a:pt x="3128799" y="2812855"/>
                  <a:pt x="3147461" y="2826619"/>
                  <a:pt x="3166711" y="2839453"/>
                </a:cubicBezTo>
                <a:lnTo>
                  <a:pt x="3195587" y="2858703"/>
                </a:lnTo>
                <a:lnTo>
                  <a:pt x="3262964" y="2887579"/>
                </a:lnTo>
                <a:close/>
              </a:path>
            </a:pathLst>
          </a:custGeom>
          <a:solidFill>
            <a:schemeClr val="tx1"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rot="215097">
            <a:off x="7320067" y="2411380"/>
            <a:ext cx="3096137" cy="2428309"/>
          </a:xfrm>
          <a:custGeom>
            <a:avLst/>
            <a:gdLst>
              <a:gd name="connsiteX0" fmla="*/ 8207 w 3096137"/>
              <a:gd name="connsiteY0" fmla="*/ 2428240 h 2428309"/>
              <a:gd name="connsiteX1" fmla="*/ 59007 w 3096137"/>
              <a:gd name="connsiteY1" fmla="*/ 2387600 h 2428309"/>
              <a:gd name="connsiteX2" fmla="*/ 89487 w 3096137"/>
              <a:gd name="connsiteY2" fmla="*/ 2377440 h 2428309"/>
              <a:gd name="connsiteX3" fmla="*/ 170767 w 3096137"/>
              <a:gd name="connsiteY3" fmla="*/ 2336800 h 2428309"/>
              <a:gd name="connsiteX4" fmla="*/ 191087 w 3096137"/>
              <a:gd name="connsiteY4" fmla="*/ 2306320 h 2428309"/>
              <a:gd name="connsiteX5" fmla="*/ 231727 w 3096137"/>
              <a:gd name="connsiteY5" fmla="*/ 2275840 h 2428309"/>
              <a:gd name="connsiteX6" fmla="*/ 302847 w 3096137"/>
              <a:gd name="connsiteY6" fmla="*/ 2235200 h 2428309"/>
              <a:gd name="connsiteX7" fmla="*/ 333327 w 3096137"/>
              <a:gd name="connsiteY7" fmla="*/ 2225040 h 2428309"/>
              <a:gd name="connsiteX8" fmla="*/ 434927 w 3096137"/>
              <a:gd name="connsiteY8" fmla="*/ 2153920 h 2428309"/>
              <a:gd name="connsiteX9" fmla="*/ 465407 w 3096137"/>
              <a:gd name="connsiteY9" fmla="*/ 2123440 h 2428309"/>
              <a:gd name="connsiteX10" fmla="*/ 475567 w 3096137"/>
              <a:gd name="connsiteY10" fmla="*/ 2092960 h 2428309"/>
              <a:gd name="connsiteX11" fmla="*/ 516207 w 3096137"/>
              <a:gd name="connsiteY11" fmla="*/ 2072640 h 2428309"/>
              <a:gd name="connsiteX12" fmla="*/ 567007 w 3096137"/>
              <a:gd name="connsiteY12" fmla="*/ 2001520 h 2428309"/>
              <a:gd name="connsiteX13" fmla="*/ 638127 w 3096137"/>
              <a:gd name="connsiteY13" fmla="*/ 1950720 h 2428309"/>
              <a:gd name="connsiteX14" fmla="*/ 678767 w 3096137"/>
              <a:gd name="connsiteY14" fmla="*/ 1899920 h 2428309"/>
              <a:gd name="connsiteX15" fmla="*/ 699087 w 3096137"/>
              <a:gd name="connsiteY15" fmla="*/ 1869440 h 2428309"/>
              <a:gd name="connsiteX16" fmla="*/ 739727 w 3096137"/>
              <a:gd name="connsiteY16" fmla="*/ 1818640 h 2428309"/>
              <a:gd name="connsiteX17" fmla="*/ 760047 w 3096137"/>
              <a:gd name="connsiteY17" fmla="*/ 1788160 h 2428309"/>
              <a:gd name="connsiteX18" fmla="*/ 770207 w 3096137"/>
              <a:gd name="connsiteY18" fmla="*/ 1757680 h 2428309"/>
              <a:gd name="connsiteX19" fmla="*/ 800687 w 3096137"/>
              <a:gd name="connsiteY19" fmla="*/ 1747520 h 2428309"/>
              <a:gd name="connsiteX20" fmla="*/ 831167 w 3096137"/>
              <a:gd name="connsiteY20" fmla="*/ 1666240 h 2428309"/>
              <a:gd name="connsiteX21" fmla="*/ 922607 w 3096137"/>
              <a:gd name="connsiteY21" fmla="*/ 1452880 h 2428309"/>
              <a:gd name="connsiteX22" fmla="*/ 953087 w 3096137"/>
              <a:gd name="connsiteY22" fmla="*/ 1422400 h 2428309"/>
              <a:gd name="connsiteX23" fmla="*/ 1003887 w 3096137"/>
              <a:gd name="connsiteY23" fmla="*/ 1351280 h 2428309"/>
              <a:gd name="connsiteX24" fmla="*/ 1075007 w 3096137"/>
              <a:gd name="connsiteY24" fmla="*/ 1229360 h 2428309"/>
              <a:gd name="connsiteX25" fmla="*/ 1085167 w 3096137"/>
              <a:gd name="connsiteY25" fmla="*/ 1198880 h 2428309"/>
              <a:gd name="connsiteX26" fmla="*/ 1105487 w 3096137"/>
              <a:gd name="connsiteY26" fmla="*/ 1158240 h 2428309"/>
              <a:gd name="connsiteX27" fmla="*/ 1135967 w 3096137"/>
              <a:gd name="connsiteY27" fmla="*/ 1117600 h 2428309"/>
              <a:gd name="connsiteX28" fmla="*/ 1268047 w 3096137"/>
              <a:gd name="connsiteY28" fmla="*/ 894080 h 2428309"/>
              <a:gd name="connsiteX29" fmla="*/ 1308687 w 3096137"/>
              <a:gd name="connsiteY29" fmla="*/ 802640 h 2428309"/>
              <a:gd name="connsiteX30" fmla="*/ 1379807 w 3096137"/>
              <a:gd name="connsiteY30" fmla="*/ 670560 h 2428309"/>
              <a:gd name="connsiteX31" fmla="*/ 1410287 w 3096137"/>
              <a:gd name="connsiteY31" fmla="*/ 650240 h 2428309"/>
              <a:gd name="connsiteX32" fmla="*/ 1461087 w 3096137"/>
              <a:gd name="connsiteY32" fmla="*/ 568960 h 2428309"/>
              <a:gd name="connsiteX33" fmla="*/ 1491567 w 3096137"/>
              <a:gd name="connsiteY33" fmla="*/ 518160 h 2428309"/>
              <a:gd name="connsiteX34" fmla="*/ 1562687 w 3096137"/>
              <a:gd name="connsiteY34" fmla="*/ 447040 h 2428309"/>
              <a:gd name="connsiteX35" fmla="*/ 1633807 w 3096137"/>
              <a:gd name="connsiteY35" fmla="*/ 365760 h 2428309"/>
              <a:gd name="connsiteX36" fmla="*/ 1694767 w 3096137"/>
              <a:gd name="connsiteY36" fmla="*/ 284480 h 2428309"/>
              <a:gd name="connsiteX37" fmla="*/ 1735407 w 3096137"/>
              <a:gd name="connsiteY37" fmla="*/ 223520 h 2428309"/>
              <a:gd name="connsiteX38" fmla="*/ 1796367 w 3096137"/>
              <a:gd name="connsiteY38" fmla="*/ 182880 h 2428309"/>
              <a:gd name="connsiteX39" fmla="*/ 1837007 w 3096137"/>
              <a:gd name="connsiteY39" fmla="*/ 152400 h 2428309"/>
              <a:gd name="connsiteX40" fmla="*/ 1897967 w 3096137"/>
              <a:gd name="connsiteY40" fmla="*/ 111760 h 2428309"/>
              <a:gd name="connsiteX41" fmla="*/ 1928447 w 3096137"/>
              <a:gd name="connsiteY41" fmla="*/ 81280 h 2428309"/>
              <a:gd name="connsiteX42" fmla="*/ 1979247 w 3096137"/>
              <a:gd name="connsiteY42" fmla="*/ 60960 h 2428309"/>
              <a:gd name="connsiteX43" fmla="*/ 2030047 w 3096137"/>
              <a:gd name="connsiteY43" fmla="*/ 30480 h 2428309"/>
              <a:gd name="connsiteX44" fmla="*/ 2060527 w 3096137"/>
              <a:gd name="connsiteY44" fmla="*/ 10160 h 2428309"/>
              <a:gd name="connsiteX45" fmla="*/ 2151967 w 3096137"/>
              <a:gd name="connsiteY45" fmla="*/ 0 h 2428309"/>
              <a:gd name="connsiteX46" fmla="*/ 2527887 w 3096137"/>
              <a:gd name="connsiteY46" fmla="*/ 30480 h 2428309"/>
              <a:gd name="connsiteX47" fmla="*/ 2588847 w 3096137"/>
              <a:gd name="connsiteY47" fmla="*/ 60960 h 2428309"/>
              <a:gd name="connsiteX48" fmla="*/ 2710767 w 3096137"/>
              <a:gd name="connsiteY48" fmla="*/ 121920 h 2428309"/>
              <a:gd name="connsiteX49" fmla="*/ 2751407 w 3096137"/>
              <a:gd name="connsiteY49" fmla="*/ 172720 h 2428309"/>
              <a:gd name="connsiteX50" fmla="*/ 2781887 w 3096137"/>
              <a:gd name="connsiteY50" fmla="*/ 203200 h 2428309"/>
              <a:gd name="connsiteX51" fmla="*/ 2802207 w 3096137"/>
              <a:gd name="connsiteY51" fmla="*/ 233680 h 2428309"/>
              <a:gd name="connsiteX52" fmla="*/ 2832687 w 3096137"/>
              <a:gd name="connsiteY52" fmla="*/ 264160 h 2428309"/>
              <a:gd name="connsiteX53" fmla="*/ 2863167 w 3096137"/>
              <a:gd name="connsiteY53" fmla="*/ 304800 h 2428309"/>
              <a:gd name="connsiteX54" fmla="*/ 2964767 w 3096137"/>
              <a:gd name="connsiteY54" fmla="*/ 396240 h 2428309"/>
              <a:gd name="connsiteX55" fmla="*/ 2985087 w 3096137"/>
              <a:gd name="connsiteY55" fmla="*/ 436880 h 2428309"/>
              <a:gd name="connsiteX56" fmla="*/ 3015567 w 3096137"/>
              <a:gd name="connsiteY56" fmla="*/ 518160 h 2428309"/>
              <a:gd name="connsiteX57" fmla="*/ 3025727 w 3096137"/>
              <a:gd name="connsiteY57" fmla="*/ 558800 h 2428309"/>
              <a:gd name="connsiteX58" fmla="*/ 3046047 w 3096137"/>
              <a:gd name="connsiteY58" fmla="*/ 690880 h 2428309"/>
              <a:gd name="connsiteX59" fmla="*/ 3056207 w 3096137"/>
              <a:gd name="connsiteY59" fmla="*/ 741680 h 2428309"/>
              <a:gd name="connsiteX60" fmla="*/ 3066367 w 3096137"/>
              <a:gd name="connsiteY60" fmla="*/ 853440 h 2428309"/>
              <a:gd name="connsiteX61" fmla="*/ 3076527 w 3096137"/>
              <a:gd name="connsiteY61" fmla="*/ 924560 h 2428309"/>
              <a:gd name="connsiteX62" fmla="*/ 3046047 w 3096137"/>
              <a:gd name="connsiteY62" fmla="*/ 1341120 h 2428309"/>
              <a:gd name="connsiteX63" fmla="*/ 3015567 w 3096137"/>
              <a:gd name="connsiteY63" fmla="*/ 1422400 h 2428309"/>
              <a:gd name="connsiteX64" fmla="*/ 2995247 w 3096137"/>
              <a:gd name="connsiteY64" fmla="*/ 1473200 h 2428309"/>
              <a:gd name="connsiteX65" fmla="*/ 2954607 w 3096137"/>
              <a:gd name="connsiteY65" fmla="*/ 1503680 h 2428309"/>
              <a:gd name="connsiteX66" fmla="*/ 2934287 w 3096137"/>
              <a:gd name="connsiteY66" fmla="*/ 1534160 h 2428309"/>
              <a:gd name="connsiteX67" fmla="*/ 2893647 w 3096137"/>
              <a:gd name="connsiteY67" fmla="*/ 1615440 h 2428309"/>
              <a:gd name="connsiteX68" fmla="*/ 2853007 w 3096137"/>
              <a:gd name="connsiteY68" fmla="*/ 1686560 h 2428309"/>
              <a:gd name="connsiteX69" fmla="*/ 2792047 w 3096137"/>
              <a:gd name="connsiteY69" fmla="*/ 1747520 h 2428309"/>
              <a:gd name="connsiteX70" fmla="*/ 2761567 w 3096137"/>
              <a:gd name="connsiteY70" fmla="*/ 1778000 h 2428309"/>
              <a:gd name="connsiteX71" fmla="*/ 2720927 w 3096137"/>
              <a:gd name="connsiteY71" fmla="*/ 1808480 h 2428309"/>
              <a:gd name="connsiteX72" fmla="*/ 2690447 w 3096137"/>
              <a:gd name="connsiteY72" fmla="*/ 1838960 h 2428309"/>
              <a:gd name="connsiteX73" fmla="*/ 2639647 w 3096137"/>
              <a:gd name="connsiteY73" fmla="*/ 1869440 h 2428309"/>
              <a:gd name="connsiteX74" fmla="*/ 2609167 w 3096137"/>
              <a:gd name="connsiteY74" fmla="*/ 1899920 h 2428309"/>
              <a:gd name="connsiteX75" fmla="*/ 2568527 w 3096137"/>
              <a:gd name="connsiteY75" fmla="*/ 1930400 h 2428309"/>
              <a:gd name="connsiteX76" fmla="*/ 2538047 w 3096137"/>
              <a:gd name="connsiteY76" fmla="*/ 1950720 h 2428309"/>
              <a:gd name="connsiteX77" fmla="*/ 2466927 w 3096137"/>
              <a:gd name="connsiteY77" fmla="*/ 1960880 h 2428309"/>
              <a:gd name="connsiteX78" fmla="*/ 2436447 w 3096137"/>
              <a:gd name="connsiteY78" fmla="*/ 1981200 h 2428309"/>
              <a:gd name="connsiteX79" fmla="*/ 2395807 w 3096137"/>
              <a:gd name="connsiteY79" fmla="*/ 2011680 h 2428309"/>
              <a:gd name="connsiteX80" fmla="*/ 2365327 w 3096137"/>
              <a:gd name="connsiteY80" fmla="*/ 2021840 h 2428309"/>
              <a:gd name="connsiteX81" fmla="*/ 2334847 w 3096137"/>
              <a:gd name="connsiteY81" fmla="*/ 2042160 h 2428309"/>
              <a:gd name="connsiteX82" fmla="*/ 2273887 w 3096137"/>
              <a:gd name="connsiteY82" fmla="*/ 2052320 h 2428309"/>
              <a:gd name="connsiteX83" fmla="*/ 2192607 w 3096137"/>
              <a:gd name="connsiteY83" fmla="*/ 2092960 h 2428309"/>
              <a:gd name="connsiteX84" fmla="*/ 2162127 w 3096137"/>
              <a:gd name="connsiteY84" fmla="*/ 2113280 h 2428309"/>
              <a:gd name="connsiteX85" fmla="*/ 2091007 w 3096137"/>
              <a:gd name="connsiteY85" fmla="*/ 2123440 h 2428309"/>
              <a:gd name="connsiteX86" fmla="*/ 2060527 w 3096137"/>
              <a:gd name="connsiteY86" fmla="*/ 2143760 h 2428309"/>
              <a:gd name="connsiteX87" fmla="*/ 1958927 w 3096137"/>
              <a:gd name="connsiteY87" fmla="*/ 2164080 h 2428309"/>
              <a:gd name="connsiteX88" fmla="*/ 1918287 w 3096137"/>
              <a:gd name="connsiteY88" fmla="*/ 2184400 h 2428309"/>
              <a:gd name="connsiteX89" fmla="*/ 1887807 w 3096137"/>
              <a:gd name="connsiteY89" fmla="*/ 2194560 h 2428309"/>
              <a:gd name="connsiteX90" fmla="*/ 1837007 w 3096137"/>
              <a:gd name="connsiteY90" fmla="*/ 2214880 h 2428309"/>
              <a:gd name="connsiteX91" fmla="*/ 1776047 w 3096137"/>
              <a:gd name="connsiteY91" fmla="*/ 2225040 h 2428309"/>
              <a:gd name="connsiteX92" fmla="*/ 1664287 w 3096137"/>
              <a:gd name="connsiteY92" fmla="*/ 2255520 h 2428309"/>
              <a:gd name="connsiteX93" fmla="*/ 1623647 w 3096137"/>
              <a:gd name="connsiteY93" fmla="*/ 2275840 h 2428309"/>
              <a:gd name="connsiteX94" fmla="*/ 1593167 w 3096137"/>
              <a:gd name="connsiteY94" fmla="*/ 2286000 h 2428309"/>
              <a:gd name="connsiteX95" fmla="*/ 1542367 w 3096137"/>
              <a:gd name="connsiteY95" fmla="*/ 2296160 h 2428309"/>
              <a:gd name="connsiteX96" fmla="*/ 1481407 w 3096137"/>
              <a:gd name="connsiteY96" fmla="*/ 2316480 h 2428309"/>
              <a:gd name="connsiteX97" fmla="*/ 1379807 w 3096137"/>
              <a:gd name="connsiteY97" fmla="*/ 2326640 h 2428309"/>
              <a:gd name="connsiteX98" fmla="*/ 1329007 w 3096137"/>
              <a:gd name="connsiteY98" fmla="*/ 2336800 h 2428309"/>
              <a:gd name="connsiteX99" fmla="*/ 1288367 w 3096137"/>
              <a:gd name="connsiteY99" fmla="*/ 2346960 h 2428309"/>
              <a:gd name="connsiteX100" fmla="*/ 1105487 w 3096137"/>
              <a:gd name="connsiteY100" fmla="*/ 2367280 h 2428309"/>
              <a:gd name="connsiteX101" fmla="*/ 1034367 w 3096137"/>
              <a:gd name="connsiteY101" fmla="*/ 2377440 h 2428309"/>
              <a:gd name="connsiteX102" fmla="*/ 587327 w 3096137"/>
              <a:gd name="connsiteY102" fmla="*/ 2387600 h 2428309"/>
              <a:gd name="connsiteX103" fmla="*/ 241887 w 3096137"/>
              <a:gd name="connsiteY103" fmla="*/ 2397760 h 2428309"/>
              <a:gd name="connsiteX104" fmla="*/ 8207 w 3096137"/>
              <a:gd name="connsiteY104" fmla="*/ 2428240 h 242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3096137" h="2428309">
                <a:moveTo>
                  <a:pt x="8207" y="2428240"/>
                </a:moveTo>
                <a:cubicBezTo>
                  <a:pt x="-22273" y="2426547"/>
                  <a:pt x="40618" y="2399093"/>
                  <a:pt x="59007" y="2387600"/>
                </a:cubicBezTo>
                <a:cubicBezTo>
                  <a:pt x="68089" y="2381924"/>
                  <a:pt x="80188" y="2382753"/>
                  <a:pt x="89487" y="2377440"/>
                </a:cubicBezTo>
                <a:cubicBezTo>
                  <a:pt x="170082" y="2331386"/>
                  <a:pt x="89964" y="2357001"/>
                  <a:pt x="170767" y="2336800"/>
                </a:cubicBezTo>
                <a:cubicBezTo>
                  <a:pt x="177540" y="2326640"/>
                  <a:pt x="182453" y="2314954"/>
                  <a:pt x="191087" y="2306320"/>
                </a:cubicBezTo>
                <a:cubicBezTo>
                  <a:pt x="203061" y="2294346"/>
                  <a:pt x="217948" y="2285682"/>
                  <a:pt x="231727" y="2275840"/>
                </a:cubicBezTo>
                <a:cubicBezTo>
                  <a:pt x="257236" y="2257619"/>
                  <a:pt x="273082" y="2247956"/>
                  <a:pt x="302847" y="2235200"/>
                </a:cubicBezTo>
                <a:cubicBezTo>
                  <a:pt x="312691" y="2230981"/>
                  <a:pt x="323167" y="2228427"/>
                  <a:pt x="333327" y="2225040"/>
                </a:cubicBezTo>
                <a:cubicBezTo>
                  <a:pt x="404161" y="2154206"/>
                  <a:pt x="366408" y="2171050"/>
                  <a:pt x="434927" y="2153920"/>
                </a:cubicBezTo>
                <a:cubicBezTo>
                  <a:pt x="445087" y="2143760"/>
                  <a:pt x="457437" y="2135395"/>
                  <a:pt x="465407" y="2123440"/>
                </a:cubicBezTo>
                <a:cubicBezTo>
                  <a:pt x="471348" y="2114529"/>
                  <a:pt x="467994" y="2100533"/>
                  <a:pt x="475567" y="2092960"/>
                </a:cubicBezTo>
                <a:cubicBezTo>
                  <a:pt x="486277" y="2082250"/>
                  <a:pt x="502660" y="2079413"/>
                  <a:pt x="516207" y="2072640"/>
                </a:cubicBezTo>
                <a:cubicBezTo>
                  <a:pt x="527745" y="2055333"/>
                  <a:pt x="554405" y="2014122"/>
                  <a:pt x="567007" y="2001520"/>
                </a:cubicBezTo>
                <a:cubicBezTo>
                  <a:pt x="579609" y="1988918"/>
                  <a:pt x="620820" y="1962258"/>
                  <a:pt x="638127" y="1950720"/>
                </a:cubicBezTo>
                <a:cubicBezTo>
                  <a:pt x="657906" y="1891382"/>
                  <a:pt x="632811" y="1945876"/>
                  <a:pt x="678767" y="1899920"/>
                </a:cubicBezTo>
                <a:cubicBezTo>
                  <a:pt x="687401" y="1891286"/>
                  <a:pt x="691761" y="1879209"/>
                  <a:pt x="699087" y="1869440"/>
                </a:cubicBezTo>
                <a:cubicBezTo>
                  <a:pt x="712098" y="1852092"/>
                  <a:pt x="726716" y="1835988"/>
                  <a:pt x="739727" y="1818640"/>
                </a:cubicBezTo>
                <a:cubicBezTo>
                  <a:pt x="747053" y="1808871"/>
                  <a:pt x="754586" y="1799082"/>
                  <a:pt x="760047" y="1788160"/>
                </a:cubicBezTo>
                <a:cubicBezTo>
                  <a:pt x="764836" y="1778581"/>
                  <a:pt x="762634" y="1765253"/>
                  <a:pt x="770207" y="1757680"/>
                </a:cubicBezTo>
                <a:cubicBezTo>
                  <a:pt x="777780" y="1750107"/>
                  <a:pt x="790527" y="1750907"/>
                  <a:pt x="800687" y="1747520"/>
                </a:cubicBezTo>
                <a:cubicBezTo>
                  <a:pt x="823191" y="1635001"/>
                  <a:pt x="794233" y="1746264"/>
                  <a:pt x="831167" y="1666240"/>
                </a:cubicBezTo>
                <a:cubicBezTo>
                  <a:pt x="868241" y="1585912"/>
                  <a:pt x="877764" y="1531356"/>
                  <a:pt x="922607" y="1452880"/>
                </a:cubicBezTo>
                <a:cubicBezTo>
                  <a:pt x="929736" y="1440405"/>
                  <a:pt x="944111" y="1433620"/>
                  <a:pt x="953087" y="1422400"/>
                </a:cubicBezTo>
                <a:cubicBezTo>
                  <a:pt x="971286" y="1399651"/>
                  <a:pt x="986954" y="1374987"/>
                  <a:pt x="1003887" y="1351280"/>
                </a:cubicBezTo>
                <a:cubicBezTo>
                  <a:pt x="1028891" y="1276268"/>
                  <a:pt x="996956" y="1363161"/>
                  <a:pt x="1075007" y="1229360"/>
                </a:cubicBezTo>
                <a:cubicBezTo>
                  <a:pt x="1080403" y="1220109"/>
                  <a:pt x="1080948" y="1208724"/>
                  <a:pt x="1085167" y="1198880"/>
                </a:cubicBezTo>
                <a:cubicBezTo>
                  <a:pt x="1091133" y="1184959"/>
                  <a:pt x="1097460" y="1171083"/>
                  <a:pt x="1105487" y="1158240"/>
                </a:cubicBezTo>
                <a:cubicBezTo>
                  <a:pt x="1114462" y="1143881"/>
                  <a:pt x="1127566" y="1132302"/>
                  <a:pt x="1135967" y="1117600"/>
                </a:cubicBezTo>
                <a:cubicBezTo>
                  <a:pt x="1265772" y="890442"/>
                  <a:pt x="1177319" y="1007491"/>
                  <a:pt x="1268047" y="894080"/>
                </a:cubicBezTo>
                <a:cubicBezTo>
                  <a:pt x="1285693" y="805850"/>
                  <a:pt x="1263762" y="877516"/>
                  <a:pt x="1308687" y="802640"/>
                </a:cubicBezTo>
                <a:cubicBezTo>
                  <a:pt x="1336091" y="756967"/>
                  <a:pt x="1346268" y="713681"/>
                  <a:pt x="1379807" y="670560"/>
                </a:cubicBezTo>
                <a:cubicBezTo>
                  <a:pt x="1387304" y="660921"/>
                  <a:pt x="1401653" y="658874"/>
                  <a:pt x="1410287" y="650240"/>
                </a:cubicBezTo>
                <a:cubicBezTo>
                  <a:pt x="1441164" y="619363"/>
                  <a:pt x="1440967" y="605176"/>
                  <a:pt x="1461087" y="568960"/>
                </a:cubicBezTo>
                <a:cubicBezTo>
                  <a:pt x="1470677" y="551698"/>
                  <a:pt x="1478925" y="533330"/>
                  <a:pt x="1491567" y="518160"/>
                </a:cubicBezTo>
                <a:cubicBezTo>
                  <a:pt x="1513030" y="492404"/>
                  <a:pt x="1562687" y="447040"/>
                  <a:pt x="1562687" y="447040"/>
                </a:cubicBezTo>
                <a:cubicBezTo>
                  <a:pt x="1606704" y="336999"/>
                  <a:pt x="1549651" y="449916"/>
                  <a:pt x="1633807" y="365760"/>
                </a:cubicBezTo>
                <a:cubicBezTo>
                  <a:pt x="1657754" y="341813"/>
                  <a:pt x="1675981" y="312659"/>
                  <a:pt x="1694767" y="284480"/>
                </a:cubicBezTo>
                <a:cubicBezTo>
                  <a:pt x="1708314" y="264160"/>
                  <a:pt x="1718138" y="240789"/>
                  <a:pt x="1735407" y="223520"/>
                </a:cubicBezTo>
                <a:cubicBezTo>
                  <a:pt x="1752676" y="206251"/>
                  <a:pt x="1776360" y="196885"/>
                  <a:pt x="1796367" y="182880"/>
                </a:cubicBezTo>
                <a:cubicBezTo>
                  <a:pt x="1810239" y="173169"/>
                  <a:pt x="1823135" y="162111"/>
                  <a:pt x="1837007" y="152400"/>
                </a:cubicBezTo>
                <a:cubicBezTo>
                  <a:pt x="1857014" y="138395"/>
                  <a:pt x="1880698" y="129029"/>
                  <a:pt x="1897967" y="111760"/>
                </a:cubicBezTo>
                <a:cubicBezTo>
                  <a:pt x="1908127" y="101600"/>
                  <a:pt x="1916263" y="88895"/>
                  <a:pt x="1928447" y="81280"/>
                </a:cubicBezTo>
                <a:cubicBezTo>
                  <a:pt x="1943913" y="71614"/>
                  <a:pt x="1962935" y="69116"/>
                  <a:pt x="1979247" y="60960"/>
                </a:cubicBezTo>
                <a:cubicBezTo>
                  <a:pt x="1996910" y="52129"/>
                  <a:pt x="2013301" y="40946"/>
                  <a:pt x="2030047" y="30480"/>
                </a:cubicBezTo>
                <a:cubicBezTo>
                  <a:pt x="2040402" y="24008"/>
                  <a:pt x="2048681" y="13122"/>
                  <a:pt x="2060527" y="10160"/>
                </a:cubicBezTo>
                <a:cubicBezTo>
                  <a:pt x="2090279" y="2722"/>
                  <a:pt x="2121487" y="3387"/>
                  <a:pt x="2151967" y="0"/>
                </a:cubicBezTo>
                <a:lnTo>
                  <a:pt x="2527887" y="30480"/>
                </a:lnTo>
                <a:cubicBezTo>
                  <a:pt x="2562938" y="33985"/>
                  <a:pt x="2557453" y="46690"/>
                  <a:pt x="2588847" y="60960"/>
                </a:cubicBezTo>
                <a:cubicBezTo>
                  <a:pt x="2650189" y="88843"/>
                  <a:pt x="2667925" y="79078"/>
                  <a:pt x="2710767" y="121920"/>
                </a:cubicBezTo>
                <a:cubicBezTo>
                  <a:pt x="2726101" y="137254"/>
                  <a:pt x="2737127" y="156400"/>
                  <a:pt x="2751407" y="172720"/>
                </a:cubicBezTo>
                <a:cubicBezTo>
                  <a:pt x="2760869" y="183533"/>
                  <a:pt x="2772689" y="192162"/>
                  <a:pt x="2781887" y="203200"/>
                </a:cubicBezTo>
                <a:cubicBezTo>
                  <a:pt x="2789704" y="212581"/>
                  <a:pt x="2794390" y="224299"/>
                  <a:pt x="2802207" y="233680"/>
                </a:cubicBezTo>
                <a:cubicBezTo>
                  <a:pt x="2811405" y="244718"/>
                  <a:pt x="2823336" y="253251"/>
                  <a:pt x="2832687" y="264160"/>
                </a:cubicBezTo>
                <a:cubicBezTo>
                  <a:pt x="2843707" y="277017"/>
                  <a:pt x="2851839" y="292214"/>
                  <a:pt x="2863167" y="304800"/>
                </a:cubicBezTo>
                <a:cubicBezTo>
                  <a:pt x="2913660" y="360903"/>
                  <a:pt x="2914361" y="358436"/>
                  <a:pt x="2964767" y="396240"/>
                </a:cubicBezTo>
                <a:cubicBezTo>
                  <a:pt x="2971540" y="409787"/>
                  <a:pt x="2980298" y="422512"/>
                  <a:pt x="2985087" y="436880"/>
                </a:cubicBezTo>
                <a:cubicBezTo>
                  <a:pt x="3014381" y="524763"/>
                  <a:pt x="2973831" y="455557"/>
                  <a:pt x="3015567" y="518160"/>
                </a:cubicBezTo>
                <a:cubicBezTo>
                  <a:pt x="3018954" y="531707"/>
                  <a:pt x="3022989" y="545108"/>
                  <a:pt x="3025727" y="558800"/>
                </a:cubicBezTo>
                <a:cubicBezTo>
                  <a:pt x="3036973" y="615030"/>
                  <a:pt x="3036288" y="632324"/>
                  <a:pt x="3046047" y="690880"/>
                </a:cubicBezTo>
                <a:cubicBezTo>
                  <a:pt x="3048886" y="707914"/>
                  <a:pt x="3052820" y="724747"/>
                  <a:pt x="3056207" y="741680"/>
                </a:cubicBezTo>
                <a:cubicBezTo>
                  <a:pt x="3059594" y="778933"/>
                  <a:pt x="3062236" y="816262"/>
                  <a:pt x="3066367" y="853440"/>
                </a:cubicBezTo>
                <a:cubicBezTo>
                  <a:pt x="3069012" y="877241"/>
                  <a:pt x="3076527" y="900613"/>
                  <a:pt x="3076527" y="924560"/>
                </a:cubicBezTo>
                <a:cubicBezTo>
                  <a:pt x="3076527" y="1307125"/>
                  <a:pt x="3136784" y="1205015"/>
                  <a:pt x="3046047" y="1341120"/>
                </a:cubicBezTo>
                <a:cubicBezTo>
                  <a:pt x="3028715" y="1410449"/>
                  <a:pt x="3045927" y="1354091"/>
                  <a:pt x="3015567" y="1422400"/>
                </a:cubicBezTo>
                <a:cubicBezTo>
                  <a:pt x="3008160" y="1439066"/>
                  <a:pt x="3006190" y="1458610"/>
                  <a:pt x="2995247" y="1473200"/>
                </a:cubicBezTo>
                <a:cubicBezTo>
                  <a:pt x="2985087" y="1486747"/>
                  <a:pt x="2966581" y="1491706"/>
                  <a:pt x="2954607" y="1503680"/>
                </a:cubicBezTo>
                <a:cubicBezTo>
                  <a:pt x="2945973" y="1512314"/>
                  <a:pt x="2941060" y="1524000"/>
                  <a:pt x="2934287" y="1534160"/>
                </a:cubicBezTo>
                <a:cubicBezTo>
                  <a:pt x="2916460" y="1605469"/>
                  <a:pt x="2936823" y="1546359"/>
                  <a:pt x="2893647" y="1615440"/>
                </a:cubicBezTo>
                <a:cubicBezTo>
                  <a:pt x="2874280" y="1646426"/>
                  <a:pt x="2876557" y="1660066"/>
                  <a:pt x="2853007" y="1686560"/>
                </a:cubicBezTo>
                <a:cubicBezTo>
                  <a:pt x="2833915" y="1708038"/>
                  <a:pt x="2812367" y="1727200"/>
                  <a:pt x="2792047" y="1747520"/>
                </a:cubicBezTo>
                <a:cubicBezTo>
                  <a:pt x="2781887" y="1757680"/>
                  <a:pt x="2773062" y="1769379"/>
                  <a:pt x="2761567" y="1778000"/>
                </a:cubicBezTo>
                <a:cubicBezTo>
                  <a:pt x="2748020" y="1788160"/>
                  <a:pt x="2733784" y="1797460"/>
                  <a:pt x="2720927" y="1808480"/>
                </a:cubicBezTo>
                <a:cubicBezTo>
                  <a:pt x="2710018" y="1817831"/>
                  <a:pt x="2701942" y="1830339"/>
                  <a:pt x="2690447" y="1838960"/>
                </a:cubicBezTo>
                <a:cubicBezTo>
                  <a:pt x="2674649" y="1850808"/>
                  <a:pt x="2655445" y="1857592"/>
                  <a:pt x="2639647" y="1869440"/>
                </a:cubicBezTo>
                <a:cubicBezTo>
                  <a:pt x="2628152" y="1878061"/>
                  <a:pt x="2620076" y="1890569"/>
                  <a:pt x="2609167" y="1899920"/>
                </a:cubicBezTo>
                <a:cubicBezTo>
                  <a:pt x="2596310" y="1910940"/>
                  <a:pt x="2582306" y="1920558"/>
                  <a:pt x="2568527" y="1930400"/>
                </a:cubicBezTo>
                <a:cubicBezTo>
                  <a:pt x="2558591" y="1937497"/>
                  <a:pt x="2549743" y="1947211"/>
                  <a:pt x="2538047" y="1950720"/>
                </a:cubicBezTo>
                <a:cubicBezTo>
                  <a:pt x="2515110" y="1957601"/>
                  <a:pt x="2490634" y="1957493"/>
                  <a:pt x="2466927" y="1960880"/>
                </a:cubicBezTo>
                <a:cubicBezTo>
                  <a:pt x="2456767" y="1967653"/>
                  <a:pt x="2446383" y="1974103"/>
                  <a:pt x="2436447" y="1981200"/>
                </a:cubicBezTo>
                <a:cubicBezTo>
                  <a:pt x="2422668" y="1991042"/>
                  <a:pt x="2410509" y="2003279"/>
                  <a:pt x="2395807" y="2011680"/>
                </a:cubicBezTo>
                <a:cubicBezTo>
                  <a:pt x="2386508" y="2016993"/>
                  <a:pt x="2374906" y="2017051"/>
                  <a:pt x="2365327" y="2021840"/>
                </a:cubicBezTo>
                <a:cubicBezTo>
                  <a:pt x="2354405" y="2027301"/>
                  <a:pt x="2346431" y="2038299"/>
                  <a:pt x="2334847" y="2042160"/>
                </a:cubicBezTo>
                <a:cubicBezTo>
                  <a:pt x="2315304" y="2048674"/>
                  <a:pt x="2294207" y="2048933"/>
                  <a:pt x="2273887" y="2052320"/>
                </a:cubicBezTo>
                <a:cubicBezTo>
                  <a:pt x="2203270" y="2099398"/>
                  <a:pt x="2292027" y="2043250"/>
                  <a:pt x="2192607" y="2092960"/>
                </a:cubicBezTo>
                <a:cubicBezTo>
                  <a:pt x="2181685" y="2098421"/>
                  <a:pt x="2173823" y="2109771"/>
                  <a:pt x="2162127" y="2113280"/>
                </a:cubicBezTo>
                <a:cubicBezTo>
                  <a:pt x="2139190" y="2120161"/>
                  <a:pt x="2114714" y="2120053"/>
                  <a:pt x="2091007" y="2123440"/>
                </a:cubicBezTo>
                <a:cubicBezTo>
                  <a:pt x="2080847" y="2130213"/>
                  <a:pt x="2072111" y="2139899"/>
                  <a:pt x="2060527" y="2143760"/>
                </a:cubicBezTo>
                <a:cubicBezTo>
                  <a:pt x="1955178" y="2178876"/>
                  <a:pt x="2040305" y="2133563"/>
                  <a:pt x="1958927" y="2164080"/>
                </a:cubicBezTo>
                <a:cubicBezTo>
                  <a:pt x="1944746" y="2169398"/>
                  <a:pt x="1932208" y="2178434"/>
                  <a:pt x="1918287" y="2184400"/>
                </a:cubicBezTo>
                <a:cubicBezTo>
                  <a:pt x="1908443" y="2188619"/>
                  <a:pt x="1897835" y="2190800"/>
                  <a:pt x="1887807" y="2194560"/>
                </a:cubicBezTo>
                <a:cubicBezTo>
                  <a:pt x="1870730" y="2200964"/>
                  <a:pt x="1854602" y="2210081"/>
                  <a:pt x="1837007" y="2214880"/>
                </a:cubicBezTo>
                <a:cubicBezTo>
                  <a:pt x="1817133" y="2220300"/>
                  <a:pt x="1796367" y="2221653"/>
                  <a:pt x="1776047" y="2225040"/>
                </a:cubicBezTo>
                <a:cubicBezTo>
                  <a:pt x="1682866" y="2271630"/>
                  <a:pt x="1799608" y="2218614"/>
                  <a:pt x="1664287" y="2255520"/>
                </a:cubicBezTo>
                <a:cubicBezTo>
                  <a:pt x="1649675" y="2259505"/>
                  <a:pt x="1637568" y="2269874"/>
                  <a:pt x="1623647" y="2275840"/>
                </a:cubicBezTo>
                <a:cubicBezTo>
                  <a:pt x="1613803" y="2280059"/>
                  <a:pt x="1603557" y="2283403"/>
                  <a:pt x="1593167" y="2286000"/>
                </a:cubicBezTo>
                <a:cubicBezTo>
                  <a:pt x="1576414" y="2290188"/>
                  <a:pt x="1559027" y="2291616"/>
                  <a:pt x="1542367" y="2296160"/>
                </a:cubicBezTo>
                <a:cubicBezTo>
                  <a:pt x="1521703" y="2301796"/>
                  <a:pt x="1502720" y="2314349"/>
                  <a:pt x="1481407" y="2316480"/>
                </a:cubicBezTo>
                <a:cubicBezTo>
                  <a:pt x="1447540" y="2319867"/>
                  <a:pt x="1413544" y="2322142"/>
                  <a:pt x="1379807" y="2326640"/>
                </a:cubicBezTo>
                <a:cubicBezTo>
                  <a:pt x="1362690" y="2328922"/>
                  <a:pt x="1345864" y="2333054"/>
                  <a:pt x="1329007" y="2336800"/>
                </a:cubicBezTo>
                <a:cubicBezTo>
                  <a:pt x="1315376" y="2339829"/>
                  <a:pt x="1302203" y="2345073"/>
                  <a:pt x="1288367" y="2346960"/>
                </a:cubicBezTo>
                <a:cubicBezTo>
                  <a:pt x="1227594" y="2355247"/>
                  <a:pt x="1166385" y="2359972"/>
                  <a:pt x="1105487" y="2367280"/>
                </a:cubicBezTo>
                <a:cubicBezTo>
                  <a:pt x="1081710" y="2370133"/>
                  <a:pt x="1058296" y="2376502"/>
                  <a:pt x="1034367" y="2377440"/>
                </a:cubicBezTo>
                <a:cubicBezTo>
                  <a:pt x="885430" y="2383281"/>
                  <a:pt x="736330" y="2383779"/>
                  <a:pt x="587327" y="2387600"/>
                </a:cubicBezTo>
                <a:lnTo>
                  <a:pt x="241887" y="2397760"/>
                </a:lnTo>
                <a:cubicBezTo>
                  <a:pt x="174116" y="2400270"/>
                  <a:pt x="38687" y="2429933"/>
                  <a:pt x="8207" y="2428240"/>
                </a:cubicBezTo>
                <a:close/>
              </a:path>
            </a:pathLst>
          </a:cu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4187803" y="1014795"/>
            <a:ext cx="3546201" cy="2959286"/>
          </a:xfrm>
          <a:custGeom>
            <a:avLst/>
            <a:gdLst>
              <a:gd name="connsiteX0" fmla="*/ 1778000 w 3200400"/>
              <a:gd name="connsiteY0" fmla="*/ 2997200 h 2997200"/>
              <a:gd name="connsiteX1" fmla="*/ 1767840 w 3200400"/>
              <a:gd name="connsiteY1" fmla="*/ 2926080 h 2997200"/>
              <a:gd name="connsiteX2" fmla="*/ 1757680 w 3200400"/>
              <a:gd name="connsiteY2" fmla="*/ 2895600 h 2997200"/>
              <a:gd name="connsiteX3" fmla="*/ 1737360 w 3200400"/>
              <a:gd name="connsiteY3" fmla="*/ 2824480 h 2997200"/>
              <a:gd name="connsiteX4" fmla="*/ 1717040 w 3200400"/>
              <a:gd name="connsiteY4" fmla="*/ 2753360 h 2997200"/>
              <a:gd name="connsiteX5" fmla="*/ 1696720 w 3200400"/>
              <a:gd name="connsiteY5" fmla="*/ 2722880 h 2997200"/>
              <a:gd name="connsiteX6" fmla="*/ 1686560 w 3200400"/>
              <a:gd name="connsiteY6" fmla="*/ 2682240 h 2997200"/>
              <a:gd name="connsiteX7" fmla="*/ 1666240 w 3200400"/>
              <a:gd name="connsiteY7" fmla="*/ 2651760 h 2997200"/>
              <a:gd name="connsiteX8" fmla="*/ 1605280 w 3200400"/>
              <a:gd name="connsiteY8" fmla="*/ 2580640 h 2997200"/>
              <a:gd name="connsiteX9" fmla="*/ 1574800 w 3200400"/>
              <a:gd name="connsiteY9" fmla="*/ 2560320 h 2997200"/>
              <a:gd name="connsiteX10" fmla="*/ 1554480 w 3200400"/>
              <a:gd name="connsiteY10" fmla="*/ 2519680 h 2997200"/>
              <a:gd name="connsiteX11" fmla="*/ 1463040 w 3200400"/>
              <a:gd name="connsiteY11" fmla="*/ 2458720 h 2997200"/>
              <a:gd name="connsiteX12" fmla="*/ 1402080 w 3200400"/>
              <a:gd name="connsiteY12" fmla="*/ 2418080 h 2997200"/>
              <a:gd name="connsiteX13" fmla="*/ 1320800 w 3200400"/>
              <a:gd name="connsiteY13" fmla="*/ 2377440 h 2997200"/>
              <a:gd name="connsiteX14" fmla="*/ 1198880 w 3200400"/>
              <a:gd name="connsiteY14" fmla="*/ 2296160 h 2997200"/>
              <a:gd name="connsiteX15" fmla="*/ 1148080 w 3200400"/>
              <a:gd name="connsiteY15" fmla="*/ 2286000 h 2997200"/>
              <a:gd name="connsiteX16" fmla="*/ 1087120 w 3200400"/>
              <a:gd name="connsiteY16" fmla="*/ 2245360 h 2997200"/>
              <a:gd name="connsiteX17" fmla="*/ 1005840 w 3200400"/>
              <a:gd name="connsiteY17" fmla="*/ 2184400 h 2997200"/>
              <a:gd name="connsiteX18" fmla="*/ 944880 w 3200400"/>
              <a:gd name="connsiteY18" fmla="*/ 2153920 h 2997200"/>
              <a:gd name="connsiteX19" fmla="*/ 853440 w 3200400"/>
              <a:gd name="connsiteY19" fmla="*/ 2103120 h 2997200"/>
              <a:gd name="connsiteX20" fmla="*/ 772160 w 3200400"/>
              <a:gd name="connsiteY20" fmla="*/ 2062480 h 2997200"/>
              <a:gd name="connsiteX21" fmla="*/ 701040 w 3200400"/>
              <a:gd name="connsiteY21" fmla="*/ 2021840 h 2997200"/>
              <a:gd name="connsiteX22" fmla="*/ 650240 w 3200400"/>
              <a:gd name="connsiteY22" fmla="*/ 1991360 h 2997200"/>
              <a:gd name="connsiteX23" fmla="*/ 619760 w 3200400"/>
              <a:gd name="connsiteY23" fmla="*/ 1981200 h 2997200"/>
              <a:gd name="connsiteX24" fmla="*/ 579120 w 3200400"/>
              <a:gd name="connsiteY24" fmla="*/ 1960880 h 2997200"/>
              <a:gd name="connsiteX25" fmla="*/ 548640 w 3200400"/>
              <a:gd name="connsiteY25" fmla="*/ 1950720 h 2997200"/>
              <a:gd name="connsiteX26" fmla="*/ 487680 w 3200400"/>
              <a:gd name="connsiteY26" fmla="*/ 1920240 h 2997200"/>
              <a:gd name="connsiteX27" fmla="*/ 457200 w 3200400"/>
              <a:gd name="connsiteY27" fmla="*/ 1910080 h 2997200"/>
              <a:gd name="connsiteX28" fmla="*/ 396240 w 3200400"/>
              <a:gd name="connsiteY28" fmla="*/ 1879600 h 2997200"/>
              <a:gd name="connsiteX29" fmla="*/ 314960 w 3200400"/>
              <a:gd name="connsiteY29" fmla="*/ 1818640 h 2997200"/>
              <a:gd name="connsiteX30" fmla="*/ 254000 w 3200400"/>
              <a:gd name="connsiteY30" fmla="*/ 1788160 h 2997200"/>
              <a:gd name="connsiteX31" fmla="*/ 223520 w 3200400"/>
              <a:gd name="connsiteY31" fmla="*/ 1747520 h 2997200"/>
              <a:gd name="connsiteX32" fmla="*/ 162560 w 3200400"/>
              <a:gd name="connsiteY32" fmla="*/ 1686560 h 2997200"/>
              <a:gd name="connsiteX33" fmla="*/ 152400 w 3200400"/>
              <a:gd name="connsiteY33" fmla="*/ 1645920 h 2997200"/>
              <a:gd name="connsiteX34" fmla="*/ 132080 w 3200400"/>
              <a:gd name="connsiteY34" fmla="*/ 1615440 h 2997200"/>
              <a:gd name="connsiteX35" fmla="*/ 121920 w 3200400"/>
              <a:gd name="connsiteY35" fmla="*/ 1534160 h 2997200"/>
              <a:gd name="connsiteX36" fmla="*/ 101600 w 3200400"/>
              <a:gd name="connsiteY36" fmla="*/ 1463040 h 2997200"/>
              <a:gd name="connsiteX37" fmla="*/ 71120 w 3200400"/>
              <a:gd name="connsiteY37" fmla="*/ 1371600 h 2997200"/>
              <a:gd name="connsiteX38" fmla="*/ 50800 w 3200400"/>
              <a:gd name="connsiteY38" fmla="*/ 1270000 h 2997200"/>
              <a:gd name="connsiteX39" fmla="*/ 30480 w 3200400"/>
              <a:gd name="connsiteY39" fmla="*/ 1178560 h 2997200"/>
              <a:gd name="connsiteX40" fmla="*/ 0 w 3200400"/>
              <a:gd name="connsiteY40" fmla="*/ 985520 h 2997200"/>
              <a:gd name="connsiteX41" fmla="*/ 20320 w 3200400"/>
              <a:gd name="connsiteY41" fmla="*/ 802640 h 2997200"/>
              <a:gd name="connsiteX42" fmla="*/ 50800 w 3200400"/>
              <a:gd name="connsiteY42" fmla="*/ 782320 h 2997200"/>
              <a:gd name="connsiteX43" fmla="*/ 81280 w 3200400"/>
              <a:gd name="connsiteY43" fmla="*/ 690880 h 2997200"/>
              <a:gd name="connsiteX44" fmla="*/ 152400 w 3200400"/>
              <a:gd name="connsiteY44" fmla="*/ 579120 h 2997200"/>
              <a:gd name="connsiteX45" fmla="*/ 193040 w 3200400"/>
              <a:gd name="connsiteY45" fmla="*/ 548640 h 2997200"/>
              <a:gd name="connsiteX46" fmla="*/ 213360 w 3200400"/>
              <a:gd name="connsiteY46" fmla="*/ 487680 h 2997200"/>
              <a:gd name="connsiteX47" fmla="*/ 254000 w 3200400"/>
              <a:gd name="connsiteY47" fmla="*/ 416560 h 2997200"/>
              <a:gd name="connsiteX48" fmla="*/ 284480 w 3200400"/>
              <a:gd name="connsiteY48" fmla="*/ 375920 h 2997200"/>
              <a:gd name="connsiteX49" fmla="*/ 314960 w 3200400"/>
              <a:gd name="connsiteY49" fmla="*/ 355600 h 2997200"/>
              <a:gd name="connsiteX50" fmla="*/ 335280 w 3200400"/>
              <a:gd name="connsiteY50" fmla="*/ 325120 h 2997200"/>
              <a:gd name="connsiteX51" fmla="*/ 467360 w 3200400"/>
              <a:gd name="connsiteY51" fmla="*/ 243840 h 2997200"/>
              <a:gd name="connsiteX52" fmla="*/ 508000 w 3200400"/>
              <a:gd name="connsiteY52" fmla="*/ 233680 h 2997200"/>
              <a:gd name="connsiteX53" fmla="*/ 589280 w 3200400"/>
              <a:gd name="connsiteY53" fmla="*/ 193040 h 2997200"/>
              <a:gd name="connsiteX54" fmla="*/ 640080 w 3200400"/>
              <a:gd name="connsiteY54" fmla="*/ 152400 h 2997200"/>
              <a:gd name="connsiteX55" fmla="*/ 670560 w 3200400"/>
              <a:gd name="connsiteY55" fmla="*/ 142240 h 2997200"/>
              <a:gd name="connsiteX56" fmla="*/ 711200 w 3200400"/>
              <a:gd name="connsiteY56" fmla="*/ 121920 h 2997200"/>
              <a:gd name="connsiteX57" fmla="*/ 762000 w 3200400"/>
              <a:gd name="connsiteY57" fmla="*/ 101600 h 2997200"/>
              <a:gd name="connsiteX58" fmla="*/ 853440 w 3200400"/>
              <a:gd name="connsiteY58" fmla="*/ 71120 h 2997200"/>
              <a:gd name="connsiteX59" fmla="*/ 904240 w 3200400"/>
              <a:gd name="connsiteY59" fmla="*/ 50800 h 2997200"/>
              <a:gd name="connsiteX60" fmla="*/ 1005840 w 3200400"/>
              <a:gd name="connsiteY60" fmla="*/ 40640 h 2997200"/>
              <a:gd name="connsiteX61" fmla="*/ 1056640 w 3200400"/>
              <a:gd name="connsiteY61" fmla="*/ 20320 h 2997200"/>
              <a:gd name="connsiteX62" fmla="*/ 1137920 w 3200400"/>
              <a:gd name="connsiteY62" fmla="*/ 0 h 2997200"/>
              <a:gd name="connsiteX63" fmla="*/ 2458720 w 3200400"/>
              <a:gd name="connsiteY63" fmla="*/ 20320 h 2997200"/>
              <a:gd name="connsiteX64" fmla="*/ 2550160 w 3200400"/>
              <a:gd name="connsiteY64" fmla="*/ 40640 h 2997200"/>
              <a:gd name="connsiteX65" fmla="*/ 2611120 w 3200400"/>
              <a:gd name="connsiteY65" fmla="*/ 60960 h 2997200"/>
              <a:gd name="connsiteX66" fmla="*/ 2661920 w 3200400"/>
              <a:gd name="connsiteY66" fmla="*/ 71120 h 2997200"/>
              <a:gd name="connsiteX67" fmla="*/ 2702560 w 3200400"/>
              <a:gd name="connsiteY67" fmla="*/ 101600 h 2997200"/>
              <a:gd name="connsiteX68" fmla="*/ 2733040 w 3200400"/>
              <a:gd name="connsiteY68" fmla="*/ 111760 h 2997200"/>
              <a:gd name="connsiteX69" fmla="*/ 2824480 w 3200400"/>
              <a:gd name="connsiteY69" fmla="*/ 142240 h 2997200"/>
              <a:gd name="connsiteX70" fmla="*/ 2905760 w 3200400"/>
              <a:gd name="connsiteY70" fmla="*/ 213360 h 2997200"/>
              <a:gd name="connsiteX71" fmla="*/ 2956560 w 3200400"/>
              <a:gd name="connsiteY71" fmla="*/ 243840 h 2997200"/>
              <a:gd name="connsiteX72" fmla="*/ 2987040 w 3200400"/>
              <a:gd name="connsiteY72" fmla="*/ 274320 h 2997200"/>
              <a:gd name="connsiteX73" fmla="*/ 3027680 w 3200400"/>
              <a:gd name="connsiteY73" fmla="*/ 304800 h 2997200"/>
              <a:gd name="connsiteX74" fmla="*/ 3088640 w 3200400"/>
              <a:gd name="connsiteY74" fmla="*/ 416560 h 2997200"/>
              <a:gd name="connsiteX75" fmla="*/ 3119120 w 3200400"/>
              <a:gd name="connsiteY75" fmla="*/ 497840 h 2997200"/>
              <a:gd name="connsiteX76" fmla="*/ 3139440 w 3200400"/>
              <a:gd name="connsiteY76" fmla="*/ 528320 h 2997200"/>
              <a:gd name="connsiteX77" fmla="*/ 3159760 w 3200400"/>
              <a:gd name="connsiteY77" fmla="*/ 619760 h 2997200"/>
              <a:gd name="connsiteX78" fmla="*/ 3169920 w 3200400"/>
              <a:gd name="connsiteY78" fmla="*/ 660400 h 2997200"/>
              <a:gd name="connsiteX79" fmla="*/ 3190240 w 3200400"/>
              <a:gd name="connsiteY79" fmla="*/ 812800 h 2997200"/>
              <a:gd name="connsiteX80" fmla="*/ 3200400 w 3200400"/>
              <a:gd name="connsiteY80" fmla="*/ 863600 h 2997200"/>
              <a:gd name="connsiteX81" fmla="*/ 3190240 w 3200400"/>
              <a:gd name="connsiteY81" fmla="*/ 1046480 h 2997200"/>
              <a:gd name="connsiteX82" fmla="*/ 3149600 w 3200400"/>
              <a:gd name="connsiteY82" fmla="*/ 1097280 h 2997200"/>
              <a:gd name="connsiteX83" fmla="*/ 3139440 w 3200400"/>
              <a:gd name="connsiteY83" fmla="*/ 1137920 h 2997200"/>
              <a:gd name="connsiteX84" fmla="*/ 3108960 w 3200400"/>
              <a:gd name="connsiteY84" fmla="*/ 1178560 h 2997200"/>
              <a:gd name="connsiteX85" fmla="*/ 3088640 w 3200400"/>
              <a:gd name="connsiteY85" fmla="*/ 1219200 h 2997200"/>
              <a:gd name="connsiteX86" fmla="*/ 3058160 w 3200400"/>
              <a:gd name="connsiteY86" fmla="*/ 1259840 h 2997200"/>
              <a:gd name="connsiteX87" fmla="*/ 3027680 w 3200400"/>
              <a:gd name="connsiteY87" fmla="*/ 1310640 h 2997200"/>
              <a:gd name="connsiteX88" fmla="*/ 3007360 w 3200400"/>
              <a:gd name="connsiteY88" fmla="*/ 1341120 h 2997200"/>
              <a:gd name="connsiteX89" fmla="*/ 2976880 w 3200400"/>
              <a:gd name="connsiteY89" fmla="*/ 1361440 h 2997200"/>
              <a:gd name="connsiteX90" fmla="*/ 2926080 w 3200400"/>
              <a:gd name="connsiteY90" fmla="*/ 1432560 h 2997200"/>
              <a:gd name="connsiteX91" fmla="*/ 2875280 w 3200400"/>
              <a:gd name="connsiteY91" fmla="*/ 1503680 h 2997200"/>
              <a:gd name="connsiteX92" fmla="*/ 2773680 w 3200400"/>
              <a:gd name="connsiteY92" fmla="*/ 1605280 h 2997200"/>
              <a:gd name="connsiteX93" fmla="*/ 2682240 w 3200400"/>
              <a:gd name="connsiteY93" fmla="*/ 1706880 h 2997200"/>
              <a:gd name="connsiteX94" fmla="*/ 2590800 w 3200400"/>
              <a:gd name="connsiteY94" fmla="*/ 1778000 h 2997200"/>
              <a:gd name="connsiteX95" fmla="*/ 2509520 w 3200400"/>
              <a:gd name="connsiteY95" fmla="*/ 1869440 h 2997200"/>
              <a:gd name="connsiteX96" fmla="*/ 2468880 w 3200400"/>
              <a:gd name="connsiteY96" fmla="*/ 1889760 h 2997200"/>
              <a:gd name="connsiteX97" fmla="*/ 2438400 w 3200400"/>
              <a:gd name="connsiteY97" fmla="*/ 1940560 h 2997200"/>
              <a:gd name="connsiteX98" fmla="*/ 2397760 w 3200400"/>
              <a:gd name="connsiteY98" fmla="*/ 1971040 h 2997200"/>
              <a:gd name="connsiteX99" fmla="*/ 2296160 w 3200400"/>
              <a:gd name="connsiteY99" fmla="*/ 2052320 h 2997200"/>
              <a:gd name="connsiteX100" fmla="*/ 2245360 w 3200400"/>
              <a:gd name="connsiteY100" fmla="*/ 2133600 h 2997200"/>
              <a:gd name="connsiteX101" fmla="*/ 2204720 w 3200400"/>
              <a:gd name="connsiteY101" fmla="*/ 2204720 h 2997200"/>
              <a:gd name="connsiteX102" fmla="*/ 2133600 w 3200400"/>
              <a:gd name="connsiteY102" fmla="*/ 2296160 h 2997200"/>
              <a:gd name="connsiteX103" fmla="*/ 2113280 w 3200400"/>
              <a:gd name="connsiteY103" fmla="*/ 2326640 h 2997200"/>
              <a:gd name="connsiteX104" fmla="*/ 2082800 w 3200400"/>
              <a:gd name="connsiteY104" fmla="*/ 2367280 h 2997200"/>
              <a:gd name="connsiteX105" fmla="*/ 2052320 w 3200400"/>
              <a:gd name="connsiteY105" fmla="*/ 2428240 h 2997200"/>
              <a:gd name="connsiteX106" fmla="*/ 2042160 w 3200400"/>
              <a:gd name="connsiteY106" fmla="*/ 2458720 h 2997200"/>
              <a:gd name="connsiteX107" fmla="*/ 2001520 w 3200400"/>
              <a:gd name="connsiteY107" fmla="*/ 2509520 h 2997200"/>
              <a:gd name="connsiteX108" fmla="*/ 1950720 w 3200400"/>
              <a:gd name="connsiteY108" fmla="*/ 2580640 h 2997200"/>
              <a:gd name="connsiteX109" fmla="*/ 1920240 w 3200400"/>
              <a:gd name="connsiteY109" fmla="*/ 2631440 h 2997200"/>
              <a:gd name="connsiteX110" fmla="*/ 1910080 w 3200400"/>
              <a:gd name="connsiteY110" fmla="*/ 2661920 h 2997200"/>
              <a:gd name="connsiteX111" fmla="*/ 1879600 w 3200400"/>
              <a:gd name="connsiteY111" fmla="*/ 2692400 h 2997200"/>
              <a:gd name="connsiteX112" fmla="*/ 1859280 w 3200400"/>
              <a:gd name="connsiteY112" fmla="*/ 2733040 h 2997200"/>
              <a:gd name="connsiteX113" fmla="*/ 1798320 w 3200400"/>
              <a:gd name="connsiteY113" fmla="*/ 2804160 h 2997200"/>
              <a:gd name="connsiteX114" fmla="*/ 1778000 w 3200400"/>
              <a:gd name="connsiteY114" fmla="*/ 2895600 h 2997200"/>
              <a:gd name="connsiteX115" fmla="*/ 1778000 w 3200400"/>
              <a:gd name="connsiteY115" fmla="*/ 293624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3200400" h="2997200">
                <a:moveTo>
                  <a:pt x="1778000" y="2997200"/>
                </a:moveTo>
                <a:cubicBezTo>
                  <a:pt x="1774613" y="2973493"/>
                  <a:pt x="1772536" y="2949562"/>
                  <a:pt x="1767840" y="2926080"/>
                </a:cubicBezTo>
                <a:cubicBezTo>
                  <a:pt x="1765740" y="2915578"/>
                  <a:pt x="1760757" y="2905858"/>
                  <a:pt x="1757680" y="2895600"/>
                </a:cubicBezTo>
                <a:cubicBezTo>
                  <a:pt x="1750595" y="2871985"/>
                  <a:pt x="1743847" y="2848267"/>
                  <a:pt x="1737360" y="2824480"/>
                </a:cubicBezTo>
                <a:cubicBezTo>
                  <a:pt x="1733454" y="2810157"/>
                  <a:pt x="1724827" y="2768934"/>
                  <a:pt x="1717040" y="2753360"/>
                </a:cubicBezTo>
                <a:cubicBezTo>
                  <a:pt x="1711579" y="2742438"/>
                  <a:pt x="1703493" y="2733040"/>
                  <a:pt x="1696720" y="2722880"/>
                </a:cubicBezTo>
                <a:cubicBezTo>
                  <a:pt x="1693333" y="2709333"/>
                  <a:pt x="1692061" y="2695075"/>
                  <a:pt x="1686560" y="2682240"/>
                </a:cubicBezTo>
                <a:cubicBezTo>
                  <a:pt x="1681750" y="2671017"/>
                  <a:pt x="1673337" y="2661696"/>
                  <a:pt x="1666240" y="2651760"/>
                </a:cubicBezTo>
                <a:cubicBezTo>
                  <a:pt x="1646454" y="2624060"/>
                  <a:pt x="1631344" y="2602360"/>
                  <a:pt x="1605280" y="2580640"/>
                </a:cubicBezTo>
                <a:cubicBezTo>
                  <a:pt x="1595899" y="2572823"/>
                  <a:pt x="1584960" y="2567093"/>
                  <a:pt x="1574800" y="2560320"/>
                </a:cubicBezTo>
                <a:cubicBezTo>
                  <a:pt x="1568027" y="2546773"/>
                  <a:pt x="1564337" y="2531179"/>
                  <a:pt x="1554480" y="2519680"/>
                </a:cubicBezTo>
                <a:cubicBezTo>
                  <a:pt x="1538545" y="2501090"/>
                  <a:pt x="1481126" y="2470229"/>
                  <a:pt x="1463040" y="2458720"/>
                </a:cubicBezTo>
                <a:cubicBezTo>
                  <a:pt x="1442436" y="2445609"/>
                  <a:pt x="1423284" y="2430197"/>
                  <a:pt x="1402080" y="2418080"/>
                </a:cubicBezTo>
                <a:cubicBezTo>
                  <a:pt x="1375780" y="2403051"/>
                  <a:pt x="1344070" y="2396832"/>
                  <a:pt x="1320800" y="2377440"/>
                </a:cubicBezTo>
                <a:cubicBezTo>
                  <a:pt x="1270990" y="2335931"/>
                  <a:pt x="1258932" y="2317997"/>
                  <a:pt x="1198880" y="2296160"/>
                </a:cubicBezTo>
                <a:cubicBezTo>
                  <a:pt x="1182651" y="2290259"/>
                  <a:pt x="1165013" y="2289387"/>
                  <a:pt x="1148080" y="2286000"/>
                </a:cubicBezTo>
                <a:cubicBezTo>
                  <a:pt x="1127760" y="2272453"/>
                  <a:pt x="1106871" y="2259724"/>
                  <a:pt x="1087120" y="2245360"/>
                </a:cubicBezTo>
                <a:cubicBezTo>
                  <a:pt x="1056990" y="2223447"/>
                  <a:pt x="1037355" y="2201908"/>
                  <a:pt x="1005840" y="2184400"/>
                </a:cubicBezTo>
                <a:cubicBezTo>
                  <a:pt x="985981" y="2173367"/>
                  <a:pt x="964926" y="2164611"/>
                  <a:pt x="944880" y="2153920"/>
                </a:cubicBezTo>
                <a:cubicBezTo>
                  <a:pt x="914114" y="2137512"/>
                  <a:pt x="884256" y="2119434"/>
                  <a:pt x="853440" y="2103120"/>
                </a:cubicBezTo>
                <a:cubicBezTo>
                  <a:pt x="826669" y="2088947"/>
                  <a:pt x="796393" y="2080655"/>
                  <a:pt x="772160" y="2062480"/>
                </a:cubicBezTo>
                <a:cubicBezTo>
                  <a:pt x="673890" y="1988778"/>
                  <a:pt x="778614" y="2060627"/>
                  <a:pt x="701040" y="2021840"/>
                </a:cubicBezTo>
                <a:cubicBezTo>
                  <a:pt x="683377" y="2013009"/>
                  <a:pt x="667903" y="2000191"/>
                  <a:pt x="650240" y="1991360"/>
                </a:cubicBezTo>
                <a:cubicBezTo>
                  <a:pt x="640661" y="1986571"/>
                  <a:pt x="629604" y="1985419"/>
                  <a:pt x="619760" y="1981200"/>
                </a:cubicBezTo>
                <a:cubicBezTo>
                  <a:pt x="605839" y="1975234"/>
                  <a:pt x="593041" y="1966846"/>
                  <a:pt x="579120" y="1960880"/>
                </a:cubicBezTo>
                <a:cubicBezTo>
                  <a:pt x="569276" y="1956661"/>
                  <a:pt x="558427" y="1955070"/>
                  <a:pt x="548640" y="1950720"/>
                </a:cubicBezTo>
                <a:cubicBezTo>
                  <a:pt x="527880" y="1941493"/>
                  <a:pt x="508440" y="1929467"/>
                  <a:pt x="487680" y="1920240"/>
                </a:cubicBezTo>
                <a:cubicBezTo>
                  <a:pt x="477893" y="1915890"/>
                  <a:pt x="466779" y="1914869"/>
                  <a:pt x="457200" y="1910080"/>
                </a:cubicBezTo>
                <a:cubicBezTo>
                  <a:pt x="378418" y="1870689"/>
                  <a:pt x="472852" y="1905137"/>
                  <a:pt x="396240" y="1879600"/>
                </a:cubicBezTo>
                <a:cubicBezTo>
                  <a:pt x="375074" y="1862668"/>
                  <a:pt x="341427" y="1833344"/>
                  <a:pt x="314960" y="1818640"/>
                </a:cubicBezTo>
                <a:cubicBezTo>
                  <a:pt x="295101" y="1807607"/>
                  <a:pt x="274320" y="1798320"/>
                  <a:pt x="254000" y="1788160"/>
                </a:cubicBezTo>
                <a:cubicBezTo>
                  <a:pt x="243840" y="1774613"/>
                  <a:pt x="235494" y="1759494"/>
                  <a:pt x="223520" y="1747520"/>
                </a:cubicBezTo>
                <a:cubicBezTo>
                  <a:pt x="147907" y="1671907"/>
                  <a:pt x="210448" y="1758392"/>
                  <a:pt x="162560" y="1686560"/>
                </a:cubicBezTo>
                <a:cubicBezTo>
                  <a:pt x="159173" y="1673013"/>
                  <a:pt x="157901" y="1658755"/>
                  <a:pt x="152400" y="1645920"/>
                </a:cubicBezTo>
                <a:cubicBezTo>
                  <a:pt x="147590" y="1634697"/>
                  <a:pt x="135293" y="1627221"/>
                  <a:pt x="132080" y="1615440"/>
                </a:cubicBezTo>
                <a:cubicBezTo>
                  <a:pt x="124896" y="1589098"/>
                  <a:pt x="127275" y="1560934"/>
                  <a:pt x="121920" y="1534160"/>
                </a:cubicBezTo>
                <a:cubicBezTo>
                  <a:pt x="117085" y="1509983"/>
                  <a:pt x="107580" y="1486959"/>
                  <a:pt x="101600" y="1463040"/>
                </a:cubicBezTo>
                <a:cubicBezTo>
                  <a:pt x="81905" y="1384258"/>
                  <a:pt x="104921" y="1439202"/>
                  <a:pt x="71120" y="1371600"/>
                </a:cubicBezTo>
                <a:cubicBezTo>
                  <a:pt x="64347" y="1337733"/>
                  <a:pt x="58037" y="1303771"/>
                  <a:pt x="50800" y="1270000"/>
                </a:cubicBezTo>
                <a:cubicBezTo>
                  <a:pt x="42278" y="1230233"/>
                  <a:pt x="36173" y="1221255"/>
                  <a:pt x="30480" y="1178560"/>
                </a:cubicBezTo>
                <a:cubicBezTo>
                  <a:pt x="6157" y="996141"/>
                  <a:pt x="37846" y="1155825"/>
                  <a:pt x="0" y="985520"/>
                </a:cubicBezTo>
                <a:cubicBezTo>
                  <a:pt x="6773" y="924560"/>
                  <a:pt x="5444" y="862144"/>
                  <a:pt x="20320" y="802640"/>
                </a:cubicBezTo>
                <a:cubicBezTo>
                  <a:pt x="23282" y="790794"/>
                  <a:pt x="43703" y="792256"/>
                  <a:pt x="50800" y="782320"/>
                </a:cubicBezTo>
                <a:cubicBezTo>
                  <a:pt x="74206" y="749552"/>
                  <a:pt x="68305" y="725481"/>
                  <a:pt x="81280" y="690880"/>
                </a:cubicBezTo>
                <a:cubicBezTo>
                  <a:pt x="94582" y="655408"/>
                  <a:pt x="131358" y="602500"/>
                  <a:pt x="152400" y="579120"/>
                </a:cubicBezTo>
                <a:cubicBezTo>
                  <a:pt x="163728" y="566534"/>
                  <a:pt x="179493" y="558800"/>
                  <a:pt x="193040" y="548640"/>
                </a:cubicBezTo>
                <a:cubicBezTo>
                  <a:pt x="199813" y="528320"/>
                  <a:pt x="203781" y="506838"/>
                  <a:pt x="213360" y="487680"/>
                </a:cubicBezTo>
                <a:cubicBezTo>
                  <a:pt x="233203" y="447993"/>
                  <a:pt x="230066" y="450068"/>
                  <a:pt x="254000" y="416560"/>
                </a:cubicBezTo>
                <a:cubicBezTo>
                  <a:pt x="263842" y="402781"/>
                  <a:pt x="272506" y="387894"/>
                  <a:pt x="284480" y="375920"/>
                </a:cubicBezTo>
                <a:cubicBezTo>
                  <a:pt x="293114" y="367286"/>
                  <a:pt x="304800" y="362373"/>
                  <a:pt x="314960" y="355600"/>
                </a:cubicBezTo>
                <a:cubicBezTo>
                  <a:pt x="321733" y="345440"/>
                  <a:pt x="325829" y="332852"/>
                  <a:pt x="335280" y="325120"/>
                </a:cubicBezTo>
                <a:cubicBezTo>
                  <a:pt x="353676" y="310069"/>
                  <a:pt x="429365" y="258088"/>
                  <a:pt x="467360" y="243840"/>
                </a:cubicBezTo>
                <a:cubicBezTo>
                  <a:pt x="480435" y="238937"/>
                  <a:pt x="494453" y="237067"/>
                  <a:pt x="508000" y="233680"/>
                </a:cubicBezTo>
                <a:cubicBezTo>
                  <a:pt x="583086" y="158594"/>
                  <a:pt x="485457" y="244952"/>
                  <a:pt x="589280" y="193040"/>
                </a:cubicBezTo>
                <a:cubicBezTo>
                  <a:pt x="608676" y="183342"/>
                  <a:pt x="621691" y="163893"/>
                  <a:pt x="640080" y="152400"/>
                </a:cubicBezTo>
                <a:cubicBezTo>
                  <a:pt x="649162" y="146724"/>
                  <a:pt x="660716" y="146459"/>
                  <a:pt x="670560" y="142240"/>
                </a:cubicBezTo>
                <a:cubicBezTo>
                  <a:pt x="684481" y="136274"/>
                  <a:pt x="697360" y="128071"/>
                  <a:pt x="711200" y="121920"/>
                </a:cubicBezTo>
                <a:cubicBezTo>
                  <a:pt x="727866" y="114513"/>
                  <a:pt x="745334" y="109007"/>
                  <a:pt x="762000" y="101600"/>
                </a:cubicBezTo>
                <a:cubicBezTo>
                  <a:pt x="879520" y="49369"/>
                  <a:pt x="717742" y="111829"/>
                  <a:pt x="853440" y="71120"/>
                </a:cubicBezTo>
                <a:cubicBezTo>
                  <a:pt x="870909" y="65879"/>
                  <a:pt x="886356" y="54377"/>
                  <a:pt x="904240" y="50800"/>
                </a:cubicBezTo>
                <a:cubicBezTo>
                  <a:pt x="937615" y="44125"/>
                  <a:pt x="971973" y="44027"/>
                  <a:pt x="1005840" y="40640"/>
                </a:cubicBezTo>
                <a:cubicBezTo>
                  <a:pt x="1022773" y="33867"/>
                  <a:pt x="1039209" y="25683"/>
                  <a:pt x="1056640" y="20320"/>
                </a:cubicBezTo>
                <a:cubicBezTo>
                  <a:pt x="1083332" y="12107"/>
                  <a:pt x="1109993" y="0"/>
                  <a:pt x="1137920" y="0"/>
                </a:cubicBezTo>
                <a:cubicBezTo>
                  <a:pt x="1578239" y="0"/>
                  <a:pt x="2018453" y="13547"/>
                  <a:pt x="2458720" y="20320"/>
                </a:cubicBezTo>
                <a:cubicBezTo>
                  <a:pt x="2545927" y="49389"/>
                  <a:pt x="2407112" y="4878"/>
                  <a:pt x="2550160" y="40640"/>
                </a:cubicBezTo>
                <a:cubicBezTo>
                  <a:pt x="2570940" y="45835"/>
                  <a:pt x="2590456" y="55324"/>
                  <a:pt x="2611120" y="60960"/>
                </a:cubicBezTo>
                <a:cubicBezTo>
                  <a:pt x="2627780" y="65504"/>
                  <a:pt x="2644987" y="67733"/>
                  <a:pt x="2661920" y="71120"/>
                </a:cubicBezTo>
                <a:cubicBezTo>
                  <a:pt x="2675467" y="81280"/>
                  <a:pt x="2687858" y="93199"/>
                  <a:pt x="2702560" y="101600"/>
                </a:cubicBezTo>
                <a:cubicBezTo>
                  <a:pt x="2711859" y="106913"/>
                  <a:pt x="2723196" y="107541"/>
                  <a:pt x="2733040" y="111760"/>
                </a:cubicBezTo>
                <a:cubicBezTo>
                  <a:pt x="2806652" y="143308"/>
                  <a:pt x="2738845" y="125113"/>
                  <a:pt x="2824480" y="142240"/>
                </a:cubicBezTo>
                <a:cubicBezTo>
                  <a:pt x="2861264" y="179024"/>
                  <a:pt x="2863785" y="185377"/>
                  <a:pt x="2905760" y="213360"/>
                </a:cubicBezTo>
                <a:cubicBezTo>
                  <a:pt x="2922191" y="224314"/>
                  <a:pt x="2940762" y="231992"/>
                  <a:pt x="2956560" y="243840"/>
                </a:cubicBezTo>
                <a:cubicBezTo>
                  <a:pt x="2968055" y="252461"/>
                  <a:pt x="2976131" y="264969"/>
                  <a:pt x="2987040" y="274320"/>
                </a:cubicBezTo>
                <a:cubicBezTo>
                  <a:pt x="2999897" y="285340"/>
                  <a:pt x="3014133" y="294640"/>
                  <a:pt x="3027680" y="304800"/>
                </a:cubicBezTo>
                <a:cubicBezTo>
                  <a:pt x="3055204" y="350673"/>
                  <a:pt x="3066176" y="366017"/>
                  <a:pt x="3088640" y="416560"/>
                </a:cubicBezTo>
                <a:cubicBezTo>
                  <a:pt x="3123813" y="495700"/>
                  <a:pt x="3062048" y="383696"/>
                  <a:pt x="3119120" y="497840"/>
                </a:cubicBezTo>
                <a:cubicBezTo>
                  <a:pt x="3124581" y="508762"/>
                  <a:pt x="3132667" y="518160"/>
                  <a:pt x="3139440" y="528320"/>
                </a:cubicBezTo>
                <a:cubicBezTo>
                  <a:pt x="3146213" y="558800"/>
                  <a:pt x="3152739" y="589336"/>
                  <a:pt x="3159760" y="619760"/>
                </a:cubicBezTo>
                <a:cubicBezTo>
                  <a:pt x="3162900" y="633366"/>
                  <a:pt x="3167422" y="646662"/>
                  <a:pt x="3169920" y="660400"/>
                </a:cubicBezTo>
                <a:cubicBezTo>
                  <a:pt x="3180183" y="716848"/>
                  <a:pt x="3181395" y="755304"/>
                  <a:pt x="3190240" y="812800"/>
                </a:cubicBezTo>
                <a:cubicBezTo>
                  <a:pt x="3192866" y="829868"/>
                  <a:pt x="3197013" y="846667"/>
                  <a:pt x="3200400" y="863600"/>
                </a:cubicBezTo>
                <a:cubicBezTo>
                  <a:pt x="3197013" y="924560"/>
                  <a:pt x="3203210" y="986819"/>
                  <a:pt x="3190240" y="1046480"/>
                </a:cubicBezTo>
                <a:cubicBezTo>
                  <a:pt x="3185633" y="1067670"/>
                  <a:pt x="3160131" y="1078324"/>
                  <a:pt x="3149600" y="1097280"/>
                </a:cubicBezTo>
                <a:cubicBezTo>
                  <a:pt x="3142819" y="1109486"/>
                  <a:pt x="3145685" y="1125431"/>
                  <a:pt x="3139440" y="1137920"/>
                </a:cubicBezTo>
                <a:cubicBezTo>
                  <a:pt x="3131867" y="1153066"/>
                  <a:pt x="3117935" y="1164201"/>
                  <a:pt x="3108960" y="1178560"/>
                </a:cubicBezTo>
                <a:cubicBezTo>
                  <a:pt x="3100933" y="1191403"/>
                  <a:pt x="3096667" y="1206357"/>
                  <a:pt x="3088640" y="1219200"/>
                </a:cubicBezTo>
                <a:cubicBezTo>
                  <a:pt x="3079665" y="1233559"/>
                  <a:pt x="3067553" y="1245751"/>
                  <a:pt x="3058160" y="1259840"/>
                </a:cubicBezTo>
                <a:cubicBezTo>
                  <a:pt x="3047206" y="1276271"/>
                  <a:pt x="3038146" y="1293894"/>
                  <a:pt x="3027680" y="1310640"/>
                </a:cubicBezTo>
                <a:cubicBezTo>
                  <a:pt x="3021208" y="1320995"/>
                  <a:pt x="3015994" y="1332486"/>
                  <a:pt x="3007360" y="1341120"/>
                </a:cubicBezTo>
                <a:cubicBezTo>
                  <a:pt x="2998726" y="1349754"/>
                  <a:pt x="2987040" y="1354667"/>
                  <a:pt x="2976880" y="1361440"/>
                </a:cubicBezTo>
                <a:cubicBezTo>
                  <a:pt x="2939280" y="1436640"/>
                  <a:pt x="2977567" y="1370776"/>
                  <a:pt x="2926080" y="1432560"/>
                </a:cubicBezTo>
                <a:cubicBezTo>
                  <a:pt x="2880739" y="1486969"/>
                  <a:pt x="2934759" y="1439626"/>
                  <a:pt x="2875280" y="1503680"/>
                </a:cubicBezTo>
                <a:cubicBezTo>
                  <a:pt x="2842690" y="1538777"/>
                  <a:pt x="2802417" y="1566964"/>
                  <a:pt x="2773680" y="1605280"/>
                </a:cubicBezTo>
                <a:cubicBezTo>
                  <a:pt x="2743149" y="1645989"/>
                  <a:pt x="2726000" y="1672844"/>
                  <a:pt x="2682240" y="1706880"/>
                </a:cubicBezTo>
                <a:cubicBezTo>
                  <a:pt x="2651760" y="1730587"/>
                  <a:pt x="2612219" y="1745871"/>
                  <a:pt x="2590800" y="1778000"/>
                </a:cubicBezTo>
                <a:cubicBezTo>
                  <a:pt x="2569326" y="1810212"/>
                  <a:pt x="2544317" y="1852041"/>
                  <a:pt x="2509520" y="1869440"/>
                </a:cubicBezTo>
                <a:lnTo>
                  <a:pt x="2468880" y="1889760"/>
                </a:lnTo>
                <a:cubicBezTo>
                  <a:pt x="2458720" y="1906693"/>
                  <a:pt x="2451404" y="1925698"/>
                  <a:pt x="2438400" y="1940560"/>
                </a:cubicBezTo>
                <a:cubicBezTo>
                  <a:pt x="2427249" y="1953304"/>
                  <a:pt x="2410504" y="1959889"/>
                  <a:pt x="2397760" y="1971040"/>
                </a:cubicBezTo>
                <a:cubicBezTo>
                  <a:pt x="2305106" y="2052112"/>
                  <a:pt x="2417352" y="1971525"/>
                  <a:pt x="2296160" y="2052320"/>
                </a:cubicBezTo>
                <a:cubicBezTo>
                  <a:pt x="2248481" y="2171518"/>
                  <a:pt x="2306086" y="2046848"/>
                  <a:pt x="2245360" y="2133600"/>
                </a:cubicBezTo>
                <a:cubicBezTo>
                  <a:pt x="2229702" y="2155968"/>
                  <a:pt x="2220189" y="2182220"/>
                  <a:pt x="2204720" y="2204720"/>
                </a:cubicBezTo>
                <a:cubicBezTo>
                  <a:pt x="2182844" y="2236540"/>
                  <a:pt x="2155019" y="2264031"/>
                  <a:pt x="2133600" y="2296160"/>
                </a:cubicBezTo>
                <a:cubicBezTo>
                  <a:pt x="2126827" y="2306320"/>
                  <a:pt x="2120377" y="2316704"/>
                  <a:pt x="2113280" y="2326640"/>
                </a:cubicBezTo>
                <a:cubicBezTo>
                  <a:pt x="2103438" y="2340419"/>
                  <a:pt x="2091512" y="2352760"/>
                  <a:pt x="2082800" y="2367280"/>
                </a:cubicBezTo>
                <a:cubicBezTo>
                  <a:pt x="2071111" y="2386761"/>
                  <a:pt x="2061547" y="2407480"/>
                  <a:pt x="2052320" y="2428240"/>
                </a:cubicBezTo>
                <a:cubicBezTo>
                  <a:pt x="2047970" y="2438027"/>
                  <a:pt x="2047836" y="2449638"/>
                  <a:pt x="2042160" y="2458720"/>
                </a:cubicBezTo>
                <a:cubicBezTo>
                  <a:pt x="2030667" y="2477109"/>
                  <a:pt x="2014531" y="2492172"/>
                  <a:pt x="2001520" y="2509520"/>
                </a:cubicBezTo>
                <a:cubicBezTo>
                  <a:pt x="1984040" y="2532827"/>
                  <a:pt x="1966880" y="2556400"/>
                  <a:pt x="1950720" y="2580640"/>
                </a:cubicBezTo>
                <a:cubicBezTo>
                  <a:pt x="1939766" y="2597071"/>
                  <a:pt x="1929071" y="2613777"/>
                  <a:pt x="1920240" y="2631440"/>
                </a:cubicBezTo>
                <a:cubicBezTo>
                  <a:pt x="1915451" y="2641019"/>
                  <a:pt x="1916021" y="2653009"/>
                  <a:pt x="1910080" y="2661920"/>
                </a:cubicBezTo>
                <a:cubicBezTo>
                  <a:pt x="1902110" y="2673875"/>
                  <a:pt x="1887951" y="2680708"/>
                  <a:pt x="1879600" y="2692400"/>
                </a:cubicBezTo>
                <a:cubicBezTo>
                  <a:pt x="1870797" y="2704725"/>
                  <a:pt x="1866794" y="2719890"/>
                  <a:pt x="1859280" y="2733040"/>
                </a:cubicBezTo>
                <a:cubicBezTo>
                  <a:pt x="1838649" y="2769145"/>
                  <a:pt x="1831410" y="2771070"/>
                  <a:pt x="1798320" y="2804160"/>
                </a:cubicBezTo>
                <a:cubicBezTo>
                  <a:pt x="1792316" y="2828178"/>
                  <a:pt x="1780580" y="2872383"/>
                  <a:pt x="1778000" y="2895600"/>
                </a:cubicBezTo>
                <a:cubicBezTo>
                  <a:pt x="1776504" y="2909064"/>
                  <a:pt x="1778000" y="2922693"/>
                  <a:pt x="1778000" y="2936240"/>
                </a:cubicBezTo>
              </a:path>
            </a:pathLst>
          </a:cu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243917" y="299059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機台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163291" y="18164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洗衣流程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8549465" y="336392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烘衣流程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26" y="4141472"/>
            <a:ext cx="2269541" cy="226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9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3846442" y="3585259"/>
            <a:ext cx="4611757" cy="2096718"/>
            <a:chOff x="1342275" y="166683"/>
            <a:chExt cx="9117558" cy="4145264"/>
          </a:xfrm>
        </p:grpSpPr>
        <p:sp>
          <p:nvSpPr>
            <p:cNvPr id="4" name="手繪多邊形 3"/>
            <p:cNvSpPr/>
            <p:nvPr/>
          </p:nvSpPr>
          <p:spPr>
            <a:xfrm rot="976869">
              <a:off x="4330802" y="166683"/>
              <a:ext cx="3375374" cy="3131049"/>
            </a:xfrm>
            <a:custGeom>
              <a:avLst/>
              <a:gdLst>
                <a:gd name="connsiteX0" fmla="*/ 2189788 w 3185468"/>
                <a:gd name="connsiteY0" fmla="*/ 3017520 h 3017520"/>
                <a:gd name="connsiteX1" fmla="*/ 2098348 w 3185468"/>
                <a:gd name="connsiteY1" fmla="*/ 2865120 h 3017520"/>
                <a:gd name="connsiteX2" fmla="*/ 2078028 w 3185468"/>
                <a:gd name="connsiteY2" fmla="*/ 2834640 h 3017520"/>
                <a:gd name="connsiteX3" fmla="*/ 2047548 w 3185468"/>
                <a:gd name="connsiteY3" fmla="*/ 2814320 h 3017520"/>
                <a:gd name="connsiteX4" fmla="*/ 2027228 w 3185468"/>
                <a:gd name="connsiteY4" fmla="*/ 2783840 h 3017520"/>
                <a:gd name="connsiteX5" fmla="*/ 1996748 w 3185468"/>
                <a:gd name="connsiteY5" fmla="*/ 2763520 h 3017520"/>
                <a:gd name="connsiteX6" fmla="*/ 1956108 w 3185468"/>
                <a:gd name="connsiteY6" fmla="*/ 2733040 h 3017520"/>
                <a:gd name="connsiteX7" fmla="*/ 1925628 w 3185468"/>
                <a:gd name="connsiteY7" fmla="*/ 2702560 h 3017520"/>
                <a:gd name="connsiteX8" fmla="*/ 1854508 w 3185468"/>
                <a:gd name="connsiteY8" fmla="*/ 2661920 h 3017520"/>
                <a:gd name="connsiteX9" fmla="*/ 1813868 w 3185468"/>
                <a:gd name="connsiteY9" fmla="*/ 2651760 h 3017520"/>
                <a:gd name="connsiteX10" fmla="*/ 1773228 w 3185468"/>
                <a:gd name="connsiteY10" fmla="*/ 2611120 h 3017520"/>
                <a:gd name="connsiteX11" fmla="*/ 1722428 w 3185468"/>
                <a:gd name="connsiteY11" fmla="*/ 2600960 h 3017520"/>
                <a:gd name="connsiteX12" fmla="*/ 1691948 w 3185468"/>
                <a:gd name="connsiteY12" fmla="*/ 2580640 h 3017520"/>
                <a:gd name="connsiteX13" fmla="*/ 1641148 w 3185468"/>
                <a:gd name="connsiteY13" fmla="*/ 2570480 h 3017520"/>
                <a:gd name="connsiteX14" fmla="*/ 1610668 w 3185468"/>
                <a:gd name="connsiteY14" fmla="*/ 2560320 h 3017520"/>
                <a:gd name="connsiteX15" fmla="*/ 1559868 w 3185468"/>
                <a:gd name="connsiteY15" fmla="*/ 2550160 h 3017520"/>
                <a:gd name="connsiteX16" fmla="*/ 1529388 w 3185468"/>
                <a:gd name="connsiteY16" fmla="*/ 2519680 h 3017520"/>
                <a:gd name="connsiteX17" fmla="*/ 1498908 w 3185468"/>
                <a:gd name="connsiteY17" fmla="*/ 2509520 h 3017520"/>
                <a:gd name="connsiteX18" fmla="*/ 1407468 w 3185468"/>
                <a:gd name="connsiteY18" fmla="*/ 2499360 h 3017520"/>
                <a:gd name="connsiteX19" fmla="*/ 1336348 w 3185468"/>
                <a:gd name="connsiteY19" fmla="*/ 2489200 h 3017520"/>
                <a:gd name="connsiteX20" fmla="*/ 1305868 w 3185468"/>
                <a:gd name="connsiteY20" fmla="*/ 2479040 h 3017520"/>
                <a:gd name="connsiteX21" fmla="*/ 1173788 w 3185468"/>
                <a:gd name="connsiteY21" fmla="*/ 2418080 h 3017520"/>
                <a:gd name="connsiteX22" fmla="*/ 1122988 w 3185468"/>
                <a:gd name="connsiteY22" fmla="*/ 2407920 h 3017520"/>
                <a:gd name="connsiteX23" fmla="*/ 1041708 w 3185468"/>
                <a:gd name="connsiteY23" fmla="*/ 2367280 h 3017520"/>
                <a:gd name="connsiteX24" fmla="*/ 980748 w 3185468"/>
                <a:gd name="connsiteY24" fmla="*/ 2336800 h 3017520"/>
                <a:gd name="connsiteX25" fmla="*/ 940108 w 3185468"/>
                <a:gd name="connsiteY25" fmla="*/ 2326640 h 3017520"/>
                <a:gd name="connsiteX26" fmla="*/ 879148 w 3185468"/>
                <a:gd name="connsiteY26" fmla="*/ 2306320 h 3017520"/>
                <a:gd name="connsiteX27" fmla="*/ 777548 w 3185468"/>
                <a:gd name="connsiteY27" fmla="*/ 2265680 h 3017520"/>
                <a:gd name="connsiteX28" fmla="*/ 696268 w 3185468"/>
                <a:gd name="connsiteY28" fmla="*/ 2194560 h 3017520"/>
                <a:gd name="connsiteX29" fmla="*/ 614988 w 3185468"/>
                <a:gd name="connsiteY29" fmla="*/ 2164080 h 3017520"/>
                <a:gd name="connsiteX30" fmla="*/ 584508 w 3185468"/>
                <a:gd name="connsiteY30" fmla="*/ 2143760 h 3017520"/>
                <a:gd name="connsiteX31" fmla="*/ 513388 w 3185468"/>
                <a:gd name="connsiteY31" fmla="*/ 2113280 h 3017520"/>
                <a:gd name="connsiteX32" fmla="*/ 432108 w 3185468"/>
                <a:gd name="connsiteY32" fmla="*/ 2082800 h 3017520"/>
                <a:gd name="connsiteX33" fmla="*/ 360988 w 3185468"/>
                <a:gd name="connsiteY33" fmla="*/ 2021840 h 3017520"/>
                <a:gd name="connsiteX34" fmla="*/ 218748 w 3185468"/>
                <a:gd name="connsiteY34" fmla="*/ 1899920 h 3017520"/>
                <a:gd name="connsiteX35" fmla="*/ 178108 w 3185468"/>
                <a:gd name="connsiteY35" fmla="*/ 1869440 h 3017520"/>
                <a:gd name="connsiteX36" fmla="*/ 157788 w 3185468"/>
                <a:gd name="connsiteY36" fmla="*/ 1838960 h 3017520"/>
                <a:gd name="connsiteX37" fmla="*/ 127308 w 3185468"/>
                <a:gd name="connsiteY37" fmla="*/ 1808480 h 3017520"/>
                <a:gd name="connsiteX38" fmla="*/ 106988 w 3185468"/>
                <a:gd name="connsiteY38" fmla="*/ 1778000 h 3017520"/>
                <a:gd name="connsiteX39" fmla="*/ 56188 w 3185468"/>
                <a:gd name="connsiteY39" fmla="*/ 1696720 h 3017520"/>
                <a:gd name="connsiteX40" fmla="*/ 35868 w 3185468"/>
                <a:gd name="connsiteY40" fmla="*/ 1574800 h 3017520"/>
                <a:gd name="connsiteX41" fmla="*/ 15548 w 3185468"/>
                <a:gd name="connsiteY41" fmla="*/ 1524000 h 3017520"/>
                <a:gd name="connsiteX42" fmla="*/ 15548 w 3185468"/>
                <a:gd name="connsiteY42" fmla="*/ 1087120 h 3017520"/>
                <a:gd name="connsiteX43" fmla="*/ 66348 w 3185468"/>
                <a:gd name="connsiteY43" fmla="*/ 985520 h 3017520"/>
                <a:gd name="connsiteX44" fmla="*/ 86668 w 3185468"/>
                <a:gd name="connsiteY44" fmla="*/ 955040 h 3017520"/>
                <a:gd name="connsiteX45" fmla="*/ 117148 w 3185468"/>
                <a:gd name="connsiteY45" fmla="*/ 863600 h 3017520"/>
                <a:gd name="connsiteX46" fmla="*/ 137468 w 3185468"/>
                <a:gd name="connsiteY46" fmla="*/ 833120 h 3017520"/>
                <a:gd name="connsiteX47" fmla="*/ 178108 w 3185468"/>
                <a:gd name="connsiteY47" fmla="*/ 741680 h 3017520"/>
                <a:gd name="connsiteX48" fmla="*/ 289868 w 3185468"/>
                <a:gd name="connsiteY48" fmla="*/ 619760 h 3017520"/>
                <a:gd name="connsiteX49" fmla="*/ 330508 w 3185468"/>
                <a:gd name="connsiteY49" fmla="*/ 558800 h 3017520"/>
                <a:gd name="connsiteX50" fmla="*/ 360988 w 3185468"/>
                <a:gd name="connsiteY50" fmla="*/ 528320 h 3017520"/>
                <a:gd name="connsiteX51" fmla="*/ 391468 w 3185468"/>
                <a:gd name="connsiteY51" fmla="*/ 477520 h 3017520"/>
                <a:gd name="connsiteX52" fmla="*/ 503228 w 3185468"/>
                <a:gd name="connsiteY52" fmla="*/ 396240 h 3017520"/>
                <a:gd name="connsiteX53" fmla="*/ 625148 w 3185468"/>
                <a:gd name="connsiteY53" fmla="*/ 284480 h 3017520"/>
                <a:gd name="connsiteX54" fmla="*/ 716588 w 3185468"/>
                <a:gd name="connsiteY54" fmla="*/ 203200 h 3017520"/>
                <a:gd name="connsiteX55" fmla="*/ 858828 w 3185468"/>
                <a:gd name="connsiteY55" fmla="*/ 142240 h 3017520"/>
                <a:gd name="connsiteX56" fmla="*/ 889308 w 3185468"/>
                <a:gd name="connsiteY56" fmla="*/ 121920 h 3017520"/>
                <a:gd name="connsiteX57" fmla="*/ 960428 w 3185468"/>
                <a:gd name="connsiteY57" fmla="*/ 101600 h 3017520"/>
                <a:gd name="connsiteX58" fmla="*/ 1011228 w 3185468"/>
                <a:gd name="connsiteY58" fmla="*/ 60960 h 3017520"/>
                <a:gd name="connsiteX59" fmla="*/ 1153468 w 3185468"/>
                <a:gd name="connsiteY59" fmla="*/ 50800 h 3017520"/>
                <a:gd name="connsiteX60" fmla="*/ 1244908 w 3185468"/>
                <a:gd name="connsiteY60" fmla="*/ 40640 h 3017520"/>
                <a:gd name="connsiteX61" fmla="*/ 1671628 w 3185468"/>
                <a:gd name="connsiteY61" fmla="*/ 20320 h 3017520"/>
                <a:gd name="connsiteX62" fmla="*/ 1854508 w 3185468"/>
                <a:gd name="connsiteY62" fmla="*/ 0 h 3017520"/>
                <a:gd name="connsiteX63" fmla="*/ 2494588 w 3185468"/>
                <a:gd name="connsiteY63" fmla="*/ 10160 h 3017520"/>
                <a:gd name="connsiteX64" fmla="*/ 2525068 w 3185468"/>
                <a:gd name="connsiteY64" fmla="*/ 40640 h 3017520"/>
                <a:gd name="connsiteX65" fmla="*/ 2586028 w 3185468"/>
                <a:gd name="connsiteY65" fmla="*/ 50800 h 3017520"/>
                <a:gd name="connsiteX66" fmla="*/ 2636828 w 3185468"/>
                <a:gd name="connsiteY66" fmla="*/ 60960 h 3017520"/>
                <a:gd name="connsiteX67" fmla="*/ 2718108 w 3185468"/>
                <a:gd name="connsiteY67" fmla="*/ 81280 h 3017520"/>
                <a:gd name="connsiteX68" fmla="*/ 2779068 w 3185468"/>
                <a:gd name="connsiteY68" fmla="*/ 121920 h 3017520"/>
                <a:gd name="connsiteX69" fmla="*/ 2819708 w 3185468"/>
                <a:gd name="connsiteY69" fmla="*/ 152400 h 3017520"/>
                <a:gd name="connsiteX70" fmla="*/ 2870508 w 3185468"/>
                <a:gd name="connsiteY70" fmla="*/ 172720 h 3017520"/>
                <a:gd name="connsiteX71" fmla="*/ 2961948 w 3185468"/>
                <a:gd name="connsiteY71" fmla="*/ 233680 h 3017520"/>
                <a:gd name="connsiteX72" fmla="*/ 3002588 w 3185468"/>
                <a:gd name="connsiteY72" fmla="*/ 254000 h 3017520"/>
                <a:gd name="connsiteX73" fmla="*/ 3063548 w 3185468"/>
                <a:gd name="connsiteY73" fmla="*/ 325120 h 3017520"/>
                <a:gd name="connsiteX74" fmla="*/ 3094028 w 3185468"/>
                <a:gd name="connsiteY74" fmla="*/ 355600 h 3017520"/>
                <a:gd name="connsiteX75" fmla="*/ 3114348 w 3185468"/>
                <a:gd name="connsiteY75" fmla="*/ 406400 h 3017520"/>
                <a:gd name="connsiteX76" fmla="*/ 3124508 w 3185468"/>
                <a:gd name="connsiteY76" fmla="*/ 467360 h 3017520"/>
                <a:gd name="connsiteX77" fmla="*/ 3154988 w 3185468"/>
                <a:gd name="connsiteY77" fmla="*/ 487680 h 3017520"/>
                <a:gd name="connsiteX78" fmla="*/ 3165148 w 3185468"/>
                <a:gd name="connsiteY78" fmla="*/ 538480 h 3017520"/>
                <a:gd name="connsiteX79" fmla="*/ 3175308 w 3185468"/>
                <a:gd name="connsiteY79" fmla="*/ 609600 h 3017520"/>
                <a:gd name="connsiteX80" fmla="*/ 3185468 w 3185468"/>
                <a:gd name="connsiteY80" fmla="*/ 640080 h 3017520"/>
                <a:gd name="connsiteX81" fmla="*/ 3175308 w 3185468"/>
                <a:gd name="connsiteY81" fmla="*/ 995680 h 3017520"/>
                <a:gd name="connsiteX82" fmla="*/ 3134668 w 3185468"/>
                <a:gd name="connsiteY82" fmla="*/ 1076960 h 3017520"/>
                <a:gd name="connsiteX83" fmla="*/ 3104188 w 3185468"/>
                <a:gd name="connsiteY83" fmla="*/ 1148080 h 3017520"/>
                <a:gd name="connsiteX84" fmla="*/ 3083868 w 3185468"/>
                <a:gd name="connsiteY84" fmla="*/ 1198880 h 3017520"/>
                <a:gd name="connsiteX85" fmla="*/ 3073708 w 3185468"/>
                <a:gd name="connsiteY85" fmla="*/ 1229360 h 3017520"/>
                <a:gd name="connsiteX86" fmla="*/ 3043228 w 3185468"/>
                <a:gd name="connsiteY86" fmla="*/ 1249680 h 3017520"/>
                <a:gd name="connsiteX87" fmla="*/ 3022908 w 3185468"/>
                <a:gd name="connsiteY87" fmla="*/ 1300480 h 3017520"/>
                <a:gd name="connsiteX88" fmla="*/ 3012748 w 3185468"/>
                <a:gd name="connsiteY88" fmla="*/ 1330960 h 3017520"/>
                <a:gd name="connsiteX89" fmla="*/ 2972108 w 3185468"/>
                <a:gd name="connsiteY89" fmla="*/ 1351280 h 3017520"/>
                <a:gd name="connsiteX90" fmla="*/ 2961948 w 3185468"/>
                <a:gd name="connsiteY90" fmla="*/ 1391920 h 3017520"/>
                <a:gd name="connsiteX91" fmla="*/ 2911148 w 3185468"/>
                <a:gd name="connsiteY91" fmla="*/ 1473200 h 3017520"/>
                <a:gd name="connsiteX92" fmla="*/ 2880668 w 3185468"/>
                <a:gd name="connsiteY92" fmla="*/ 1503680 h 3017520"/>
                <a:gd name="connsiteX93" fmla="*/ 2829868 w 3185468"/>
                <a:gd name="connsiteY93" fmla="*/ 1595120 h 3017520"/>
                <a:gd name="connsiteX94" fmla="*/ 2799388 w 3185468"/>
                <a:gd name="connsiteY94" fmla="*/ 1625600 h 3017520"/>
                <a:gd name="connsiteX95" fmla="*/ 2728268 w 3185468"/>
                <a:gd name="connsiteY95" fmla="*/ 1717040 h 3017520"/>
                <a:gd name="connsiteX96" fmla="*/ 2687628 w 3185468"/>
                <a:gd name="connsiteY96" fmla="*/ 1778000 h 3017520"/>
                <a:gd name="connsiteX97" fmla="*/ 2626668 w 3185468"/>
                <a:gd name="connsiteY97" fmla="*/ 1859280 h 3017520"/>
                <a:gd name="connsiteX98" fmla="*/ 2586028 w 3185468"/>
                <a:gd name="connsiteY98" fmla="*/ 1899920 h 3017520"/>
                <a:gd name="connsiteX99" fmla="*/ 2535228 w 3185468"/>
                <a:gd name="connsiteY99" fmla="*/ 1981200 h 3017520"/>
                <a:gd name="connsiteX100" fmla="*/ 2504748 w 3185468"/>
                <a:gd name="connsiteY100" fmla="*/ 2052320 h 3017520"/>
                <a:gd name="connsiteX101" fmla="*/ 2464108 w 3185468"/>
                <a:gd name="connsiteY101" fmla="*/ 2123440 h 3017520"/>
                <a:gd name="connsiteX102" fmla="*/ 2433628 w 3185468"/>
                <a:gd name="connsiteY102" fmla="*/ 2204720 h 3017520"/>
                <a:gd name="connsiteX103" fmla="*/ 2423468 w 3185468"/>
                <a:gd name="connsiteY103" fmla="*/ 2235200 h 3017520"/>
                <a:gd name="connsiteX104" fmla="*/ 2403148 w 3185468"/>
                <a:gd name="connsiteY104" fmla="*/ 2286000 h 3017520"/>
                <a:gd name="connsiteX105" fmla="*/ 2382828 w 3185468"/>
                <a:gd name="connsiteY105" fmla="*/ 2316480 h 3017520"/>
                <a:gd name="connsiteX106" fmla="*/ 2362508 w 3185468"/>
                <a:gd name="connsiteY106" fmla="*/ 2377440 h 3017520"/>
                <a:gd name="connsiteX107" fmla="*/ 2342188 w 3185468"/>
                <a:gd name="connsiteY107" fmla="*/ 2407920 h 3017520"/>
                <a:gd name="connsiteX108" fmla="*/ 2321868 w 3185468"/>
                <a:gd name="connsiteY108" fmla="*/ 2448560 h 3017520"/>
                <a:gd name="connsiteX109" fmla="*/ 2291388 w 3185468"/>
                <a:gd name="connsiteY109" fmla="*/ 2489200 h 3017520"/>
                <a:gd name="connsiteX110" fmla="*/ 2260908 w 3185468"/>
                <a:gd name="connsiteY110" fmla="*/ 2570480 h 3017520"/>
                <a:gd name="connsiteX111" fmla="*/ 2240588 w 3185468"/>
                <a:gd name="connsiteY111" fmla="*/ 2600960 h 3017520"/>
                <a:gd name="connsiteX112" fmla="*/ 2220268 w 3185468"/>
                <a:gd name="connsiteY112" fmla="*/ 2651760 h 3017520"/>
                <a:gd name="connsiteX113" fmla="*/ 2210108 w 3185468"/>
                <a:gd name="connsiteY113" fmla="*/ 2712720 h 3017520"/>
                <a:gd name="connsiteX114" fmla="*/ 2189788 w 3185468"/>
                <a:gd name="connsiteY114" fmla="*/ 2773680 h 3017520"/>
                <a:gd name="connsiteX115" fmla="*/ 2169468 w 3185468"/>
                <a:gd name="connsiteY115" fmla="*/ 2875280 h 3017520"/>
                <a:gd name="connsiteX116" fmla="*/ 2159308 w 3185468"/>
                <a:gd name="connsiteY116" fmla="*/ 2905760 h 3017520"/>
                <a:gd name="connsiteX117" fmla="*/ 2138988 w 3185468"/>
                <a:gd name="connsiteY117" fmla="*/ 2936240 h 3017520"/>
                <a:gd name="connsiteX118" fmla="*/ 2128828 w 3185468"/>
                <a:gd name="connsiteY118" fmla="*/ 2997200 h 301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3185468" h="3017520">
                  <a:moveTo>
                    <a:pt x="2189788" y="3017520"/>
                  </a:moveTo>
                  <a:cubicBezTo>
                    <a:pt x="2142925" y="2923795"/>
                    <a:pt x="2171910" y="2975463"/>
                    <a:pt x="2098348" y="2865120"/>
                  </a:cubicBezTo>
                  <a:cubicBezTo>
                    <a:pt x="2091575" y="2854960"/>
                    <a:pt x="2088188" y="2841413"/>
                    <a:pt x="2078028" y="2834640"/>
                  </a:cubicBezTo>
                  <a:lnTo>
                    <a:pt x="2047548" y="2814320"/>
                  </a:lnTo>
                  <a:cubicBezTo>
                    <a:pt x="2040775" y="2804160"/>
                    <a:pt x="2035862" y="2792474"/>
                    <a:pt x="2027228" y="2783840"/>
                  </a:cubicBezTo>
                  <a:cubicBezTo>
                    <a:pt x="2018594" y="2775206"/>
                    <a:pt x="2006684" y="2770617"/>
                    <a:pt x="1996748" y="2763520"/>
                  </a:cubicBezTo>
                  <a:cubicBezTo>
                    <a:pt x="1982969" y="2753678"/>
                    <a:pt x="1968965" y="2744060"/>
                    <a:pt x="1956108" y="2733040"/>
                  </a:cubicBezTo>
                  <a:cubicBezTo>
                    <a:pt x="1945199" y="2723689"/>
                    <a:pt x="1936666" y="2711758"/>
                    <a:pt x="1925628" y="2702560"/>
                  </a:cubicBezTo>
                  <a:cubicBezTo>
                    <a:pt x="1909550" y="2689161"/>
                    <a:pt x="1872576" y="2668695"/>
                    <a:pt x="1854508" y="2661920"/>
                  </a:cubicBezTo>
                  <a:cubicBezTo>
                    <a:pt x="1841433" y="2657017"/>
                    <a:pt x="1827415" y="2655147"/>
                    <a:pt x="1813868" y="2651760"/>
                  </a:cubicBezTo>
                  <a:cubicBezTo>
                    <a:pt x="1800321" y="2638213"/>
                    <a:pt x="1789975" y="2620424"/>
                    <a:pt x="1773228" y="2611120"/>
                  </a:cubicBezTo>
                  <a:cubicBezTo>
                    <a:pt x="1758132" y="2602734"/>
                    <a:pt x="1738597" y="2607023"/>
                    <a:pt x="1722428" y="2600960"/>
                  </a:cubicBezTo>
                  <a:cubicBezTo>
                    <a:pt x="1710995" y="2596673"/>
                    <a:pt x="1703381" y="2584927"/>
                    <a:pt x="1691948" y="2580640"/>
                  </a:cubicBezTo>
                  <a:cubicBezTo>
                    <a:pt x="1675779" y="2574577"/>
                    <a:pt x="1657901" y="2574668"/>
                    <a:pt x="1641148" y="2570480"/>
                  </a:cubicBezTo>
                  <a:cubicBezTo>
                    <a:pt x="1630758" y="2567883"/>
                    <a:pt x="1621058" y="2562917"/>
                    <a:pt x="1610668" y="2560320"/>
                  </a:cubicBezTo>
                  <a:cubicBezTo>
                    <a:pt x="1593915" y="2556132"/>
                    <a:pt x="1576801" y="2553547"/>
                    <a:pt x="1559868" y="2550160"/>
                  </a:cubicBezTo>
                  <a:cubicBezTo>
                    <a:pt x="1549708" y="2540000"/>
                    <a:pt x="1541343" y="2527650"/>
                    <a:pt x="1529388" y="2519680"/>
                  </a:cubicBezTo>
                  <a:cubicBezTo>
                    <a:pt x="1520477" y="2513739"/>
                    <a:pt x="1509472" y="2511281"/>
                    <a:pt x="1498908" y="2509520"/>
                  </a:cubicBezTo>
                  <a:cubicBezTo>
                    <a:pt x="1468658" y="2504478"/>
                    <a:pt x="1437899" y="2503164"/>
                    <a:pt x="1407468" y="2499360"/>
                  </a:cubicBezTo>
                  <a:cubicBezTo>
                    <a:pt x="1383706" y="2496390"/>
                    <a:pt x="1360055" y="2492587"/>
                    <a:pt x="1336348" y="2489200"/>
                  </a:cubicBezTo>
                  <a:cubicBezTo>
                    <a:pt x="1326188" y="2485813"/>
                    <a:pt x="1315618" y="2483472"/>
                    <a:pt x="1305868" y="2479040"/>
                  </a:cubicBezTo>
                  <a:cubicBezTo>
                    <a:pt x="1264393" y="2460188"/>
                    <a:pt x="1218926" y="2431621"/>
                    <a:pt x="1173788" y="2418080"/>
                  </a:cubicBezTo>
                  <a:cubicBezTo>
                    <a:pt x="1157248" y="2413118"/>
                    <a:pt x="1139921" y="2411307"/>
                    <a:pt x="1122988" y="2407920"/>
                  </a:cubicBezTo>
                  <a:cubicBezTo>
                    <a:pt x="1089360" y="2357477"/>
                    <a:pt x="1117887" y="2384209"/>
                    <a:pt x="1041708" y="2367280"/>
                  </a:cubicBezTo>
                  <a:cubicBezTo>
                    <a:pt x="982431" y="2354107"/>
                    <a:pt x="1039765" y="2362093"/>
                    <a:pt x="980748" y="2336800"/>
                  </a:cubicBezTo>
                  <a:cubicBezTo>
                    <a:pt x="967913" y="2331299"/>
                    <a:pt x="953483" y="2330652"/>
                    <a:pt x="940108" y="2326640"/>
                  </a:cubicBezTo>
                  <a:cubicBezTo>
                    <a:pt x="919592" y="2320485"/>
                    <a:pt x="899203" y="2313841"/>
                    <a:pt x="879148" y="2306320"/>
                  </a:cubicBezTo>
                  <a:cubicBezTo>
                    <a:pt x="844995" y="2293513"/>
                    <a:pt x="777548" y="2265680"/>
                    <a:pt x="777548" y="2265680"/>
                  </a:cubicBezTo>
                  <a:cubicBezTo>
                    <a:pt x="755021" y="2243153"/>
                    <a:pt x="723143" y="2209031"/>
                    <a:pt x="696268" y="2194560"/>
                  </a:cubicBezTo>
                  <a:cubicBezTo>
                    <a:pt x="670791" y="2180842"/>
                    <a:pt x="641330" y="2176054"/>
                    <a:pt x="614988" y="2164080"/>
                  </a:cubicBezTo>
                  <a:cubicBezTo>
                    <a:pt x="603872" y="2159027"/>
                    <a:pt x="595110" y="2149818"/>
                    <a:pt x="584508" y="2143760"/>
                  </a:cubicBezTo>
                  <a:cubicBezTo>
                    <a:pt x="517115" y="2105250"/>
                    <a:pt x="570380" y="2137705"/>
                    <a:pt x="513388" y="2113280"/>
                  </a:cubicBezTo>
                  <a:cubicBezTo>
                    <a:pt x="439007" y="2081402"/>
                    <a:pt x="507035" y="2101532"/>
                    <a:pt x="432108" y="2082800"/>
                  </a:cubicBezTo>
                  <a:cubicBezTo>
                    <a:pt x="392859" y="2004302"/>
                    <a:pt x="438823" y="2073730"/>
                    <a:pt x="360988" y="2021840"/>
                  </a:cubicBezTo>
                  <a:cubicBezTo>
                    <a:pt x="222169" y="1929294"/>
                    <a:pt x="299888" y="1970918"/>
                    <a:pt x="218748" y="1899920"/>
                  </a:cubicBezTo>
                  <a:cubicBezTo>
                    <a:pt x="206004" y="1888769"/>
                    <a:pt x="190082" y="1881414"/>
                    <a:pt x="178108" y="1869440"/>
                  </a:cubicBezTo>
                  <a:cubicBezTo>
                    <a:pt x="169474" y="1860806"/>
                    <a:pt x="165605" y="1848341"/>
                    <a:pt x="157788" y="1838960"/>
                  </a:cubicBezTo>
                  <a:cubicBezTo>
                    <a:pt x="148590" y="1827922"/>
                    <a:pt x="136506" y="1819518"/>
                    <a:pt x="127308" y="1808480"/>
                  </a:cubicBezTo>
                  <a:cubicBezTo>
                    <a:pt x="119491" y="1799099"/>
                    <a:pt x="114085" y="1787936"/>
                    <a:pt x="106988" y="1778000"/>
                  </a:cubicBezTo>
                  <a:cubicBezTo>
                    <a:pt x="81751" y="1742669"/>
                    <a:pt x="71263" y="1736920"/>
                    <a:pt x="56188" y="1696720"/>
                  </a:cubicBezTo>
                  <a:cubicBezTo>
                    <a:pt x="39452" y="1652090"/>
                    <a:pt x="47670" y="1625941"/>
                    <a:pt x="35868" y="1574800"/>
                  </a:cubicBezTo>
                  <a:cubicBezTo>
                    <a:pt x="31767" y="1557029"/>
                    <a:pt x="22321" y="1540933"/>
                    <a:pt x="15548" y="1524000"/>
                  </a:cubicBezTo>
                  <a:cubicBezTo>
                    <a:pt x="-4608" y="1342594"/>
                    <a:pt x="-5750" y="1371089"/>
                    <a:pt x="15548" y="1087120"/>
                  </a:cubicBezTo>
                  <a:cubicBezTo>
                    <a:pt x="19297" y="1037138"/>
                    <a:pt x="40351" y="1021916"/>
                    <a:pt x="66348" y="985520"/>
                  </a:cubicBezTo>
                  <a:cubicBezTo>
                    <a:pt x="73445" y="975584"/>
                    <a:pt x="81972" y="966312"/>
                    <a:pt x="86668" y="955040"/>
                  </a:cubicBezTo>
                  <a:cubicBezTo>
                    <a:pt x="99025" y="925383"/>
                    <a:pt x="99326" y="890333"/>
                    <a:pt x="117148" y="863600"/>
                  </a:cubicBezTo>
                  <a:cubicBezTo>
                    <a:pt x="123921" y="853440"/>
                    <a:pt x="132007" y="844042"/>
                    <a:pt x="137468" y="833120"/>
                  </a:cubicBezTo>
                  <a:cubicBezTo>
                    <a:pt x="190219" y="727619"/>
                    <a:pt x="67730" y="925643"/>
                    <a:pt x="178108" y="741680"/>
                  </a:cubicBezTo>
                  <a:cubicBezTo>
                    <a:pt x="248277" y="624732"/>
                    <a:pt x="158828" y="816319"/>
                    <a:pt x="289868" y="619760"/>
                  </a:cubicBezTo>
                  <a:cubicBezTo>
                    <a:pt x="303415" y="599440"/>
                    <a:pt x="313239" y="576069"/>
                    <a:pt x="330508" y="558800"/>
                  </a:cubicBezTo>
                  <a:cubicBezTo>
                    <a:pt x="340668" y="548640"/>
                    <a:pt x="352367" y="539815"/>
                    <a:pt x="360988" y="528320"/>
                  </a:cubicBezTo>
                  <a:cubicBezTo>
                    <a:pt x="372836" y="512522"/>
                    <a:pt x="376997" y="490957"/>
                    <a:pt x="391468" y="477520"/>
                  </a:cubicBezTo>
                  <a:cubicBezTo>
                    <a:pt x="425223" y="446176"/>
                    <a:pt x="474452" y="432210"/>
                    <a:pt x="503228" y="396240"/>
                  </a:cubicBezTo>
                  <a:cubicBezTo>
                    <a:pt x="628177" y="240054"/>
                    <a:pt x="427892" y="481736"/>
                    <a:pt x="625148" y="284480"/>
                  </a:cubicBezTo>
                  <a:cubicBezTo>
                    <a:pt x="652074" y="257554"/>
                    <a:pt x="683708" y="222928"/>
                    <a:pt x="716588" y="203200"/>
                  </a:cubicBezTo>
                  <a:cubicBezTo>
                    <a:pt x="798080" y="154305"/>
                    <a:pt x="793476" y="158578"/>
                    <a:pt x="858828" y="142240"/>
                  </a:cubicBezTo>
                  <a:cubicBezTo>
                    <a:pt x="868988" y="135467"/>
                    <a:pt x="878386" y="127381"/>
                    <a:pt x="889308" y="121920"/>
                  </a:cubicBezTo>
                  <a:cubicBezTo>
                    <a:pt x="903884" y="114632"/>
                    <a:pt x="947407" y="104855"/>
                    <a:pt x="960428" y="101600"/>
                  </a:cubicBezTo>
                  <a:cubicBezTo>
                    <a:pt x="977361" y="88053"/>
                    <a:pt x="990257" y="66479"/>
                    <a:pt x="1011228" y="60960"/>
                  </a:cubicBezTo>
                  <a:cubicBezTo>
                    <a:pt x="1057197" y="48863"/>
                    <a:pt x="1106113" y="54918"/>
                    <a:pt x="1153468" y="50800"/>
                  </a:cubicBezTo>
                  <a:cubicBezTo>
                    <a:pt x="1184020" y="48143"/>
                    <a:pt x="1214293" y="42441"/>
                    <a:pt x="1244908" y="40640"/>
                  </a:cubicBezTo>
                  <a:cubicBezTo>
                    <a:pt x="1387063" y="32278"/>
                    <a:pt x="1529388" y="27093"/>
                    <a:pt x="1671628" y="20320"/>
                  </a:cubicBezTo>
                  <a:cubicBezTo>
                    <a:pt x="1724533" y="12762"/>
                    <a:pt x="1805196" y="0"/>
                    <a:pt x="1854508" y="0"/>
                  </a:cubicBezTo>
                  <a:cubicBezTo>
                    <a:pt x="2067895" y="0"/>
                    <a:pt x="2281228" y="6773"/>
                    <a:pt x="2494588" y="10160"/>
                  </a:cubicBezTo>
                  <a:cubicBezTo>
                    <a:pt x="2504748" y="20320"/>
                    <a:pt x="2511938" y="34804"/>
                    <a:pt x="2525068" y="40640"/>
                  </a:cubicBezTo>
                  <a:cubicBezTo>
                    <a:pt x="2543893" y="49007"/>
                    <a:pt x="2565760" y="47115"/>
                    <a:pt x="2586028" y="50800"/>
                  </a:cubicBezTo>
                  <a:cubicBezTo>
                    <a:pt x="2603018" y="53889"/>
                    <a:pt x="2620002" y="57077"/>
                    <a:pt x="2636828" y="60960"/>
                  </a:cubicBezTo>
                  <a:cubicBezTo>
                    <a:pt x="2664040" y="67240"/>
                    <a:pt x="2718108" y="81280"/>
                    <a:pt x="2718108" y="81280"/>
                  </a:cubicBezTo>
                  <a:cubicBezTo>
                    <a:pt x="2757648" y="140590"/>
                    <a:pt x="2713460" y="89116"/>
                    <a:pt x="2779068" y="121920"/>
                  </a:cubicBezTo>
                  <a:cubicBezTo>
                    <a:pt x="2794214" y="129493"/>
                    <a:pt x="2804906" y="144176"/>
                    <a:pt x="2819708" y="152400"/>
                  </a:cubicBezTo>
                  <a:cubicBezTo>
                    <a:pt x="2835651" y="161257"/>
                    <a:pt x="2854196" y="164564"/>
                    <a:pt x="2870508" y="172720"/>
                  </a:cubicBezTo>
                  <a:cubicBezTo>
                    <a:pt x="2949389" y="212161"/>
                    <a:pt x="2893881" y="191138"/>
                    <a:pt x="2961948" y="233680"/>
                  </a:cubicBezTo>
                  <a:cubicBezTo>
                    <a:pt x="2974791" y="241707"/>
                    <a:pt x="2990471" y="244913"/>
                    <a:pt x="3002588" y="254000"/>
                  </a:cubicBezTo>
                  <a:cubicBezTo>
                    <a:pt x="3056857" y="294702"/>
                    <a:pt x="3029418" y="284164"/>
                    <a:pt x="3063548" y="325120"/>
                  </a:cubicBezTo>
                  <a:cubicBezTo>
                    <a:pt x="3072746" y="336158"/>
                    <a:pt x="3083868" y="345440"/>
                    <a:pt x="3094028" y="355600"/>
                  </a:cubicBezTo>
                  <a:cubicBezTo>
                    <a:pt x="3100801" y="372533"/>
                    <a:pt x="3109549" y="388805"/>
                    <a:pt x="3114348" y="406400"/>
                  </a:cubicBezTo>
                  <a:cubicBezTo>
                    <a:pt x="3119768" y="426274"/>
                    <a:pt x="3115295" y="448935"/>
                    <a:pt x="3124508" y="467360"/>
                  </a:cubicBezTo>
                  <a:cubicBezTo>
                    <a:pt x="3129969" y="478282"/>
                    <a:pt x="3144828" y="480907"/>
                    <a:pt x="3154988" y="487680"/>
                  </a:cubicBezTo>
                  <a:cubicBezTo>
                    <a:pt x="3158375" y="504613"/>
                    <a:pt x="3162309" y="521446"/>
                    <a:pt x="3165148" y="538480"/>
                  </a:cubicBezTo>
                  <a:cubicBezTo>
                    <a:pt x="3169085" y="562102"/>
                    <a:pt x="3170612" y="586118"/>
                    <a:pt x="3175308" y="609600"/>
                  </a:cubicBezTo>
                  <a:cubicBezTo>
                    <a:pt x="3177408" y="620102"/>
                    <a:pt x="3182081" y="629920"/>
                    <a:pt x="3185468" y="640080"/>
                  </a:cubicBezTo>
                  <a:cubicBezTo>
                    <a:pt x="3182081" y="758613"/>
                    <a:pt x="3189004" y="877892"/>
                    <a:pt x="3175308" y="995680"/>
                  </a:cubicBezTo>
                  <a:cubicBezTo>
                    <a:pt x="3171809" y="1025769"/>
                    <a:pt x="3142015" y="1047573"/>
                    <a:pt x="3134668" y="1076960"/>
                  </a:cubicBezTo>
                  <a:cubicBezTo>
                    <a:pt x="3113523" y="1161540"/>
                    <a:pt x="3139270" y="1077916"/>
                    <a:pt x="3104188" y="1148080"/>
                  </a:cubicBezTo>
                  <a:cubicBezTo>
                    <a:pt x="3096032" y="1164392"/>
                    <a:pt x="3090272" y="1181803"/>
                    <a:pt x="3083868" y="1198880"/>
                  </a:cubicBezTo>
                  <a:cubicBezTo>
                    <a:pt x="3080108" y="1208908"/>
                    <a:pt x="3080398" y="1220997"/>
                    <a:pt x="3073708" y="1229360"/>
                  </a:cubicBezTo>
                  <a:cubicBezTo>
                    <a:pt x="3066080" y="1238895"/>
                    <a:pt x="3053388" y="1242907"/>
                    <a:pt x="3043228" y="1249680"/>
                  </a:cubicBezTo>
                  <a:cubicBezTo>
                    <a:pt x="3036455" y="1266613"/>
                    <a:pt x="3029312" y="1283403"/>
                    <a:pt x="3022908" y="1300480"/>
                  </a:cubicBezTo>
                  <a:cubicBezTo>
                    <a:pt x="3019148" y="1310508"/>
                    <a:pt x="3020321" y="1323387"/>
                    <a:pt x="3012748" y="1330960"/>
                  </a:cubicBezTo>
                  <a:cubicBezTo>
                    <a:pt x="3002038" y="1341670"/>
                    <a:pt x="2985655" y="1344507"/>
                    <a:pt x="2972108" y="1351280"/>
                  </a:cubicBezTo>
                  <a:cubicBezTo>
                    <a:pt x="2968721" y="1364827"/>
                    <a:pt x="2967619" y="1379160"/>
                    <a:pt x="2961948" y="1391920"/>
                  </a:cubicBezTo>
                  <a:cubicBezTo>
                    <a:pt x="2960060" y="1396169"/>
                    <a:pt x="2920858" y="1461548"/>
                    <a:pt x="2911148" y="1473200"/>
                  </a:cubicBezTo>
                  <a:cubicBezTo>
                    <a:pt x="2901950" y="1484238"/>
                    <a:pt x="2890828" y="1493520"/>
                    <a:pt x="2880668" y="1503680"/>
                  </a:cubicBezTo>
                  <a:cubicBezTo>
                    <a:pt x="2867892" y="1542008"/>
                    <a:pt x="2864803" y="1560185"/>
                    <a:pt x="2829868" y="1595120"/>
                  </a:cubicBezTo>
                  <a:cubicBezTo>
                    <a:pt x="2819708" y="1605280"/>
                    <a:pt x="2808209" y="1614258"/>
                    <a:pt x="2799388" y="1625600"/>
                  </a:cubicBezTo>
                  <a:cubicBezTo>
                    <a:pt x="2714320" y="1734973"/>
                    <a:pt x="2797466" y="1647842"/>
                    <a:pt x="2728268" y="1717040"/>
                  </a:cubicBezTo>
                  <a:cubicBezTo>
                    <a:pt x="2710019" y="1771787"/>
                    <a:pt x="2730437" y="1725677"/>
                    <a:pt x="2687628" y="1778000"/>
                  </a:cubicBezTo>
                  <a:cubicBezTo>
                    <a:pt x="2666182" y="1804211"/>
                    <a:pt x="2650615" y="1835333"/>
                    <a:pt x="2626668" y="1859280"/>
                  </a:cubicBezTo>
                  <a:cubicBezTo>
                    <a:pt x="2613121" y="1872827"/>
                    <a:pt x="2598496" y="1885374"/>
                    <a:pt x="2586028" y="1899920"/>
                  </a:cubicBezTo>
                  <a:cubicBezTo>
                    <a:pt x="2575603" y="1912082"/>
                    <a:pt x="2538273" y="1976126"/>
                    <a:pt x="2535228" y="1981200"/>
                  </a:cubicBezTo>
                  <a:cubicBezTo>
                    <a:pt x="2514083" y="2065780"/>
                    <a:pt x="2539830" y="1982156"/>
                    <a:pt x="2504748" y="2052320"/>
                  </a:cubicBezTo>
                  <a:cubicBezTo>
                    <a:pt x="2465961" y="2129894"/>
                    <a:pt x="2537810" y="2025170"/>
                    <a:pt x="2464108" y="2123440"/>
                  </a:cubicBezTo>
                  <a:cubicBezTo>
                    <a:pt x="2444506" y="2221450"/>
                    <a:pt x="2468510" y="2134956"/>
                    <a:pt x="2433628" y="2204720"/>
                  </a:cubicBezTo>
                  <a:cubicBezTo>
                    <a:pt x="2428839" y="2214299"/>
                    <a:pt x="2427228" y="2225172"/>
                    <a:pt x="2423468" y="2235200"/>
                  </a:cubicBezTo>
                  <a:cubicBezTo>
                    <a:pt x="2417064" y="2252277"/>
                    <a:pt x="2411304" y="2269688"/>
                    <a:pt x="2403148" y="2286000"/>
                  </a:cubicBezTo>
                  <a:cubicBezTo>
                    <a:pt x="2397687" y="2296922"/>
                    <a:pt x="2387787" y="2305322"/>
                    <a:pt x="2382828" y="2316480"/>
                  </a:cubicBezTo>
                  <a:cubicBezTo>
                    <a:pt x="2374129" y="2336053"/>
                    <a:pt x="2374389" y="2359618"/>
                    <a:pt x="2362508" y="2377440"/>
                  </a:cubicBezTo>
                  <a:cubicBezTo>
                    <a:pt x="2355735" y="2387600"/>
                    <a:pt x="2348246" y="2397318"/>
                    <a:pt x="2342188" y="2407920"/>
                  </a:cubicBezTo>
                  <a:cubicBezTo>
                    <a:pt x="2334674" y="2421070"/>
                    <a:pt x="2329895" y="2435717"/>
                    <a:pt x="2321868" y="2448560"/>
                  </a:cubicBezTo>
                  <a:cubicBezTo>
                    <a:pt x="2312893" y="2462919"/>
                    <a:pt x="2299612" y="2474398"/>
                    <a:pt x="2291388" y="2489200"/>
                  </a:cubicBezTo>
                  <a:cubicBezTo>
                    <a:pt x="2216516" y="2623970"/>
                    <a:pt x="2306534" y="2479228"/>
                    <a:pt x="2260908" y="2570480"/>
                  </a:cubicBezTo>
                  <a:cubicBezTo>
                    <a:pt x="2255447" y="2581402"/>
                    <a:pt x="2246049" y="2590038"/>
                    <a:pt x="2240588" y="2600960"/>
                  </a:cubicBezTo>
                  <a:cubicBezTo>
                    <a:pt x="2232432" y="2617272"/>
                    <a:pt x="2227041" y="2634827"/>
                    <a:pt x="2220268" y="2651760"/>
                  </a:cubicBezTo>
                  <a:cubicBezTo>
                    <a:pt x="2216881" y="2672080"/>
                    <a:pt x="2215104" y="2692735"/>
                    <a:pt x="2210108" y="2712720"/>
                  </a:cubicBezTo>
                  <a:cubicBezTo>
                    <a:pt x="2204913" y="2733500"/>
                    <a:pt x="2193989" y="2752677"/>
                    <a:pt x="2189788" y="2773680"/>
                  </a:cubicBezTo>
                  <a:cubicBezTo>
                    <a:pt x="2183015" y="2807547"/>
                    <a:pt x="2180390" y="2842515"/>
                    <a:pt x="2169468" y="2875280"/>
                  </a:cubicBezTo>
                  <a:cubicBezTo>
                    <a:pt x="2166081" y="2885440"/>
                    <a:pt x="2164097" y="2896181"/>
                    <a:pt x="2159308" y="2905760"/>
                  </a:cubicBezTo>
                  <a:cubicBezTo>
                    <a:pt x="2153847" y="2916682"/>
                    <a:pt x="2145761" y="2926080"/>
                    <a:pt x="2138988" y="2936240"/>
                  </a:cubicBezTo>
                  <a:cubicBezTo>
                    <a:pt x="2128164" y="2990361"/>
                    <a:pt x="2128828" y="2969771"/>
                    <a:pt x="2128828" y="2997200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手繪多邊形 4"/>
            <p:cNvSpPr/>
            <p:nvPr/>
          </p:nvSpPr>
          <p:spPr>
            <a:xfrm>
              <a:off x="7330572" y="1995017"/>
              <a:ext cx="3129261" cy="2127183"/>
            </a:xfrm>
            <a:custGeom>
              <a:avLst/>
              <a:gdLst>
                <a:gd name="connsiteX0" fmla="*/ 212806 w 3129261"/>
                <a:gd name="connsiteY0" fmla="*/ 1886552 h 2127183"/>
                <a:gd name="connsiteX1" fmla="*/ 203181 w 3129261"/>
                <a:gd name="connsiteY1" fmla="*/ 1838425 h 2127183"/>
                <a:gd name="connsiteX2" fmla="*/ 222432 w 3129261"/>
                <a:gd name="connsiteY2" fmla="*/ 1809549 h 2127183"/>
                <a:gd name="connsiteX3" fmla="*/ 260933 w 3129261"/>
                <a:gd name="connsiteY3" fmla="*/ 1761423 h 2127183"/>
                <a:gd name="connsiteX4" fmla="*/ 270558 w 3129261"/>
                <a:gd name="connsiteY4" fmla="*/ 1732547 h 2127183"/>
                <a:gd name="connsiteX5" fmla="*/ 280183 w 3129261"/>
                <a:gd name="connsiteY5" fmla="*/ 1694046 h 2127183"/>
                <a:gd name="connsiteX6" fmla="*/ 299434 w 3129261"/>
                <a:gd name="connsiteY6" fmla="*/ 1665170 h 2127183"/>
                <a:gd name="connsiteX7" fmla="*/ 328310 w 3129261"/>
                <a:gd name="connsiteY7" fmla="*/ 1607419 h 2127183"/>
                <a:gd name="connsiteX8" fmla="*/ 357185 w 3129261"/>
                <a:gd name="connsiteY8" fmla="*/ 1578543 h 2127183"/>
                <a:gd name="connsiteX9" fmla="*/ 386061 w 3129261"/>
                <a:gd name="connsiteY9" fmla="*/ 1511166 h 2127183"/>
                <a:gd name="connsiteX10" fmla="*/ 453438 w 3129261"/>
                <a:gd name="connsiteY10" fmla="*/ 1414914 h 2127183"/>
                <a:gd name="connsiteX11" fmla="*/ 482314 w 3129261"/>
                <a:gd name="connsiteY11" fmla="*/ 1357162 h 2127183"/>
                <a:gd name="connsiteX12" fmla="*/ 520815 w 3129261"/>
                <a:gd name="connsiteY12" fmla="*/ 1260909 h 2127183"/>
                <a:gd name="connsiteX13" fmla="*/ 549691 w 3129261"/>
                <a:gd name="connsiteY13" fmla="*/ 1241659 h 2127183"/>
                <a:gd name="connsiteX14" fmla="*/ 578566 w 3129261"/>
                <a:gd name="connsiteY14" fmla="*/ 1164657 h 2127183"/>
                <a:gd name="connsiteX15" fmla="*/ 588192 w 3129261"/>
                <a:gd name="connsiteY15" fmla="*/ 1126156 h 2127183"/>
                <a:gd name="connsiteX16" fmla="*/ 645943 w 3129261"/>
                <a:gd name="connsiteY16" fmla="*/ 1068404 h 2127183"/>
                <a:gd name="connsiteX17" fmla="*/ 655569 w 3129261"/>
                <a:gd name="connsiteY17" fmla="*/ 1039528 h 2127183"/>
                <a:gd name="connsiteX18" fmla="*/ 674819 w 3129261"/>
                <a:gd name="connsiteY18" fmla="*/ 1010653 h 2127183"/>
                <a:gd name="connsiteX19" fmla="*/ 684444 w 3129261"/>
                <a:gd name="connsiteY19" fmla="*/ 962526 h 2127183"/>
                <a:gd name="connsiteX20" fmla="*/ 713320 w 3129261"/>
                <a:gd name="connsiteY20" fmla="*/ 914400 h 2127183"/>
                <a:gd name="connsiteX21" fmla="*/ 742196 w 3129261"/>
                <a:gd name="connsiteY21" fmla="*/ 847023 h 2127183"/>
                <a:gd name="connsiteX22" fmla="*/ 761446 w 3129261"/>
                <a:gd name="connsiteY22" fmla="*/ 789272 h 2127183"/>
                <a:gd name="connsiteX23" fmla="*/ 828823 w 3129261"/>
                <a:gd name="connsiteY23" fmla="*/ 702644 h 2127183"/>
                <a:gd name="connsiteX24" fmla="*/ 848074 w 3129261"/>
                <a:gd name="connsiteY24" fmla="*/ 664143 h 2127183"/>
                <a:gd name="connsiteX25" fmla="*/ 876950 w 3129261"/>
                <a:gd name="connsiteY25" fmla="*/ 616017 h 2127183"/>
                <a:gd name="connsiteX26" fmla="*/ 886575 w 3129261"/>
                <a:gd name="connsiteY26" fmla="*/ 587141 h 2127183"/>
                <a:gd name="connsiteX27" fmla="*/ 925076 w 3129261"/>
                <a:gd name="connsiteY27" fmla="*/ 548640 h 2127183"/>
                <a:gd name="connsiteX28" fmla="*/ 953952 w 3129261"/>
                <a:gd name="connsiteY28" fmla="*/ 500514 h 2127183"/>
                <a:gd name="connsiteX29" fmla="*/ 1011703 w 3129261"/>
                <a:gd name="connsiteY29" fmla="*/ 442762 h 2127183"/>
                <a:gd name="connsiteX30" fmla="*/ 1030954 w 3129261"/>
                <a:gd name="connsiteY30" fmla="*/ 413886 h 2127183"/>
                <a:gd name="connsiteX31" fmla="*/ 1069455 w 3129261"/>
                <a:gd name="connsiteY31" fmla="*/ 385010 h 2127183"/>
                <a:gd name="connsiteX32" fmla="*/ 1088705 w 3129261"/>
                <a:gd name="connsiteY32" fmla="*/ 356135 h 2127183"/>
                <a:gd name="connsiteX33" fmla="*/ 1117581 w 3129261"/>
                <a:gd name="connsiteY33" fmla="*/ 327259 h 2127183"/>
                <a:gd name="connsiteX34" fmla="*/ 1175333 w 3129261"/>
                <a:gd name="connsiteY34" fmla="*/ 288758 h 2127183"/>
                <a:gd name="connsiteX35" fmla="*/ 1223459 w 3129261"/>
                <a:gd name="connsiteY35" fmla="*/ 250257 h 2127183"/>
                <a:gd name="connsiteX36" fmla="*/ 1242710 w 3129261"/>
                <a:gd name="connsiteY36" fmla="*/ 221381 h 2127183"/>
                <a:gd name="connsiteX37" fmla="*/ 1310086 w 3129261"/>
                <a:gd name="connsiteY37" fmla="*/ 192505 h 2127183"/>
                <a:gd name="connsiteX38" fmla="*/ 1396714 w 3129261"/>
                <a:gd name="connsiteY38" fmla="*/ 134754 h 2127183"/>
                <a:gd name="connsiteX39" fmla="*/ 1425590 w 3129261"/>
                <a:gd name="connsiteY39" fmla="*/ 115503 h 2127183"/>
                <a:gd name="connsiteX40" fmla="*/ 1473716 w 3129261"/>
                <a:gd name="connsiteY40" fmla="*/ 105878 h 2127183"/>
                <a:gd name="connsiteX41" fmla="*/ 1579594 w 3129261"/>
                <a:gd name="connsiteY41" fmla="*/ 57752 h 2127183"/>
                <a:gd name="connsiteX42" fmla="*/ 1618095 w 3129261"/>
                <a:gd name="connsiteY42" fmla="*/ 38501 h 2127183"/>
                <a:gd name="connsiteX43" fmla="*/ 1704722 w 3129261"/>
                <a:gd name="connsiteY43" fmla="*/ 19250 h 2127183"/>
                <a:gd name="connsiteX44" fmla="*/ 1820225 w 3129261"/>
                <a:gd name="connsiteY44" fmla="*/ 0 h 2127183"/>
                <a:gd name="connsiteX45" fmla="*/ 2349615 w 3129261"/>
                <a:gd name="connsiteY45" fmla="*/ 9625 h 2127183"/>
                <a:gd name="connsiteX46" fmla="*/ 2388116 w 3129261"/>
                <a:gd name="connsiteY46" fmla="*/ 28876 h 2127183"/>
                <a:gd name="connsiteX47" fmla="*/ 2416992 w 3129261"/>
                <a:gd name="connsiteY47" fmla="*/ 38501 h 2127183"/>
                <a:gd name="connsiteX48" fmla="*/ 2445867 w 3129261"/>
                <a:gd name="connsiteY48" fmla="*/ 57752 h 2127183"/>
                <a:gd name="connsiteX49" fmla="*/ 2493994 w 3129261"/>
                <a:gd name="connsiteY49" fmla="*/ 67377 h 2127183"/>
                <a:gd name="connsiteX50" fmla="*/ 2513244 w 3129261"/>
                <a:gd name="connsiteY50" fmla="*/ 96253 h 2127183"/>
                <a:gd name="connsiteX51" fmla="*/ 2619122 w 3129261"/>
                <a:gd name="connsiteY51" fmla="*/ 134754 h 2127183"/>
                <a:gd name="connsiteX52" fmla="*/ 2753876 w 3129261"/>
                <a:gd name="connsiteY52" fmla="*/ 250257 h 2127183"/>
                <a:gd name="connsiteX53" fmla="*/ 2821253 w 3129261"/>
                <a:gd name="connsiteY53" fmla="*/ 327259 h 2127183"/>
                <a:gd name="connsiteX54" fmla="*/ 2859754 w 3129261"/>
                <a:gd name="connsiteY54" fmla="*/ 394636 h 2127183"/>
                <a:gd name="connsiteX55" fmla="*/ 2917505 w 3129261"/>
                <a:gd name="connsiteY55" fmla="*/ 452387 h 2127183"/>
                <a:gd name="connsiteX56" fmla="*/ 2965632 w 3129261"/>
                <a:gd name="connsiteY56" fmla="*/ 510139 h 2127183"/>
                <a:gd name="connsiteX57" fmla="*/ 2975257 w 3129261"/>
                <a:gd name="connsiteY57" fmla="*/ 539015 h 2127183"/>
                <a:gd name="connsiteX58" fmla="*/ 3013758 w 3129261"/>
                <a:gd name="connsiteY58" fmla="*/ 606392 h 2127183"/>
                <a:gd name="connsiteX59" fmla="*/ 3052259 w 3129261"/>
                <a:gd name="connsiteY59" fmla="*/ 693019 h 2127183"/>
                <a:gd name="connsiteX60" fmla="*/ 3100385 w 3129261"/>
                <a:gd name="connsiteY60" fmla="*/ 789272 h 2127183"/>
                <a:gd name="connsiteX61" fmla="*/ 3110011 w 3129261"/>
                <a:gd name="connsiteY61" fmla="*/ 847023 h 2127183"/>
                <a:gd name="connsiteX62" fmla="*/ 3129261 w 3129261"/>
                <a:gd name="connsiteY62" fmla="*/ 924025 h 2127183"/>
                <a:gd name="connsiteX63" fmla="*/ 3110011 w 3129261"/>
                <a:gd name="connsiteY63" fmla="*/ 1463040 h 2127183"/>
                <a:gd name="connsiteX64" fmla="*/ 3090760 w 3129261"/>
                <a:gd name="connsiteY64" fmla="*/ 1530417 h 2127183"/>
                <a:gd name="connsiteX65" fmla="*/ 3042634 w 3129261"/>
                <a:gd name="connsiteY65" fmla="*/ 1617044 h 2127183"/>
                <a:gd name="connsiteX66" fmla="*/ 2994507 w 3129261"/>
                <a:gd name="connsiteY66" fmla="*/ 1694046 h 2127183"/>
                <a:gd name="connsiteX67" fmla="*/ 2975257 w 3129261"/>
                <a:gd name="connsiteY67" fmla="*/ 1722922 h 2127183"/>
                <a:gd name="connsiteX68" fmla="*/ 2946381 w 3129261"/>
                <a:gd name="connsiteY68" fmla="*/ 1732547 h 2127183"/>
                <a:gd name="connsiteX69" fmla="*/ 2927131 w 3129261"/>
                <a:gd name="connsiteY69" fmla="*/ 1761423 h 2127183"/>
                <a:gd name="connsiteX70" fmla="*/ 2869379 w 3129261"/>
                <a:gd name="connsiteY70" fmla="*/ 1819175 h 2127183"/>
                <a:gd name="connsiteX71" fmla="*/ 2830878 w 3129261"/>
                <a:gd name="connsiteY71" fmla="*/ 1876926 h 2127183"/>
                <a:gd name="connsiteX72" fmla="*/ 2763501 w 3129261"/>
                <a:gd name="connsiteY72" fmla="*/ 1915427 h 2127183"/>
                <a:gd name="connsiteX73" fmla="*/ 2725000 w 3129261"/>
                <a:gd name="connsiteY73" fmla="*/ 1934678 h 2127183"/>
                <a:gd name="connsiteX74" fmla="*/ 2686499 w 3129261"/>
                <a:gd name="connsiteY74" fmla="*/ 1963554 h 2127183"/>
                <a:gd name="connsiteX75" fmla="*/ 2609497 w 3129261"/>
                <a:gd name="connsiteY75" fmla="*/ 1992429 h 2127183"/>
                <a:gd name="connsiteX76" fmla="*/ 2580621 w 3129261"/>
                <a:gd name="connsiteY76" fmla="*/ 2011680 h 2127183"/>
                <a:gd name="connsiteX77" fmla="*/ 2542120 w 3129261"/>
                <a:gd name="connsiteY77" fmla="*/ 2040556 h 2127183"/>
                <a:gd name="connsiteX78" fmla="*/ 2503619 w 3129261"/>
                <a:gd name="connsiteY78" fmla="*/ 2059806 h 2127183"/>
                <a:gd name="connsiteX79" fmla="*/ 2416992 w 3129261"/>
                <a:gd name="connsiteY79" fmla="*/ 2069432 h 2127183"/>
                <a:gd name="connsiteX80" fmla="*/ 2339990 w 3129261"/>
                <a:gd name="connsiteY80" fmla="*/ 2079057 h 2127183"/>
                <a:gd name="connsiteX81" fmla="*/ 2301489 w 3129261"/>
                <a:gd name="connsiteY81" fmla="*/ 2088682 h 2127183"/>
                <a:gd name="connsiteX82" fmla="*/ 2128234 w 3129261"/>
                <a:gd name="connsiteY82" fmla="*/ 2098307 h 2127183"/>
                <a:gd name="connsiteX83" fmla="*/ 2003105 w 3129261"/>
                <a:gd name="connsiteY83" fmla="*/ 2107933 h 2127183"/>
                <a:gd name="connsiteX84" fmla="*/ 1945354 w 3129261"/>
                <a:gd name="connsiteY84" fmla="*/ 2127183 h 2127183"/>
                <a:gd name="connsiteX85" fmla="*/ 780697 w 3129261"/>
                <a:gd name="connsiteY85" fmla="*/ 2117558 h 2127183"/>
                <a:gd name="connsiteX86" fmla="*/ 713320 w 3129261"/>
                <a:gd name="connsiteY86" fmla="*/ 2107933 h 2127183"/>
                <a:gd name="connsiteX87" fmla="*/ 626693 w 3129261"/>
                <a:gd name="connsiteY87" fmla="*/ 2098307 h 2127183"/>
                <a:gd name="connsiteX88" fmla="*/ 540065 w 3129261"/>
                <a:gd name="connsiteY88" fmla="*/ 2079057 h 2127183"/>
                <a:gd name="connsiteX89" fmla="*/ 39552 w 3129261"/>
                <a:gd name="connsiteY89" fmla="*/ 2088682 h 2127183"/>
                <a:gd name="connsiteX90" fmla="*/ 1051 w 3129261"/>
                <a:gd name="connsiteY90" fmla="*/ 2098307 h 2127183"/>
                <a:gd name="connsiteX91" fmla="*/ 58802 w 3129261"/>
                <a:gd name="connsiteY91" fmla="*/ 2059806 h 2127183"/>
                <a:gd name="connsiteX92" fmla="*/ 87678 w 3129261"/>
                <a:gd name="connsiteY92" fmla="*/ 2040556 h 2127183"/>
                <a:gd name="connsiteX93" fmla="*/ 135804 w 3129261"/>
                <a:gd name="connsiteY93" fmla="*/ 1982804 h 2127183"/>
                <a:gd name="connsiteX94" fmla="*/ 145430 w 3129261"/>
                <a:gd name="connsiteY94" fmla="*/ 1953928 h 2127183"/>
                <a:gd name="connsiteX95" fmla="*/ 183931 w 3129261"/>
                <a:gd name="connsiteY95" fmla="*/ 1896177 h 2127183"/>
                <a:gd name="connsiteX96" fmla="*/ 212806 w 3129261"/>
                <a:gd name="connsiteY96" fmla="*/ 1886552 h 2127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3129261" h="2127183">
                  <a:moveTo>
                    <a:pt x="212806" y="1886552"/>
                  </a:moveTo>
                  <a:cubicBezTo>
                    <a:pt x="216014" y="1876927"/>
                    <a:pt x="201152" y="1854659"/>
                    <a:pt x="203181" y="1838425"/>
                  </a:cubicBezTo>
                  <a:cubicBezTo>
                    <a:pt x="204616" y="1826946"/>
                    <a:pt x="217258" y="1819896"/>
                    <a:pt x="222432" y="1809549"/>
                  </a:cubicBezTo>
                  <a:cubicBezTo>
                    <a:pt x="245678" y="1763057"/>
                    <a:pt x="212255" y="1793875"/>
                    <a:pt x="260933" y="1761423"/>
                  </a:cubicBezTo>
                  <a:cubicBezTo>
                    <a:pt x="264141" y="1751798"/>
                    <a:pt x="267771" y="1742303"/>
                    <a:pt x="270558" y="1732547"/>
                  </a:cubicBezTo>
                  <a:cubicBezTo>
                    <a:pt x="274192" y="1719827"/>
                    <a:pt x="274972" y="1706205"/>
                    <a:pt x="280183" y="1694046"/>
                  </a:cubicBezTo>
                  <a:cubicBezTo>
                    <a:pt x="284740" y="1683413"/>
                    <a:pt x="293816" y="1675282"/>
                    <a:pt x="299434" y="1665170"/>
                  </a:cubicBezTo>
                  <a:cubicBezTo>
                    <a:pt x="309886" y="1646356"/>
                    <a:pt x="316371" y="1625327"/>
                    <a:pt x="328310" y="1607419"/>
                  </a:cubicBezTo>
                  <a:cubicBezTo>
                    <a:pt x="335861" y="1596093"/>
                    <a:pt x="349273" y="1589620"/>
                    <a:pt x="357185" y="1578543"/>
                  </a:cubicBezTo>
                  <a:cubicBezTo>
                    <a:pt x="439954" y="1462665"/>
                    <a:pt x="330193" y="1601951"/>
                    <a:pt x="386061" y="1511166"/>
                  </a:cubicBezTo>
                  <a:cubicBezTo>
                    <a:pt x="406587" y="1477812"/>
                    <a:pt x="453438" y="1414914"/>
                    <a:pt x="453438" y="1414914"/>
                  </a:cubicBezTo>
                  <a:cubicBezTo>
                    <a:pt x="488540" y="1309604"/>
                    <a:pt x="432557" y="1469116"/>
                    <a:pt x="482314" y="1357162"/>
                  </a:cubicBezTo>
                  <a:cubicBezTo>
                    <a:pt x="492574" y="1334076"/>
                    <a:pt x="502054" y="1283422"/>
                    <a:pt x="520815" y="1260909"/>
                  </a:cubicBezTo>
                  <a:cubicBezTo>
                    <a:pt x="528221" y="1252022"/>
                    <a:pt x="540066" y="1248076"/>
                    <a:pt x="549691" y="1241659"/>
                  </a:cubicBezTo>
                  <a:cubicBezTo>
                    <a:pt x="574394" y="1142843"/>
                    <a:pt x="540820" y="1265313"/>
                    <a:pt x="578566" y="1164657"/>
                  </a:cubicBezTo>
                  <a:cubicBezTo>
                    <a:pt x="583211" y="1152271"/>
                    <a:pt x="580606" y="1136993"/>
                    <a:pt x="588192" y="1126156"/>
                  </a:cubicBezTo>
                  <a:cubicBezTo>
                    <a:pt x="603804" y="1103853"/>
                    <a:pt x="626693" y="1087655"/>
                    <a:pt x="645943" y="1068404"/>
                  </a:cubicBezTo>
                  <a:cubicBezTo>
                    <a:pt x="649152" y="1058779"/>
                    <a:pt x="651031" y="1048603"/>
                    <a:pt x="655569" y="1039528"/>
                  </a:cubicBezTo>
                  <a:cubicBezTo>
                    <a:pt x="660742" y="1029181"/>
                    <a:pt x="670757" y="1021484"/>
                    <a:pt x="674819" y="1010653"/>
                  </a:cubicBezTo>
                  <a:cubicBezTo>
                    <a:pt x="680563" y="995335"/>
                    <a:pt x="678368" y="977716"/>
                    <a:pt x="684444" y="962526"/>
                  </a:cubicBezTo>
                  <a:cubicBezTo>
                    <a:pt x="691392" y="945156"/>
                    <a:pt x="704953" y="931133"/>
                    <a:pt x="713320" y="914400"/>
                  </a:cubicBezTo>
                  <a:cubicBezTo>
                    <a:pt x="724248" y="892545"/>
                    <a:pt x="733424" y="869829"/>
                    <a:pt x="742196" y="847023"/>
                  </a:cubicBezTo>
                  <a:cubicBezTo>
                    <a:pt x="749480" y="828084"/>
                    <a:pt x="751006" y="806672"/>
                    <a:pt x="761446" y="789272"/>
                  </a:cubicBezTo>
                  <a:cubicBezTo>
                    <a:pt x="780267" y="757903"/>
                    <a:pt x="808000" y="732721"/>
                    <a:pt x="828823" y="702644"/>
                  </a:cubicBezTo>
                  <a:cubicBezTo>
                    <a:pt x="836990" y="690847"/>
                    <a:pt x="841106" y="676686"/>
                    <a:pt x="848074" y="664143"/>
                  </a:cubicBezTo>
                  <a:cubicBezTo>
                    <a:pt x="857160" y="647789"/>
                    <a:pt x="868583" y="632750"/>
                    <a:pt x="876950" y="616017"/>
                  </a:cubicBezTo>
                  <a:cubicBezTo>
                    <a:pt x="881487" y="606942"/>
                    <a:pt x="880678" y="595397"/>
                    <a:pt x="886575" y="587141"/>
                  </a:cubicBezTo>
                  <a:cubicBezTo>
                    <a:pt x="897124" y="572372"/>
                    <a:pt x="913933" y="562966"/>
                    <a:pt x="925076" y="548640"/>
                  </a:cubicBezTo>
                  <a:cubicBezTo>
                    <a:pt x="936562" y="533873"/>
                    <a:pt x="942105" y="514993"/>
                    <a:pt x="953952" y="500514"/>
                  </a:cubicBezTo>
                  <a:cubicBezTo>
                    <a:pt x="971191" y="479443"/>
                    <a:pt x="993616" y="463110"/>
                    <a:pt x="1011703" y="442762"/>
                  </a:cubicBezTo>
                  <a:cubicBezTo>
                    <a:pt x="1019389" y="434116"/>
                    <a:pt x="1022774" y="422066"/>
                    <a:pt x="1030954" y="413886"/>
                  </a:cubicBezTo>
                  <a:cubicBezTo>
                    <a:pt x="1042298" y="402542"/>
                    <a:pt x="1058111" y="396354"/>
                    <a:pt x="1069455" y="385010"/>
                  </a:cubicBezTo>
                  <a:cubicBezTo>
                    <a:pt x="1077635" y="376830"/>
                    <a:pt x="1081299" y="365022"/>
                    <a:pt x="1088705" y="356135"/>
                  </a:cubicBezTo>
                  <a:cubicBezTo>
                    <a:pt x="1097419" y="345678"/>
                    <a:pt x="1106836" y="335616"/>
                    <a:pt x="1117581" y="327259"/>
                  </a:cubicBezTo>
                  <a:cubicBezTo>
                    <a:pt x="1135844" y="313055"/>
                    <a:pt x="1175333" y="288758"/>
                    <a:pt x="1175333" y="288758"/>
                  </a:cubicBezTo>
                  <a:cubicBezTo>
                    <a:pt x="1230499" y="206006"/>
                    <a:pt x="1157044" y="303388"/>
                    <a:pt x="1223459" y="250257"/>
                  </a:cubicBezTo>
                  <a:cubicBezTo>
                    <a:pt x="1232492" y="243030"/>
                    <a:pt x="1233085" y="227798"/>
                    <a:pt x="1242710" y="221381"/>
                  </a:cubicBezTo>
                  <a:cubicBezTo>
                    <a:pt x="1263041" y="207827"/>
                    <a:pt x="1288790" y="204484"/>
                    <a:pt x="1310086" y="192505"/>
                  </a:cubicBezTo>
                  <a:cubicBezTo>
                    <a:pt x="1340334" y="175491"/>
                    <a:pt x="1367838" y="154004"/>
                    <a:pt x="1396714" y="134754"/>
                  </a:cubicBezTo>
                  <a:cubicBezTo>
                    <a:pt x="1406339" y="128337"/>
                    <a:pt x="1414246" y="117772"/>
                    <a:pt x="1425590" y="115503"/>
                  </a:cubicBezTo>
                  <a:lnTo>
                    <a:pt x="1473716" y="105878"/>
                  </a:lnTo>
                  <a:cubicBezTo>
                    <a:pt x="1531579" y="67302"/>
                    <a:pt x="1477119" y="100450"/>
                    <a:pt x="1579594" y="57752"/>
                  </a:cubicBezTo>
                  <a:cubicBezTo>
                    <a:pt x="1592839" y="52233"/>
                    <a:pt x="1604660" y="43539"/>
                    <a:pt x="1618095" y="38501"/>
                  </a:cubicBezTo>
                  <a:cubicBezTo>
                    <a:pt x="1635159" y="32102"/>
                    <a:pt x="1689763" y="22574"/>
                    <a:pt x="1704722" y="19250"/>
                  </a:cubicBezTo>
                  <a:cubicBezTo>
                    <a:pt x="1786478" y="1082"/>
                    <a:pt x="1694587" y="15704"/>
                    <a:pt x="1820225" y="0"/>
                  </a:cubicBezTo>
                  <a:cubicBezTo>
                    <a:pt x="1996688" y="3208"/>
                    <a:pt x="2173350" y="662"/>
                    <a:pt x="2349615" y="9625"/>
                  </a:cubicBezTo>
                  <a:cubicBezTo>
                    <a:pt x="2363945" y="10354"/>
                    <a:pt x="2374928" y="23224"/>
                    <a:pt x="2388116" y="28876"/>
                  </a:cubicBezTo>
                  <a:cubicBezTo>
                    <a:pt x="2397442" y="32873"/>
                    <a:pt x="2407367" y="35293"/>
                    <a:pt x="2416992" y="38501"/>
                  </a:cubicBezTo>
                  <a:cubicBezTo>
                    <a:pt x="2426617" y="44918"/>
                    <a:pt x="2435036" y="53690"/>
                    <a:pt x="2445867" y="57752"/>
                  </a:cubicBezTo>
                  <a:cubicBezTo>
                    <a:pt x="2461185" y="63496"/>
                    <a:pt x="2479790" y="59260"/>
                    <a:pt x="2493994" y="67377"/>
                  </a:cubicBezTo>
                  <a:cubicBezTo>
                    <a:pt x="2504038" y="73116"/>
                    <a:pt x="2505064" y="88073"/>
                    <a:pt x="2513244" y="96253"/>
                  </a:cubicBezTo>
                  <a:cubicBezTo>
                    <a:pt x="2553370" y="136379"/>
                    <a:pt x="2559234" y="126198"/>
                    <a:pt x="2619122" y="134754"/>
                  </a:cubicBezTo>
                  <a:cubicBezTo>
                    <a:pt x="2707077" y="193390"/>
                    <a:pt x="2660514" y="156895"/>
                    <a:pt x="2753876" y="250257"/>
                  </a:cubicBezTo>
                  <a:cubicBezTo>
                    <a:pt x="2783724" y="280105"/>
                    <a:pt x="2799162" y="291913"/>
                    <a:pt x="2821253" y="327259"/>
                  </a:cubicBezTo>
                  <a:cubicBezTo>
                    <a:pt x="2839603" y="356619"/>
                    <a:pt x="2837440" y="369533"/>
                    <a:pt x="2859754" y="394636"/>
                  </a:cubicBezTo>
                  <a:cubicBezTo>
                    <a:pt x="2877841" y="414984"/>
                    <a:pt x="2917505" y="452387"/>
                    <a:pt x="2917505" y="452387"/>
                  </a:cubicBezTo>
                  <a:cubicBezTo>
                    <a:pt x="2939576" y="518597"/>
                    <a:pt x="2907358" y="440209"/>
                    <a:pt x="2965632" y="510139"/>
                  </a:cubicBezTo>
                  <a:cubicBezTo>
                    <a:pt x="2972127" y="517933"/>
                    <a:pt x="2971260" y="529689"/>
                    <a:pt x="2975257" y="539015"/>
                  </a:cubicBezTo>
                  <a:cubicBezTo>
                    <a:pt x="2989912" y="573210"/>
                    <a:pt x="2994424" y="577391"/>
                    <a:pt x="3013758" y="606392"/>
                  </a:cubicBezTo>
                  <a:cubicBezTo>
                    <a:pt x="3063424" y="755385"/>
                    <a:pt x="3006500" y="601500"/>
                    <a:pt x="3052259" y="693019"/>
                  </a:cubicBezTo>
                  <a:cubicBezTo>
                    <a:pt x="3107980" y="804462"/>
                    <a:pt x="3057030" y="724237"/>
                    <a:pt x="3100385" y="789272"/>
                  </a:cubicBezTo>
                  <a:cubicBezTo>
                    <a:pt x="3103594" y="808522"/>
                    <a:pt x="3105922" y="827940"/>
                    <a:pt x="3110011" y="847023"/>
                  </a:cubicBezTo>
                  <a:cubicBezTo>
                    <a:pt x="3115555" y="872893"/>
                    <a:pt x="3129261" y="924025"/>
                    <a:pt x="3129261" y="924025"/>
                  </a:cubicBezTo>
                  <a:cubicBezTo>
                    <a:pt x="3122844" y="1103697"/>
                    <a:pt x="3118989" y="1283478"/>
                    <a:pt x="3110011" y="1463040"/>
                  </a:cubicBezTo>
                  <a:cubicBezTo>
                    <a:pt x="3109550" y="1472252"/>
                    <a:pt x="3095651" y="1519004"/>
                    <a:pt x="3090760" y="1530417"/>
                  </a:cubicBezTo>
                  <a:cubicBezTo>
                    <a:pt x="3073451" y="1570806"/>
                    <a:pt x="3065453" y="1575971"/>
                    <a:pt x="3042634" y="1617044"/>
                  </a:cubicBezTo>
                  <a:cubicBezTo>
                    <a:pt x="2997405" y="1698455"/>
                    <a:pt x="3053015" y="1612134"/>
                    <a:pt x="2994507" y="1694046"/>
                  </a:cubicBezTo>
                  <a:cubicBezTo>
                    <a:pt x="2987783" y="1703459"/>
                    <a:pt x="2984290" y="1715695"/>
                    <a:pt x="2975257" y="1722922"/>
                  </a:cubicBezTo>
                  <a:cubicBezTo>
                    <a:pt x="2967334" y="1729260"/>
                    <a:pt x="2956006" y="1729339"/>
                    <a:pt x="2946381" y="1732547"/>
                  </a:cubicBezTo>
                  <a:cubicBezTo>
                    <a:pt x="2939964" y="1742172"/>
                    <a:pt x="2934816" y="1752777"/>
                    <a:pt x="2927131" y="1761423"/>
                  </a:cubicBezTo>
                  <a:cubicBezTo>
                    <a:pt x="2909044" y="1781771"/>
                    <a:pt x="2884481" y="1796523"/>
                    <a:pt x="2869379" y="1819175"/>
                  </a:cubicBezTo>
                  <a:cubicBezTo>
                    <a:pt x="2856545" y="1838425"/>
                    <a:pt x="2851571" y="1866579"/>
                    <a:pt x="2830878" y="1876926"/>
                  </a:cubicBezTo>
                  <a:cubicBezTo>
                    <a:pt x="2714531" y="1935101"/>
                    <a:pt x="2858735" y="1861008"/>
                    <a:pt x="2763501" y="1915427"/>
                  </a:cubicBezTo>
                  <a:cubicBezTo>
                    <a:pt x="2751043" y="1922546"/>
                    <a:pt x="2737167" y="1927073"/>
                    <a:pt x="2725000" y="1934678"/>
                  </a:cubicBezTo>
                  <a:cubicBezTo>
                    <a:pt x="2711396" y="1943180"/>
                    <a:pt x="2700103" y="1955052"/>
                    <a:pt x="2686499" y="1963554"/>
                  </a:cubicBezTo>
                  <a:cubicBezTo>
                    <a:pt x="2652945" y="1984525"/>
                    <a:pt x="2646449" y="1983191"/>
                    <a:pt x="2609497" y="1992429"/>
                  </a:cubicBezTo>
                  <a:cubicBezTo>
                    <a:pt x="2599872" y="1998846"/>
                    <a:pt x="2590034" y="2004956"/>
                    <a:pt x="2580621" y="2011680"/>
                  </a:cubicBezTo>
                  <a:cubicBezTo>
                    <a:pt x="2567567" y="2021004"/>
                    <a:pt x="2555724" y="2032054"/>
                    <a:pt x="2542120" y="2040556"/>
                  </a:cubicBezTo>
                  <a:cubicBezTo>
                    <a:pt x="2529953" y="2048161"/>
                    <a:pt x="2517600" y="2056580"/>
                    <a:pt x="2503619" y="2059806"/>
                  </a:cubicBezTo>
                  <a:cubicBezTo>
                    <a:pt x="2475310" y="2066339"/>
                    <a:pt x="2445846" y="2066037"/>
                    <a:pt x="2416992" y="2069432"/>
                  </a:cubicBezTo>
                  <a:cubicBezTo>
                    <a:pt x="2391302" y="2072454"/>
                    <a:pt x="2365505" y="2074805"/>
                    <a:pt x="2339990" y="2079057"/>
                  </a:cubicBezTo>
                  <a:cubicBezTo>
                    <a:pt x="2326941" y="2081232"/>
                    <a:pt x="2314663" y="2087484"/>
                    <a:pt x="2301489" y="2088682"/>
                  </a:cubicBezTo>
                  <a:cubicBezTo>
                    <a:pt x="2243886" y="2093919"/>
                    <a:pt x="2185955" y="2094583"/>
                    <a:pt x="2128234" y="2098307"/>
                  </a:cubicBezTo>
                  <a:cubicBezTo>
                    <a:pt x="2086488" y="2101000"/>
                    <a:pt x="2044815" y="2104724"/>
                    <a:pt x="2003105" y="2107933"/>
                  </a:cubicBezTo>
                  <a:cubicBezTo>
                    <a:pt x="1983855" y="2114350"/>
                    <a:pt x="1965645" y="2127023"/>
                    <a:pt x="1945354" y="2127183"/>
                  </a:cubicBezTo>
                  <a:lnTo>
                    <a:pt x="780697" y="2117558"/>
                  </a:lnTo>
                  <a:cubicBezTo>
                    <a:pt x="758013" y="2117204"/>
                    <a:pt x="735832" y="2110747"/>
                    <a:pt x="713320" y="2107933"/>
                  </a:cubicBezTo>
                  <a:cubicBezTo>
                    <a:pt x="684491" y="2104329"/>
                    <a:pt x="655569" y="2101516"/>
                    <a:pt x="626693" y="2098307"/>
                  </a:cubicBezTo>
                  <a:cubicBezTo>
                    <a:pt x="611843" y="2094595"/>
                    <a:pt x="552286" y="2079057"/>
                    <a:pt x="540065" y="2079057"/>
                  </a:cubicBezTo>
                  <a:cubicBezTo>
                    <a:pt x="373196" y="2079057"/>
                    <a:pt x="206390" y="2085474"/>
                    <a:pt x="39552" y="2088682"/>
                  </a:cubicBezTo>
                  <a:cubicBezTo>
                    <a:pt x="26718" y="2091890"/>
                    <a:pt x="-6287" y="2109314"/>
                    <a:pt x="1051" y="2098307"/>
                  </a:cubicBezTo>
                  <a:cubicBezTo>
                    <a:pt x="13884" y="2079056"/>
                    <a:pt x="39552" y="2072640"/>
                    <a:pt x="58802" y="2059806"/>
                  </a:cubicBezTo>
                  <a:cubicBezTo>
                    <a:pt x="68427" y="2053389"/>
                    <a:pt x="79498" y="2048736"/>
                    <a:pt x="87678" y="2040556"/>
                  </a:cubicBezTo>
                  <a:cubicBezTo>
                    <a:pt x="108967" y="2019267"/>
                    <a:pt x="122402" y="2009607"/>
                    <a:pt x="135804" y="1982804"/>
                  </a:cubicBezTo>
                  <a:cubicBezTo>
                    <a:pt x="140341" y="1973729"/>
                    <a:pt x="140503" y="1962797"/>
                    <a:pt x="145430" y="1953928"/>
                  </a:cubicBezTo>
                  <a:cubicBezTo>
                    <a:pt x="156666" y="1933704"/>
                    <a:pt x="183931" y="1896177"/>
                    <a:pt x="183931" y="1896177"/>
                  </a:cubicBezTo>
                  <a:cubicBezTo>
                    <a:pt x="196426" y="1858692"/>
                    <a:pt x="209598" y="1896177"/>
                    <a:pt x="212806" y="188655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 5"/>
            <p:cNvSpPr/>
            <p:nvPr/>
          </p:nvSpPr>
          <p:spPr>
            <a:xfrm>
              <a:off x="1342275" y="1511163"/>
              <a:ext cx="2836384" cy="2348225"/>
            </a:xfrm>
            <a:custGeom>
              <a:avLst/>
              <a:gdLst>
                <a:gd name="connsiteX0" fmla="*/ 2832324 w 2836384"/>
                <a:gd name="connsiteY0" fmla="*/ 2338939 h 2348225"/>
                <a:gd name="connsiteX1" fmla="*/ 2736072 w 2836384"/>
                <a:gd name="connsiteY1" fmla="*/ 2165685 h 2348225"/>
                <a:gd name="connsiteX2" fmla="*/ 2687945 w 2836384"/>
                <a:gd name="connsiteY2" fmla="*/ 1963554 h 2348225"/>
                <a:gd name="connsiteX3" fmla="*/ 2668695 w 2836384"/>
                <a:gd name="connsiteY3" fmla="*/ 1925053 h 2348225"/>
                <a:gd name="connsiteX4" fmla="*/ 2649444 w 2836384"/>
                <a:gd name="connsiteY4" fmla="*/ 1848051 h 2348225"/>
                <a:gd name="connsiteX5" fmla="*/ 2582067 w 2836384"/>
                <a:gd name="connsiteY5" fmla="*/ 1732548 h 2348225"/>
                <a:gd name="connsiteX6" fmla="*/ 2533941 w 2836384"/>
                <a:gd name="connsiteY6" fmla="*/ 1626670 h 2348225"/>
                <a:gd name="connsiteX7" fmla="*/ 2524316 w 2836384"/>
                <a:gd name="connsiteY7" fmla="*/ 1559293 h 2348225"/>
                <a:gd name="connsiteX8" fmla="*/ 2495440 w 2836384"/>
                <a:gd name="connsiteY8" fmla="*/ 1530417 h 2348225"/>
                <a:gd name="connsiteX9" fmla="*/ 2466564 w 2836384"/>
                <a:gd name="connsiteY9" fmla="*/ 1491916 h 2348225"/>
                <a:gd name="connsiteX10" fmla="*/ 2447314 w 2836384"/>
                <a:gd name="connsiteY10" fmla="*/ 1414914 h 2348225"/>
                <a:gd name="connsiteX11" fmla="*/ 2399187 w 2836384"/>
                <a:gd name="connsiteY11" fmla="*/ 1328287 h 2348225"/>
                <a:gd name="connsiteX12" fmla="*/ 2351061 w 2836384"/>
                <a:gd name="connsiteY12" fmla="*/ 1203158 h 2348225"/>
                <a:gd name="connsiteX13" fmla="*/ 2341436 w 2836384"/>
                <a:gd name="connsiteY13" fmla="*/ 1135781 h 2348225"/>
                <a:gd name="connsiteX14" fmla="*/ 2322185 w 2836384"/>
                <a:gd name="connsiteY14" fmla="*/ 1106906 h 2348225"/>
                <a:gd name="connsiteX15" fmla="*/ 2283684 w 2836384"/>
                <a:gd name="connsiteY15" fmla="*/ 1010653 h 2348225"/>
                <a:gd name="connsiteX16" fmla="*/ 2274059 w 2836384"/>
                <a:gd name="connsiteY16" fmla="*/ 952901 h 2348225"/>
                <a:gd name="connsiteX17" fmla="*/ 2225933 w 2836384"/>
                <a:gd name="connsiteY17" fmla="*/ 895150 h 2348225"/>
                <a:gd name="connsiteX18" fmla="*/ 2177806 w 2836384"/>
                <a:gd name="connsiteY18" fmla="*/ 779647 h 2348225"/>
                <a:gd name="connsiteX19" fmla="*/ 2158556 w 2836384"/>
                <a:gd name="connsiteY19" fmla="*/ 750771 h 2348225"/>
                <a:gd name="connsiteX20" fmla="*/ 2110430 w 2836384"/>
                <a:gd name="connsiteY20" fmla="*/ 635268 h 2348225"/>
                <a:gd name="connsiteX21" fmla="*/ 2033427 w 2836384"/>
                <a:gd name="connsiteY21" fmla="*/ 539015 h 2348225"/>
                <a:gd name="connsiteX22" fmla="*/ 2004552 w 2836384"/>
                <a:gd name="connsiteY22" fmla="*/ 500514 h 2348225"/>
                <a:gd name="connsiteX23" fmla="*/ 1966051 w 2836384"/>
                <a:gd name="connsiteY23" fmla="*/ 452388 h 2348225"/>
                <a:gd name="connsiteX24" fmla="*/ 1927550 w 2836384"/>
                <a:gd name="connsiteY24" fmla="*/ 394636 h 2348225"/>
                <a:gd name="connsiteX25" fmla="*/ 1889049 w 2836384"/>
                <a:gd name="connsiteY25" fmla="*/ 346510 h 2348225"/>
                <a:gd name="connsiteX26" fmla="*/ 1812046 w 2836384"/>
                <a:gd name="connsiteY26" fmla="*/ 308009 h 2348225"/>
                <a:gd name="connsiteX27" fmla="*/ 1754295 w 2836384"/>
                <a:gd name="connsiteY27" fmla="*/ 250257 h 2348225"/>
                <a:gd name="connsiteX28" fmla="*/ 1696543 w 2836384"/>
                <a:gd name="connsiteY28" fmla="*/ 221381 h 2348225"/>
                <a:gd name="connsiteX29" fmla="*/ 1619541 w 2836384"/>
                <a:gd name="connsiteY29" fmla="*/ 182880 h 2348225"/>
                <a:gd name="connsiteX30" fmla="*/ 1581040 w 2836384"/>
                <a:gd name="connsiteY30" fmla="*/ 154005 h 2348225"/>
                <a:gd name="connsiteX31" fmla="*/ 1484787 w 2836384"/>
                <a:gd name="connsiteY31" fmla="*/ 125129 h 2348225"/>
                <a:gd name="connsiteX32" fmla="*/ 1455912 w 2836384"/>
                <a:gd name="connsiteY32" fmla="*/ 105878 h 2348225"/>
                <a:gd name="connsiteX33" fmla="*/ 1388535 w 2836384"/>
                <a:gd name="connsiteY33" fmla="*/ 86628 h 2348225"/>
                <a:gd name="connsiteX34" fmla="*/ 1359659 w 2836384"/>
                <a:gd name="connsiteY34" fmla="*/ 67377 h 2348225"/>
                <a:gd name="connsiteX35" fmla="*/ 1330783 w 2836384"/>
                <a:gd name="connsiteY35" fmla="*/ 57752 h 2348225"/>
                <a:gd name="connsiteX36" fmla="*/ 1253781 w 2836384"/>
                <a:gd name="connsiteY36" fmla="*/ 38501 h 2348225"/>
                <a:gd name="connsiteX37" fmla="*/ 1224905 w 2836384"/>
                <a:gd name="connsiteY37" fmla="*/ 28876 h 2348225"/>
                <a:gd name="connsiteX38" fmla="*/ 1176779 w 2836384"/>
                <a:gd name="connsiteY38" fmla="*/ 9626 h 2348225"/>
                <a:gd name="connsiteX39" fmla="*/ 1070901 w 2836384"/>
                <a:gd name="connsiteY39" fmla="*/ 0 h 2348225"/>
                <a:gd name="connsiteX40" fmla="*/ 522261 w 2836384"/>
                <a:gd name="connsiteY40" fmla="*/ 9626 h 2348225"/>
                <a:gd name="connsiteX41" fmla="*/ 464510 w 2836384"/>
                <a:gd name="connsiteY41" fmla="*/ 28876 h 2348225"/>
                <a:gd name="connsiteX42" fmla="*/ 406758 w 2836384"/>
                <a:gd name="connsiteY42" fmla="*/ 67377 h 2348225"/>
                <a:gd name="connsiteX43" fmla="*/ 349006 w 2836384"/>
                <a:gd name="connsiteY43" fmla="*/ 105878 h 2348225"/>
                <a:gd name="connsiteX44" fmla="*/ 300880 w 2836384"/>
                <a:gd name="connsiteY44" fmla="*/ 163630 h 2348225"/>
                <a:gd name="connsiteX45" fmla="*/ 262379 w 2836384"/>
                <a:gd name="connsiteY45" fmla="*/ 182880 h 2348225"/>
                <a:gd name="connsiteX46" fmla="*/ 214253 w 2836384"/>
                <a:gd name="connsiteY46" fmla="*/ 250257 h 2348225"/>
                <a:gd name="connsiteX47" fmla="*/ 204627 w 2836384"/>
                <a:gd name="connsiteY47" fmla="*/ 279133 h 2348225"/>
                <a:gd name="connsiteX48" fmla="*/ 175752 w 2836384"/>
                <a:gd name="connsiteY48" fmla="*/ 308009 h 2348225"/>
                <a:gd name="connsiteX49" fmla="*/ 156501 w 2836384"/>
                <a:gd name="connsiteY49" fmla="*/ 336885 h 2348225"/>
                <a:gd name="connsiteX50" fmla="*/ 79499 w 2836384"/>
                <a:gd name="connsiteY50" fmla="*/ 433137 h 2348225"/>
                <a:gd name="connsiteX51" fmla="*/ 69874 w 2836384"/>
                <a:gd name="connsiteY51" fmla="*/ 462013 h 2348225"/>
                <a:gd name="connsiteX52" fmla="*/ 50623 w 2836384"/>
                <a:gd name="connsiteY52" fmla="*/ 510139 h 2348225"/>
                <a:gd name="connsiteX53" fmla="*/ 12122 w 2836384"/>
                <a:gd name="connsiteY53" fmla="*/ 606392 h 2348225"/>
                <a:gd name="connsiteX54" fmla="*/ 21747 w 2836384"/>
                <a:gd name="connsiteY54" fmla="*/ 1337912 h 2348225"/>
                <a:gd name="connsiteX55" fmla="*/ 31373 w 2836384"/>
                <a:gd name="connsiteY55" fmla="*/ 1376413 h 2348225"/>
                <a:gd name="connsiteX56" fmla="*/ 50623 w 2836384"/>
                <a:gd name="connsiteY56" fmla="*/ 1443790 h 2348225"/>
                <a:gd name="connsiteX57" fmla="*/ 60249 w 2836384"/>
                <a:gd name="connsiteY57" fmla="*/ 1472666 h 2348225"/>
                <a:gd name="connsiteX58" fmla="*/ 98750 w 2836384"/>
                <a:gd name="connsiteY58" fmla="*/ 1530417 h 2348225"/>
                <a:gd name="connsiteX59" fmla="*/ 108375 w 2836384"/>
                <a:gd name="connsiteY59" fmla="*/ 1568918 h 2348225"/>
                <a:gd name="connsiteX60" fmla="*/ 185377 w 2836384"/>
                <a:gd name="connsiteY60" fmla="*/ 1703672 h 2348225"/>
                <a:gd name="connsiteX61" fmla="*/ 281630 w 2836384"/>
                <a:gd name="connsiteY61" fmla="*/ 1809550 h 2348225"/>
                <a:gd name="connsiteX62" fmla="*/ 339381 w 2836384"/>
                <a:gd name="connsiteY62" fmla="*/ 1876927 h 2348225"/>
                <a:gd name="connsiteX63" fmla="*/ 387507 w 2836384"/>
                <a:gd name="connsiteY63" fmla="*/ 1915428 h 2348225"/>
                <a:gd name="connsiteX64" fmla="*/ 454884 w 2836384"/>
                <a:gd name="connsiteY64" fmla="*/ 1944303 h 2348225"/>
                <a:gd name="connsiteX65" fmla="*/ 483760 w 2836384"/>
                <a:gd name="connsiteY65" fmla="*/ 1973179 h 2348225"/>
                <a:gd name="connsiteX66" fmla="*/ 551137 w 2836384"/>
                <a:gd name="connsiteY66" fmla="*/ 1992430 h 2348225"/>
                <a:gd name="connsiteX67" fmla="*/ 589638 w 2836384"/>
                <a:gd name="connsiteY67" fmla="*/ 2011680 h 2348225"/>
                <a:gd name="connsiteX68" fmla="*/ 657015 w 2836384"/>
                <a:gd name="connsiteY68" fmla="*/ 2021306 h 2348225"/>
                <a:gd name="connsiteX69" fmla="*/ 714766 w 2836384"/>
                <a:gd name="connsiteY69" fmla="*/ 2030931 h 2348225"/>
                <a:gd name="connsiteX70" fmla="*/ 811019 w 2836384"/>
                <a:gd name="connsiteY70" fmla="*/ 2069432 h 2348225"/>
                <a:gd name="connsiteX71" fmla="*/ 849520 w 2836384"/>
                <a:gd name="connsiteY71" fmla="*/ 2079057 h 2348225"/>
                <a:gd name="connsiteX72" fmla="*/ 878396 w 2836384"/>
                <a:gd name="connsiteY72" fmla="*/ 2088682 h 2348225"/>
                <a:gd name="connsiteX73" fmla="*/ 984274 w 2836384"/>
                <a:gd name="connsiteY73" fmla="*/ 2098308 h 2348225"/>
                <a:gd name="connsiteX74" fmla="*/ 1061276 w 2836384"/>
                <a:gd name="connsiteY74" fmla="*/ 2107933 h 2348225"/>
                <a:gd name="connsiteX75" fmla="*/ 1350034 w 2836384"/>
                <a:gd name="connsiteY75" fmla="*/ 2127183 h 2348225"/>
                <a:gd name="connsiteX76" fmla="*/ 1677293 w 2836384"/>
                <a:gd name="connsiteY76" fmla="*/ 2165685 h 2348225"/>
                <a:gd name="connsiteX77" fmla="*/ 1850547 w 2836384"/>
                <a:gd name="connsiteY77" fmla="*/ 2175310 h 2348225"/>
                <a:gd name="connsiteX78" fmla="*/ 1908299 w 2836384"/>
                <a:gd name="connsiteY78" fmla="*/ 2184935 h 2348225"/>
                <a:gd name="connsiteX79" fmla="*/ 1956425 w 2836384"/>
                <a:gd name="connsiteY79" fmla="*/ 2194560 h 2348225"/>
                <a:gd name="connsiteX80" fmla="*/ 2043053 w 2836384"/>
                <a:gd name="connsiteY80" fmla="*/ 2204186 h 2348225"/>
                <a:gd name="connsiteX81" fmla="*/ 2245183 w 2836384"/>
                <a:gd name="connsiteY81" fmla="*/ 2233061 h 2348225"/>
                <a:gd name="connsiteX82" fmla="*/ 2331811 w 2836384"/>
                <a:gd name="connsiteY82" fmla="*/ 2252312 h 2348225"/>
                <a:gd name="connsiteX83" fmla="*/ 2389562 w 2836384"/>
                <a:gd name="connsiteY83" fmla="*/ 2261937 h 2348225"/>
                <a:gd name="connsiteX84" fmla="*/ 2428063 w 2836384"/>
                <a:gd name="connsiteY84" fmla="*/ 2271562 h 2348225"/>
                <a:gd name="connsiteX85" fmla="*/ 2514691 w 2836384"/>
                <a:gd name="connsiteY85" fmla="*/ 2281188 h 2348225"/>
                <a:gd name="connsiteX86" fmla="*/ 2572442 w 2836384"/>
                <a:gd name="connsiteY86" fmla="*/ 2290813 h 2348225"/>
                <a:gd name="connsiteX87" fmla="*/ 2601318 w 2836384"/>
                <a:gd name="connsiteY87" fmla="*/ 2310063 h 2348225"/>
                <a:gd name="connsiteX88" fmla="*/ 2832324 w 2836384"/>
                <a:gd name="connsiteY88" fmla="*/ 2338939 h 234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2836384" h="2348225">
                  <a:moveTo>
                    <a:pt x="2832324" y="2338939"/>
                  </a:moveTo>
                  <a:cubicBezTo>
                    <a:pt x="2854783" y="2314876"/>
                    <a:pt x="2778698" y="2279357"/>
                    <a:pt x="2736072" y="2165685"/>
                  </a:cubicBezTo>
                  <a:cubicBezTo>
                    <a:pt x="2725720" y="2103576"/>
                    <a:pt x="2712429" y="2012523"/>
                    <a:pt x="2687945" y="1963554"/>
                  </a:cubicBezTo>
                  <a:lnTo>
                    <a:pt x="2668695" y="1925053"/>
                  </a:lnTo>
                  <a:cubicBezTo>
                    <a:pt x="2665669" y="1909924"/>
                    <a:pt x="2658917" y="1865813"/>
                    <a:pt x="2649444" y="1848051"/>
                  </a:cubicBezTo>
                  <a:cubicBezTo>
                    <a:pt x="2628468" y="1808722"/>
                    <a:pt x="2596162" y="1774834"/>
                    <a:pt x="2582067" y="1732548"/>
                  </a:cubicBezTo>
                  <a:cubicBezTo>
                    <a:pt x="2556901" y="1657048"/>
                    <a:pt x="2573257" y="1692196"/>
                    <a:pt x="2533941" y="1626670"/>
                  </a:cubicBezTo>
                  <a:cubicBezTo>
                    <a:pt x="2530733" y="1604211"/>
                    <a:pt x="2532742" y="1580357"/>
                    <a:pt x="2524316" y="1559293"/>
                  </a:cubicBezTo>
                  <a:cubicBezTo>
                    <a:pt x="2519261" y="1546654"/>
                    <a:pt x="2504299" y="1540752"/>
                    <a:pt x="2495440" y="1530417"/>
                  </a:cubicBezTo>
                  <a:cubicBezTo>
                    <a:pt x="2485000" y="1518237"/>
                    <a:pt x="2476189" y="1504750"/>
                    <a:pt x="2466564" y="1491916"/>
                  </a:cubicBezTo>
                  <a:cubicBezTo>
                    <a:pt x="2460147" y="1466249"/>
                    <a:pt x="2457490" y="1439336"/>
                    <a:pt x="2447314" y="1414914"/>
                  </a:cubicBezTo>
                  <a:cubicBezTo>
                    <a:pt x="2391297" y="1280473"/>
                    <a:pt x="2442462" y="1479751"/>
                    <a:pt x="2399187" y="1328287"/>
                  </a:cubicBezTo>
                  <a:cubicBezTo>
                    <a:pt x="2365965" y="1212009"/>
                    <a:pt x="2403375" y="1272910"/>
                    <a:pt x="2351061" y="1203158"/>
                  </a:cubicBezTo>
                  <a:cubicBezTo>
                    <a:pt x="2347853" y="1180699"/>
                    <a:pt x="2347955" y="1157511"/>
                    <a:pt x="2341436" y="1135781"/>
                  </a:cubicBezTo>
                  <a:cubicBezTo>
                    <a:pt x="2338112" y="1124701"/>
                    <a:pt x="2326247" y="1117737"/>
                    <a:pt x="2322185" y="1106906"/>
                  </a:cubicBezTo>
                  <a:cubicBezTo>
                    <a:pt x="2277869" y="988732"/>
                    <a:pt x="2356452" y="1131931"/>
                    <a:pt x="2283684" y="1010653"/>
                  </a:cubicBezTo>
                  <a:cubicBezTo>
                    <a:pt x="2280476" y="991402"/>
                    <a:pt x="2280230" y="971416"/>
                    <a:pt x="2274059" y="952901"/>
                  </a:cubicBezTo>
                  <a:cubicBezTo>
                    <a:pt x="2267359" y="932801"/>
                    <a:pt x="2239335" y="908552"/>
                    <a:pt x="2225933" y="895150"/>
                  </a:cubicBezTo>
                  <a:cubicBezTo>
                    <a:pt x="2205838" y="834868"/>
                    <a:pt x="2209433" y="836575"/>
                    <a:pt x="2177806" y="779647"/>
                  </a:cubicBezTo>
                  <a:cubicBezTo>
                    <a:pt x="2172188" y="769535"/>
                    <a:pt x="2163448" y="761254"/>
                    <a:pt x="2158556" y="750771"/>
                  </a:cubicBezTo>
                  <a:cubicBezTo>
                    <a:pt x="2140918" y="712975"/>
                    <a:pt x="2136486" y="667837"/>
                    <a:pt x="2110430" y="635268"/>
                  </a:cubicBezTo>
                  <a:cubicBezTo>
                    <a:pt x="2084762" y="603184"/>
                    <a:pt x="2058812" y="571323"/>
                    <a:pt x="2033427" y="539015"/>
                  </a:cubicBezTo>
                  <a:cubicBezTo>
                    <a:pt x="2023516" y="526401"/>
                    <a:pt x="2014401" y="513177"/>
                    <a:pt x="2004552" y="500514"/>
                  </a:cubicBezTo>
                  <a:cubicBezTo>
                    <a:pt x="1991939" y="484298"/>
                    <a:pt x="1977447" y="469482"/>
                    <a:pt x="1966051" y="452388"/>
                  </a:cubicBezTo>
                  <a:cubicBezTo>
                    <a:pt x="1953217" y="433137"/>
                    <a:pt x="1942003" y="412702"/>
                    <a:pt x="1927550" y="394636"/>
                  </a:cubicBezTo>
                  <a:cubicBezTo>
                    <a:pt x="1914716" y="378594"/>
                    <a:pt x="1905484" y="358836"/>
                    <a:pt x="1889049" y="346510"/>
                  </a:cubicBezTo>
                  <a:cubicBezTo>
                    <a:pt x="1866091" y="329292"/>
                    <a:pt x="1837714" y="320843"/>
                    <a:pt x="1812046" y="308009"/>
                  </a:cubicBezTo>
                  <a:cubicBezTo>
                    <a:pt x="1792796" y="288758"/>
                    <a:pt x="1776947" y="265358"/>
                    <a:pt x="1754295" y="250257"/>
                  </a:cubicBezTo>
                  <a:cubicBezTo>
                    <a:pt x="1671541" y="195090"/>
                    <a:pt x="1776244" y="261231"/>
                    <a:pt x="1696543" y="221381"/>
                  </a:cubicBezTo>
                  <a:cubicBezTo>
                    <a:pt x="1605621" y="175920"/>
                    <a:pt x="1684657" y="204587"/>
                    <a:pt x="1619541" y="182880"/>
                  </a:cubicBezTo>
                  <a:cubicBezTo>
                    <a:pt x="1606707" y="173255"/>
                    <a:pt x="1595388" y="161179"/>
                    <a:pt x="1581040" y="154005"/>
                  </a:cubicBezTo>
                  <a:cubicBezTo>
                    <a:pt x="1557601" y="142285"/>
                    <a:pt x="1512424" y="132038"/>
                    <a:pt x="1484787" y="125129"/>
                  </a:cubicBezTo>
                  <a:cubicBezTo>
                    <a:pt x="1475162" y="118712"/>
                    <a:pt x="1466259" y="111051"/>
                    <a:pt x="1455912" y="105878"/>
                  </a:cubicBezTo>
                  <a:cubicBezTo>
                    <a:pt x="1442105" y="98974"/>
                    <a:pt x="1400869" y="89711"/>
                    <a:pt x="1388535" y="86628"/>
                  </a:cubicBezTo>
                  <a:cubicBezTo>
                    <a:pt x="1378910" y="80211"/>
                    <a:pt x="1370006" y="72550"/>
                    <a:pt x="1359659" y="67377"/>
                  </a:cubicBezTo>
                  <a:cubicBezTo>
                    <a:pt x="1350584" y="62840"/>
                    <a:pt x="1340571" y="60422"/>
                    <a:pt x="1330783" y="57752"/>
                  </a:cubicBezTo>
                  <a:cubicBezTo>
                    <a:pt x="1305258" y="50791"/>
                    <a:pt x="1278881" y="46867"/>
                    <a:pt x="1253781" y="38501"/>
                  </a:cubicBezTo>
                  <a:cubicBezTo>
                    <a:pt x="1244156" y="35293"/>
                    <a:pt x="1234405" y="32438"/>
                    <a:pt x="1224905" y="28876"/>
                  </a:cubicBezTo>
                  <a:cubicBezTo>
                    <a:pt x="1208727" y="22810"/>
                    <a:pt x="1193761" y="12810"/>
                    <a:pt x="1176779" y="9626"/>
                  </a:cubicBezTo>
                  <a:cubicBezTo>
                    <a:pt x="1141948" y="3095"/>
                    <a:pt x="1106194" y="3209"/>
                    <a:pt x="1070901" y="0"/>
                  </a:cubicBezTo>
                  <a:cubicBezTo>
                    <a:pt x="888021" y="3209"/>
                    <a:pt x="704962" y="926"/>
                    <a:pt x="522261" y="9626"/>
                  </a:cubicBezTo>
                  <a:cubicBezTo>
                    <a:pt x="501992" y="10591"/>
                    <a:pt x="464510" y="28876"/>
                    <a:pt x="464510" y="28876"/>
                  </a:cubicBezTo>
                  <a:cubicBezTo>
                    <a:pt x="446108" y="84077"/>
                    <a:pt x="470641" y="38339"/>
                    <a:pt x="406758" y="67377"/>
                  </a:cubicBezTo>
                  <a:cubicBezTo>
                    <a:pt x="385695" y="76951"/>
                    <a:pt x="349006" y="105878"/>
                    <a:pt x="349006" y="105878"/>
                  </a:cubicBezTo>
                  <a:cubicBezTo>
                    <a:pt x="333656" y="128904"/>
                    <a:pt x="324462" y="146786"/>
                    <a:pt x="300880" y="163630"/>
                  </a:cubicBezTo>
                  <a:cubicBezTo>
                    <a:pt x="289204" y="171970"/>
                    <a:pt x="275213" y="176463"/>
                    <a:pt x="262379" y="182880"/>
                  </a:cubicBezTo>
                  <a:cubicBezTo>
                    <a:pt x="255835" y="191606"/>
                    <a:pt x="221293" y="236178"/>
                    <a:pt x="214253" y="250257"/>
                  </a:cubicBezTo>
                  <a:cubicBezTo>
                    <a:pt x="209716" y="259332"/>
                    <a:pt x="210255" y="270691"/>
                    <a:pt x="204627" y="279133"/>
                  </a:cubicBezTo>
                  <a:cubicBezTo>
                    <a:pt x="197076" y="290459"/>
                    <a:pt x="184466" y="297552"/>
                    <a:pt x="175752" y="308009"/>
                  </a:cubicBezTo>
                  <a:cubicBezTo>
                    <a:pt x="168346" y="316896"/>
                    <a:pt x="163554" y="327716"/>
                    <a:pt x="156501" y="336885"/>
                  </a:cubicBezTo>
                  <a:cubicBezTo>
                    <a:pt x="131449" y="369452"/>
                    <a:pt x="79499" y="433137"/>
                    <a:pt x="79499" y="433137"/>
                  </a:cubicBezTo>
                  <a:cubicBezTo>
                    <a:pt x="76291" y="442762"/>
                    <a:pt x="73437" y="452513"/>
                    <a:pt x="69874" y="462013"/>
                  </a:cubicBezTo>
                  <a:cubicBezTo>
                    <a:pt x="63807" y="478191"/>
                    <a:pt x="56087" y="493748"/>
                    <a:pt x="50623" y="510139"/>
                  </a:cubicBezTo>
                  <a:cubicBezTo>
                    <a:pt x="20718" y="599855"/>
                    <a:pt x="48033" y="552526"/>
                    <a:pt x="12122" y="606392"/>
                  </a:cubicBezTo>
                  <a:cubicBezTo>
                    <a:pt x="-6409" y="939956"/>
                    <a:pt x="-4075" y="804261"/>
                    <a:pt x="21747" y="1337912"/>
                  </a:cubicBezTo>
                  <a:cubicBezTo>
                    <a:pt x="22386" y="1351125"/>
                    <a:pt x="27892" y="1363650"/>
                    <a:pt x="31373" y="1376413"/>
                  </a:cubicBezTo>
                  <a:cubicBezTo>
                    <a:pt x="37519" y="1398948"/>
                    <a:pt x="43911" y="1421417"/>
                    <a:pt x="50623" y="1443790"/>
                  </a:cubicBezTo>
                  <a:cubicBezTo>
                    <a:pt x="53538" y="1453508"/>
                    <a:pt x="55322" y="1463797"/>
                    <a:pt x="60249" y="1472666"/>
                  </a:cubicBezTo>
                  <a:cubicBezTo>
                    <a:pt x="71485" y="1492890"/>
                    <a:pt x="85916" y="1511167"/>
                    <a:pt x="98750" y="1530417"/>
                  </a:cubicBezTo>
                  <a:cubicBezTo>
                    <a:pt x="101958" y="1543251"/>
                    <a:pt x="104192" y="1556368"/>
                    <a:pt x="108375" y="1568918"/>
                  </a:cubicBezTo>
                  <a:cubicBezTo>
                    <a:pt x="126950" y="1624646"/>
                    <a:pt x="145284" y="1652124"/>
                    <a:pt x="185377" y="1703672"/>
                  </a:cubicBezTo>
                  <a:cubicBezTo>
                    <a:pt x="259856" y="1799430"/>
                    <a:pt x="222316" y="1770007"/>
                    <a:pt x="281630" y="1809550"/>
                  </a:cubicBezTo>
                  <a:cubicBezTo>
                    <a:pt x="305538" y="1845414"/>
                    <a:pt x="301187" y="1842976"/>
                    <a:pt x="339381" y="1876927"/>
                  </a:cubicBezTo>
                  <a:cubicBezTo>
                    <a:pt x="354736" y="1890576"/>
                    <a:pt x="369762" y="1905077"/>
                    <a:pt x="387507" y="1915428"/>
                  </a:cubicBezTo>
                  <a:cubicBezTo>
                    <a:pt x="408613" y="1927740"/>
                    <a:pt x="432425" y="1934678"/>
                    <a:pt x="454884" y="1944303"/>
                  </a:cubicBezTo>
                  <a:cubicBezTo>
                    <a:pt x="464509" y="1953928"/>
                    <a:pt x="472434" y="1965628"/>
                    <a:pt x="483760" y="1973179"/>
                  </a:cubicBezTo>
                  <a:cubicBezTo>
                    <a:pt x="493737" y="1979830"/>
                    <a:pt x="543797" y="1989678"/>
                    <a:pt x="551137" y="1992430"/>
                  </a:cubicBezTo>
                  <a:cubicBezTo>
                    <a:pt x="564572" y="1997468"/>
                    <a:pt x="575795" y="2007905"/>
                    <a:pt x="589638" y="2011680"/>
                  </a:cubicBezTo>
                  <a:cubicBezTo>
                    <a:pt x="611526" y="2017649"/>
                    <a:pt x="634592" y="2017856"/>
                    <a:pt x="657015" y="2021306"/>
                  </a:cubicBezTo>
                  <a:cubicBezTo>
                    <a:pt x="676304" y="2024274"/>
                    <a:pt x="695715" y="2026698"/>
                    <a:pt x="714766" y="2030931"/>
                  </a:cubicBezTo>
                  <a:cubicBezTo>
                    <a:pt x="740549" y="2036661"/>
                    <a:pt x="797591" y="2064549"/>
                    <a:pt x="811019" y="2069432"/>
                  </a:cubicBezTo>
                  <a:cubicBezTo>
                    <a:pt x="823451" y="2073953"/>
                    <a:pt x="836800" y="2075423"/>
                    <a:pt x="849520" y="2079057"/>
                  </a:cubicBezTo>
                  <a:cubicBezTo>
                    <a:pt x="859276" y="2081844"/>
                    <a:pt x="868352" y="2087247"/>
                    <a:pt x="878396" y="2088682"/>
                  </a:cubicBezTo>
                  <a:cubicBezTo>
                    <a:pt x="913478" y="2093694"/>
                    <a:pt x="949031" y="2094598"/>
                    <a:pt x="984274" y="2098308"/>
                  </a:cubicBezTo>
                  <a:cubicBezTo>
                    <a:pt x="1009999" y="2101016"/>
                    <a:pt x="1035609" y="2104725"/>
                    <a:pt x="1061276" y="2107933"/>
                  </a:cubicBezTo>
                  <a:cubicBezTo>
                    <a:pt x="1178040" y="2146853"/>
                    <a:pt x="1031744" y="2101093"/>
                    <a:pt x="1350034" y="2127183"/>
                  </a:cubicBezTo>
                  <a:cubicBezTo>
                    <a:pt x="1459506" y="2136156"/>
                    <a:pt x="1567959" y="2155172"/>
                    <a:pt x="1677293" y="2165685"/>
                  </a:cubicBezTo>
                  <a:cubicBezTo>
                    <a:pt x="1734868" y="2171221"/>
                    <a:pt x="1792796" y="2172102"/>
                    <a:pt x="1850547" y="2175310"/>
                  </a:cubicBezTo>
                  <a:lnTo>
                    <a:pt x="1908299" y="2184935"/>
                  </a:lnTo>
                  <a:cubicBezTo>
                    <a:pt x="1924395" y="2187861"/>
                    <a:pt x="1940230" y="2192246"/>
                    <a:pt x="1956425" y="2194560"/>
                  </a:cubicBezTo>
                  <a:cubicBezTo>
                    <a:pt x="1985187" y="2198669"/>
                    <a:pt x="2014177" y="2200977"/>
                    <a:pt x="2043053" y="2204186"/>
                  </a:cubicBezTo>
                  <a:cubicBezTo>
                    <a:pt x="2160639" y="2233582"/>
                    <a:pt x="2093676" y="2221407"/>
                    <a:pt x="2245183" y="2233061"/>
                  </a:cubicBezTo>
                  <a:cubicBezTo>
                    <a:pt x="2274059" y="2239478"/>
                    <a:pt x="2302805" y="2246511"/>
                    <a:pt x="2331811" y="2252312"/>
                  </a:cubicBezTo>
                  <a:cubicBezTo>
                    <a:pt x="2350948" y="2256139"/>
                    <a:pt x="2370425" y="2258110"/>
                    <a:pt x="2389562" y="2261937"/>
                  </a:cubicBezTo>
                  <a:cubicBezTo>
                    <a:pt x="2402534" y="2264531"/>
                    <a:pt x="2414988" y="2269550"/>
                    <a:pt x="2428063" y="2271562"/>
                  </a:cubicBezTo>
                  <a:cubicBezTo>
                    <a:pt x="2456779" y="2275980"/>
                    <a:pt x="2485892" y="2277348"/>
                    <a:pt x="2514691" y="2281188"/>
                  </a:cubicBezTo>
                  <a:cubicBezTo>
                    <a:pt x="2534036" y="2283767"/>
                    <a:pt x="2553192" y="2287605"/>
                    <a:pt x="2572442" y="2290813"/>
                  </a:cubicBezTo>
                  <a:cubicBezTo>
                    <a:pt x="2582067" y="2297230"/>
                    <a:pt x="2590261" y="2306661"/>
                    <a:pt x="2601318" y="2310063"/>
                  </a:cubicBezTo>
                  <a:cubicBezTo>
                    <a:pt x="2684334" y="2335606"/>
                    <a:pt x="2809865" y="2363002"/>
                    <a:pt x="2832324" y="2338939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 6"/>
            <p:cNvSpPr/>
            <p:nvPr/>
          </p:nvSpPr>
          <p:spPr>
            <a:xfrm>
              <a:off x="1631843" y="1424368"/>
              <a:ext cx="3262964" cy="2887579"/>
            </a:xfrm>
            <a:custGeom>
              <a:avLst/>
              <a:gdLst>
                <a:gd name="connsiteX0" fmla="*/ 3262964 w 3262964"/>
                <a:gd name="connsiteY0" fmla="*/ 2887579 h 2887579"/>
                <a:gd name="connsiteX1" fmla="*/ 3147461 w 3262964"/>
                <a:gd name="connsiteY1" fmla="*/ 2772076 h 2887579"/>
                <a:gd name="connsiteX2" fmla="*/ 3080084 w 3262964"/>
                <a:gd name="connsiteY2" fmla="*/ 2704699 h 2887579"/>
                <a:gd name="connsiteX3" fmla="*/ 3070459 w 3262964"/>
                <a:gd name="connsiteY3" fmla="*/ 2675823 h 2887579"/>
                <a:gd name="connsiteX4" fmla="*/ 3003082 w 3262964"/>
                <a:gd name="connsiteY4" fmla="*/ 2608446 h 2887579"/>
                <a:gd name="connsiteX5" fmla="*/ 2993457 w 3262964"/>
                <a:gd name="connsiteY5" fmla="*/ 2579570 h 2887579"/>
                <a:gd name="connsiteX6" fmla="*/ 2945330 w 3262964"/>
                <a:gd name="connsiteY6" fmla="*/ 2521819 h 2887579"/>
                <a:gd name="connsiteX7" fmla="*/ 2897204 w 3262964"/>
                <a:gd name="connsiteY7" fmla="*/ 2435191 h 2887579"/>
                <a:gd name="connsiteX8" fmla="*/ 2877953 w 3262964"/>
                <a:gd name="connsiteY8" fmla="*/ 2396690 h 2887579"/>
                <a:gd name="connsiteX9" fmla="*/ 2839452 w 3262964"/>
                <a:gd name="connsiteY9" fmla="*/ 2377440 h 2887579"/>
                <a:gd name="connsiteX10" fmla="*/ 2820202 w 3262964"/>
                <a:gd name="connsiteY10" fmla="*/ 2338939 h 2887579"/>
                <a:gd name="connsiteX11" fmla="*/ 2781701 w 3262964"/>
                <a:gd name="connsiteY11" fmla="*/ 2271562 h 2887579"/>
                <a:gd name="connsiteX12" fmla="*/ 2772075 w 3262964"/>
                <a:gd name="connsiteY12" fmla="*/ 2242686 h 2887579"/>
                <a:gd name="connsiteX13" fmla="*/ 2752825 w 3262964"/>
                <a:gd name="connsiteY13" fmla="*/ 2213810 h 2887579"/>
                <a:gd name="connsiteX14" fmla="*/ 2714324 w 3262964"/>
                <a:gd name="connsiteY14" fmla="*/ 2136808 h 2887579"/>
                <a:gd name="connsiteX15" fmla="*/ 2704699 w 3262964"/>
                <a:gd name="connsiteY15" fmla="*/ 2098307 h 2887579"/>
                <a:gd name="connsiteX16" fmla="*/ 2627697 w 3262964"/>
                <a:gd name="connsiteY16" fmla="*/ 1963554 h 2887579"/>
                <a:gd name="connsiteX17" fmla="*/ 2618071 w 3262964"/>
                <a:gd name="connsiteY17" fmla="*/ 1925053 h 2887579"/>
                <a:gd name="connsiteX18" fmla="*/ 2589195 w 3262964"/>
                <a:gd name="connsiteY18" fmla="*/ 1857676 h 2887579"/>
                <a:gd name="connsiteX19" fmla="*/ 2579570 w 3262964"/>
                <a:gd name="connsiteY19" fmla="*/ 1819175 h 2887579"/>
                <a:gd name="connsiteX20" fmla="*/ 2560320 w 3262964"/>
                <a:gd name="connsiteY20" fmla="*/ 1780674 h 2887579"/>
                <a:gd name="connsiteX21" fmla="*/ 2541069 w 3262964"/>
                <a:gd name="connsiteY21" fmla="*/ 1703671 h 2887579"/>
                <a:gd name="connsiteX22" fmla="*/ 2483318 w 3262964"/>
                <a:gd name="connsiteY22" fmla="*/ 1597794 h 2887579"/>
                <a:gd name="connsiteX23" fmla="*/ 2473692 w 3262964"/>
                <a:gd name="connsiteY23" fmla="*/ 1568918 h 2887579"/>
                <a:gd name="connsiteX24" fmla="*/ 2444817 w 3262964"/>
                <a:gd name="connsiteY24" fmla="*/ 1520791 h 2887579"/>
                <a:gd name="connsiteX25" fmla="*/ 2406315 w 3262964"/>
                <a:gd name="connsiteY25" fmla="*/ 1434164 h 2887579"/>
                <a:gd name="connsiteX26" fmla="*/ 2377440 w 3262964"/>
                <a:gd name="connsiteY26" fmla="*/ 1337911 h 2887579"/>
                <a:gd name="connsiteX27" fmla="*/ 2367814 w 3262964"/>
                <a:gd name="connsiteY27" fmla="*/ 1309036 h 2887579"/>
                <a:gd name="connsiteX28" fmla="*/ 2338939 w 3262964"/>
                <a:gd name="connsiteY28" fmla="*/ 1289785 h 2887579"/>
                <a:gd name="connsiteX29" fmla="*/ 2329313 w 3262964"/>
                <a:gd name="connsiteY29" fmla="*/ 1241659 h 2887579"/>
                <a:gd name="connsiteX30" fmla="*/ 2300438 w 3262964"/>
                <a:gd name="connsiteY30" fmla="*/ 1203158 h 2887579"/>
                <a:gd name="connsiteX31" fmla="*/ 2271562 w 3262964"/>
                <a:gd name="connsiteY31" fmla="*/ 1145406 h 2887579"/>
                <a:gd name="connsiteX32" fmla="*/ 2223435 w 3262964"/>
                <a:gd name="connsiteY32" fmla="*/ 1010653 h 2887579"/>
                <a:gd name="connsiteX33" fmla="*/ 2194560 w 3262964"/>
                <a:gd name="connsiteY33" fmla="*/ 962526 h 2887579"/>
                <a:gd name="connsiteX34" fmla="*/ 2127183 w 3262964"/>
                <a:gd name="connsiteY34" fmla="*/ 808522 h 2887579"/>
                <a:gd name="connsiteX35" fmla="*/ 2107932 w 3262964"/>
                <a:gd name="connsiteY35" fmla="*/ 779646 h 2887579"/>
                <a:gd name="connsiteX36" fmla="*/ 2069431 w 3262964"/>
                <a:gd name="connsiteY36" fmla="*/ 702644 h 2887579"/>
                <a:gd name="connsiteX37" fmla="*/ 2050181 w 3262964"/>
                <a:gd name="connsiteY37" fmla="*/ 673768 h 2887579"/>
                <a:gd name="connsiteX38" fmla="*/ 2030930 w 3262964"/>
                <a:gd name="connsiteY38" fmla="*/ 606391 h 2887579"/>
                <a:gd name="connsiteX39" fmla="*/ 1973179 w 3262964"/>
                <a:gd name="connsiteY39" fmla="*/ 529389 h 2887579"/>
                <a:gd name="connsiteX40" fmla="*/ 1963553 w 3262964"/>
                <a:gd name="connsiteY40" fmla="*/ 490888 h 2887579"/>
                <a:gd name="connsiteX41" fmla="*/ 1934678 w 3262964"/>
                <a:gd name="connsiteY41" fmla="*/ 471638 h 2887579"/>
                <a:gd name="connsiteX42" fmla="*/ 1915427 w 3262964"/>
                <a:gd name="connsiteY42" fmla="*/ 442762 h 2887579"/>
                <a:gd name="connsiteX43" fmla="*/ 1848050 w 3262964"/>
                <a:gd name="connsiteY43" fmla="*/ 346509 h 2887579"/>
                <a:gd name="connsiteX44" fmla="*/ 1799924 w 3262964"/>
                <a:gd name="connsiteY44" fmla="*/ 317634 h 2887579"/>
                <a:gd name="connsiteX45" fmla="*/ 1761423 w 3262964"/>
                <a:gd name="connsiteY45" fmla="*/ 288758 h 2887579"/>
                <a:gd name="connsiteX46" fmla="*/ 1722922 w 3262964"/>
                <a:gd name="connsiteY46" fmla="*/ 250257 h 2887579"/>
                <a:gd name="connsiteX47" fmla="*/ 1568918 w 3262964"/>
                <a:gd name="connsiteY47" fmla="*/ 182880 h 2887579"/>
                <a:gd name="connsiteX48" fmla="*/ 1530417 w 3262964"/>
                <a:gd name="connsiteY48" fmla="*/ 154004 h 2887579"/>
                <a:gd name="connsiteX49" fmla="*/ 1472665 w 3262964"/>
                <a:gd name="connsiteY49" fmla="*/ 134754 h 2887579"/>
                <a:gd name="connsiteX50" fmla="*/ 1357162 w 3262964"/>
                <a:gd name="connsiteY50" fmla="*/ 96253 h 2887579"/>
                <a:gd name="connsiteX51" fmla="*/ 1309035 w 3262964"/>
                <a:gd name="connsiteY51" fmla="*/ 67377 h 2887579"/>
                <a:gd name="connsiteX52" fmla="*/ 1241659 w 3262964"/>
                <a:gd name="connsiteY52" fmla="*/ 57751 h 2887579"/>
                <a:gd name="connsiteX53" fmla="*/ 1203158 w 3262964"/>
                <a:gd name="connsiteY53" fmla="*/ 38501 h 2887579"/>
                <a:gd name="connsiteX54" fmla="*/ 1078029 w 3262964"/>
                <a:gd name="connsiteY54" fmla="*/ 19250 h 2887579"/>
                <a:gd name="connsiteX55" fmla="*/ 972151 w 3262964"/>
                <a:gd name="connsiteY55" fmla="*/ 0 h 2887579"/>
                <a:gd name="connsiteX56" fmla="*/ 577515 w 3262964"/>
                <a:gd name="connsiteY56" fmla="*/ 9625 h 2887579"/>
                <a:gd name="connsiteX57" fmla="*/ 519764 w 3262964"/>
                <a:gd name="connsiteY57" fmla="*/ 19250 h 2887579"/>
                <a:gd name="connsiteX58" fmla="*/ 365760 w 3262964"/>
                <a:gd name="connsiteY58" fmla="*/ 105878 h 2887579"/>
                <a:gd name="connsiteX59" fmla="*/ 259882 w 3262964"/>
                <a:gd name="connsiteY59" fmla="*/ 202130 h 2887579"/>
                <a:gd name="connsiteX60" fmla="*/ 125128 w 3262964"/>
                <a:gd name="connsiteY60" fmla="*/ 404261 h 2887579"/>
                <a:gd name="connsiteX61" fmla="*/ 77002 w 3262964"/>
                <a:gd name="connsiteY61" fmla="*/ 481263 h 2887579"/>
                <a:gd name="connsiteX62" fmla="*/ 57751 w 3262964"/>
                <a:gd name="connsiteY62" fmla="*/ 558265 h 2887579"/>
                <a:gd name="connsiteX63" fmla="*/ 19250 w 3262964"/>
                <a:gd name="connsiteY63" fmla="*/ 702644 h 2887579"/>
                <a:gd name="connsiteX64" fmla="*/ 0 w 3262964"/>
                <a:gd name="connsiteY64" fmla="*/ 866274 h 2887579"/>
                <a:gd name="connsiteX65" fmla="*/ 9625 w 3262964"/>
                <a:gd name="connsiteY65" fmla="*/ 1251284 h 2887579"/>
                <a:gd name="connsiteX66" fmla="*/ 67377 w 3262964"/>
                <a:gd name="connsiteY66" fmla="*/ 1405288 h 2887579"/>
                <a:gd name="connsiteX67" fmla="*/ 134753 w 3262964"/>
                <a:gd name="connsiteY67" fmla="*/ 1540042 h 2887579"/>
                <a:gd name="connsiteX68" fmla="*/ 154004 w 3262964"/>
                <a:gd name="connsiteY68" fmla="*/ 1578543 h 2887579"/>
                <a:gd name="connsiteX69" fmla="*/ 173254 w 3262964"/>
                <a:gd name="connsiteY69" fmla="*/ 1636295 h 2887579"/>
                <a:gd name="connsiteX70" fmla="*/ 211755 w 3262964"/>
                <a:gd name="connsiteY70" fmla="*/ 1684421 h 2887579"/>
                <a:gd name="connsiteX71" fmla="*/ 250257 w 3262964"/>
                <a:gd name="connsiteY71" fmla="*/ 1761423 h 2887579"/>
                <a:gd name="connsiteX72" fmla="*/ 375385 w 3262964"/>
                <a:gd name="connsiteY72" fmla="*/ 1915427 h 2887579"/>
                <a:gd name="connsiteX73" fmla="*/ 442762 w 3262964"/>
                <a:gd name="connsiteY73" fmla="*/ 1973179 h 2887579"/>
                <a:gd name="connsiteX74" fmla="*/ 490888 w 3262964"/>
                <a:gd name="connsiteY74" fmla="*/ 2030930 h 2887579"/>
                <a:gd name="connsiteX75" fmla="*/ 558265 w 3262964"/>
                <a:gd name="connsiteY75" fmla="*/ 2069431 h 2887579"/>
                <a:gd name="connsiteX76" fmla="*/ 616017 w 3262964"/>
                <a:gd name="connsiteY76" fmla="*/ 2127183 h 2887579"/>
                <a:gd name="connsiteX77" fmla="*/ 683393 w 3262964"/>
                <a:gd name="connsiteY77" fmla="*/ 2165684 h 2887579"/>
                <a:gd name="connsiteX78" fmla="*/ 760395 w 3262964"/>
                <a:gd name="connsiteY78" fmla="*/ 2223436 h 2887579"/>
                <a:gd name="connsiteX79" fmla="*/ 847023 w 3262964"/>
                <a:gd name="connsiteY79" fmla="*/ 2252311 h 2887579"/>
                <a:gd name="connsiteX80" fmla="*/ 943275 w 3262964"/>
                <a:gd name="connsiteY80" fmla="*/ 2281187 h 2887579"/>
                <a:gd name="connsiteX81" fmla="*/ 1049153 w 3262964"/>
                <a:gd name="connsiteY81" fmla="*/ 2310063 h 2887579"/>
                <a:gd name="connsiteX82" fmla="*/ 1087654 w 3262964"/>
                <a:gd name="connsiteY82" fmla="*/ 2319688 h 2887579"/>
                <a:gd name="connsiteX83" fmla="*/ 1145406 w 3262964"/>
                <a:gd name="connsiteY83" fmla="*/ 2329314 h 2887579"/>
                <a:gd name="connsiteX84" fmla="*/ 1203158 w 3262964"/>
                <a:gd name="connsiteY84" fmla="*/ 2358189 h 2887579"/>
                <a:gd name="connsiteX85" fmla="*/ 1260909 w 3262964"/>
                <a:gd name="connsiteY85" fmla="*/ 2367815 h 2887579"/>
                <a:gd name="connsiteX86" fmla="*/ 1501541 w 3262964"/>
                <a:gd name="connsiteY86" fmla="*/ 2406316 h 2887579"/>
                <a:gd name="connsiteX87" fmla="*/ 1578543 w 3262964"/>
                <a:gd name="connsiteY87" fmla="*/ 2415941 h 2887579"/>
                <a:gd name="connsiteX88" fmla="*/ 1645920 w 3262964"/>
                <a:gd name="connsiteY88" fmla="*/ 2425566 h 2887579"/>
                <a:gd name="connsiteX89" fmla="*/ 1905802 w 3262964"/>
                <a:gd name="connsiteY89" fmla="*/ 2454442 h 2887579"/>
                <a:gd name="connsiteX90" fmla="*/ 1944303 w 3262964"/>
                <a:gd name="connsiteY90" fmla="*/ 2464067 h 2887579"/>
                <a:gd name="connsiteX91" fmla="*/ 2069431 w 3262964"/>
                <a:gd name="connsiteY91" fmla="*/ 2473693 h 2887579"/>
                <a:gd name="connsiteX92" fmla="*/ 2127183 w 3262964"/>
                <a:gd name="connsiteY92" fmla="*/ 2502568 h 2887579"/>
                <a:gd name="connsiteX93" fmla="*/ 2261937 w 3262964"/>
                <a:gd name="connsiteY93" fmla="*/ 2512194 h 2887579"/>
                <a:gd name="connsiteX94" fmla="*/ 2290812 w 3262964"/>
                <a:gd name="connsiteY94" fmla="*/ 2521819 h 2887579"/>
                <a:gd name="connsiteX95" fmla="*/ 2435191 w 3262964"/>
                <a:gd name="connsiteY95" fmla="*/ 2541069 h 2887579"/>
                <a:gd name="connsiteX96" fmla="*/ 2560320 w 3262964"/>
                <a:gd name="connsiteY96" fmla="*/ 2579570 h 2887579"/>
                <a:gd name="connsiteX97" fmla="*/ 2637322 w 3262964"/>
                <a:gd name="connsiteY97" fmla="*/ 2598821 h 2887579"/>
                <a:gd name="connsiteX98" fmla="*/ 2733574 w 3262964"/>
                <a:gd name="connsiteY98" fmla="*/ 2618071 h 2887579"/>
                <a:gd name="connsiteX99" fmla="*/ 2791326 w 3262964"/>
                <a:gd name="connsiteY99" fmla="*/ 2637322 h 2887579"/>
                <a:gd name="connsiteX100" fmla="*/ 2829827 w 3262964"/>
                <a:gd name="connsiteY100" fmla="*/ 2666198 h 2887579"/>
                <a:gd name="connsiteX101" fmla="*/ 2887579 w 3262964"/>
                <a:gd name="connsiteY101" fmla="*/ 2685448 h 2887579"/>
                <a:gd name="connsiteX102" fmla="*/ 2964581 w 3262964"/>
                <a:gd name="connsiteY102" fmla="*/ 2714324 h 2887579"/>
                <a:gd name="connsiteX103" fmla="*/ 3012707 w 3262964"/>
                <a:gd name="connsiteY103" fmla="*/ 2752825 h 2887579"/>
                <a:gd name="connsiteX104" fmla="*/ 3041583 w 3262964"/>
                <a:gd name="connsiteY104" fmla="*/ 2762450 h 2887579"/>
                <a:gd name="connsiteX105" fmla="*/ 3070459 w 3262964"/>
                <a:gd name="connsiteY105" fmla="*/ 2781701 h 2887579"/>
                <a:gd name="connsiteX106" fmla="*/ 3108960 w 3262964"/>
                <a:gd name="connsiteY106" fmla="*/ 2800951 h 2887579"/>
                <a:gd name="connsiteX107" fmla="*/ 3166711 w 3262964"/>
                <a:gd name="connsiteY107" fmla="*/ 2839453 h 2887579"/>
                <a:gd name="connsiteX108" fmla="*/ 3195587 w 3262964"/>
                <a:gd name="connsiteY108" fmla="*/ 2858703 h 2887579"/>
                <a:gd name="connsiteX109" fmla="*/ 3262964 w 3262964"/>
                <a:gd name="connsiteY109" fmla="*/ 2887579 h 2887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3262964" h="2887579">
                  <a:moveTo>
                    <a:pt x="3262964" y="2887579"/>
                  </a:moveTo>
                  <a:cubicBezTo>
                    <a:pt x="3135728" y="2778519"/>
                    <a:pt x="3249115" y="2882201"/>
                    <a:pt x="3147461" y="2772076"/>
                  </a:cubicBezTo>
                  <a:cubicBezTo>
                    <a:pt x="3125918" y="2748737"/>
                    <a:pt x="3080084" y="2704699"/>
                    <a:pt x="3080084" y="2704699"/>
                  </a:cubicBezTo>
                  <a:cubicBezTo>
                    <a:pt x="3076876" y="2695074"/>
                    <a:pt x="3076797" y="2683746"/>
                    <a:pt x="3070459" y="2675823"/>
                  </a:cubicBezTo>
                  <a:cubicBezTo>
                    <a:pt x="3050618" y="2651021"/>
                    <a:pt x="3003082" y="2608446"/>
                    <a:pt x="3003082" y="2608446"/>
                  </a:cubicBezTo>
                  <a:cubicBezTo>
                    <a:pt x="2999874" y="2598821"/>
                    <a:pt x="2997994" y="2588645"/>
                    <a:pt x="2993457" y="2579570"/>
                  </a:cubicBezTo>
                  <a:cubicBezTo>
                    <a:pt x="2980058" y="2552772"/>
                    <a:pt x="2966615" y="2543104"/>
                    <a:pt x="2945330" y="2521819"/>
                  </a:cubicBezTo>
                  <a:cubicBezTo>
                    <a:pt x="2899184" y="2429525"/>
                    <a:pt x="2957622" y="2543943"/>
                    <a:pt x="2897204" y="2435191"/>
                  </a:cubicBezTo>
                  <a:cubicBezTo>
                    <a:pt x="2890236" y="2422648"/>
                    <a:pt x="2888099" y="2406836"/>
                    <a:pt x="2877953" y="2396690"/>
                  </a:cubicBezTo>
                  <a:cubicBezTo>
                    <a:pt x="2867807" y="2386544"/>
                    <a:pt x="2852286" y="2383857"/>
                    <a:pt x="2839452" y="2377440"/>
                  </a:cubicBezTo>
                  <a:cubicBezTo>
                    <a:pt x="2833035" y="2364606"/>
                    <a:pt x="2827321" y="2351397"/>
                    <a:pt x="2820202" y="2338939"/>
                  </a:cubicBezTo>
                  <a:cubicBezTo>
                    <a:pt x="2792579" y="2290598"/>
                    <a:pt x="2806637" y="2329745"/>
                    <a:pt x="2781701" y="2271562"/>
                  </a:cubicBezTo>
                  <a:cubicBezTo>
                    <a:pt x="2777704" y="2262236"/>
                    <a:pt x="2776612" y="2251761"/>
                    <a:pt x="2772075" y="2242686"/>
                  </a:cubicBezTo>
                  <a:cubicBezTo>
                    <a:pt x="2766902" y="2232339"/>
                    <a:pt x="2757998" y="2224157"/>
                    <a:pt x="2752825" y="2213810"/>
                  </a:cubicBezTo>
                  <a:cubicBezTo>
                    <a:pt x="2705731" y="2119623"/>
                    <a:pt x="2758923" y="2203708"/>
                    <a:pt x="2714324" y="2136808"/>
                  </a:cubicBezTo>
                  <a:cubicBezTo>
                    <a:pt x="2711116" y="2123974"/>
                    <a:pt x="2710615" y="2110139"/>
                    <a:pt x="2704699" y="2098307"/>
                  </a:cubicBezTo>
                  <a:cubicBezTo>
                    <a:pt x="2657176" y="2003263"/>
                    <a:pt x="2661567" y="2048230"/>
                    <a:pt x="2627697" y="1963554"/>
                  </a:cubicBezTo>
                  <a:cubicBezTo>
                    <a:pt x="2622784" y="1951271"/>
                    <a:pt x="2622592" y="1937485"/>
                    <a:pt x="2618071" y="1925053"/>
                  </a:cubicBezTo>
                  <a:cubicBezTo>
                    <a:pt x="2609720" y="1902090"/>
                    <a:pt x="2597545" y="1880640"/>
                    <a:pt x="2589195" y="1857676"/>
                  </a:cubicBezTo>
                  <a:cubicBezTo>
                    <a:pt x="2584674" y="1845244"/>
                    <a:pt x="2584215" y="1831561"/>
                    <a:pt x="2579570" y="1819175"/>
                  </a:cubicBezTo>
                  <a:cubicBezTo>
                    <a:pt x="2574532" y="1805740"/>
                    <a:pt x="2564857" y="1794286"/>
                    <a:pt x="2560320" y="1780674"/>
                  </a:cubicBezTo>
                  <a:cubicBezTo>
                    <a:pt x="2551953" y="1755574"/>
                    <a:pt x="2554681" y="1726358"/>
                    <a:pt x="2541069" y="1703671"/>
                  </a:cubicBezTo>
                  <a:cubicBezTo>
                    <a:pt x="2514991" y="1660207"/>
                    <a:pt x="2504602" y="1645683"/>
                    <a:pt x="2483318" y="1597794"/>
                  </a:cubicBezTo>
                  <a:cubicBezTo>
                    <a:pt x="2479197" y="1588522"/>
                    <a:pt x="2478229" y="1577993"/>
                    <a:pt x="2473692" y="1568918"/>
                  </a:cubicBezTo>
                  <a:cubicBezTo>
                    <a:pt x="2465326" y="1552185"/>
                    <a:pt x="2452558" y="1537822"/>
                    <a:pt x="2444817" y="1520791"/>
                  </a:cubicBezTo>
                  <a:cubicBezTo>
                    <a:pt x="2395731" y="1412801"/>
                    <a:pt x="2451745" y="1502308"/>
                    <a:pt x="2406315" y="1434164"/>
                  </a:cubicBezTo>
                  <a:cubicBezTo>
                    <a:pt x="2391590" y="1360538"/>
                    <a:pt x="2404573" y="1410265"/>
                    <a:pt x="2377440" y="1337911"/>
                  </a:cubicBezTo>
                  <a:cubicBezTo>
                    <a:pt x="2373878" y="1328411"/>
                    <a:pt x="2374152" y="1316958"/>
                    <a:pt x="2367814" y="1309036"/>
                  </a:cubicBezTo>
                  <a:cubicBezTo>
                    <a:pt x="2360588" y="1300003"/>
                    <a:pt x="2348564" y="1296202"/>
                    <a:pt x="2338939" y="1289785"/>
                  </a:cubicBezTo>
                  <a:cubicBezTo>
                    <a:pt x="2335730" y="1273743"/>
                    <a:pt x="2335957" y="1256609"/>
                    <a:pt x="2329313" y="1241659"/>
                  </a:cubicBezTo>
                  <a:cubicBezTo>
                    <a:pt x="2322798" y="1227000"/>
                    <a:pt x="2308691" y="1216914"/>
                    <a:pt x="2300438" y="1203158"/>
                  </a:cubicBezTo>
                  <a:cubicBezTo>
                    <a:pt x="2289365" y="1184702"/>
                    <a:pt x="2279555" y="1165389"/>
                    <a:pt x="2271562" y="1145406"/>
                  </a:cubicBezTo>
                  <a:cubicBezTo>
                    <a:pt x="2256703" y="1108259"/>
                    <a:pt x="2242932" y="1049648"/>
                    <a:pt x="2223435" y="1010653"/>
                  </a:cubicBezTo>
                  <a:cubicBezTo>
                    <a:pt x="2215069" y="993920"/>
                    <a:pt x="2202471" y="979479"/>
                    <a:pt x="2194560" y="962526"/>
                  </a:cubicBezTo>
                  <a:cubicBezTo>
                    <a:pt x="2141160" y="848096"/>
                    <a:pt x="2175814" y="896057"/>
                    <a:pt x="2127183" y="808522"/>
                  </a:cubicBezTo>
                  <a:cubicBezTo>
                    <a:pt x="2121565" y="798410"/>
                    <a:pt x="2113472" y="789802"/>
                    <a:pt x="2107932" y="779646"/>
                  </a:cubicBezTo>
                  <a:cubicBezTo>
                    <a:pt x="2094190" y="754453"/>
                    <a:pt x="2085349" y="726522"/>
                    <a:pt x="2069431" y="702644"/>
                  </a:cubicBezTo>
                  <a:cubicBezTo>
                    <a:pt x="2063014" y="693019"/>
                    <a:pt x="2055354" y="684115"/>
                    <a:pt x="2050181" y="673768"/>
                  </a:cubicBezTo>
                  <a:cubicBezTo>
                    <a:pt x="2031442" y="636291"/>
                    <a:pt x="2049442" y="649588"/>
                    <a:pt x="2030930" y="606391"/>
                  </a:cubicBezTo>
                  <a:cubicBezTo>
                    <a:pt x="2023859" y="589891"/>
                    <a:pt x="1977039" y="534214"/>
                    <a:pt x="1973179" y="529389"/>
                  </a:cubicBezTo>
                  <a:cubicBezTo>
                    <a:pt x="1969970" y="516555"/>
                    <a:pt x="1970891" y="501895"/>
                    <a:pt x="1963553" y="490888"/>
                  </a:cubicBezTo>
                  <a:cubicBezTo>
                    <a:pt x="1957136" y="481263"/>
                    <a:pt x="1942858" y="479818"/>
                    <a:pt x="1934678" y="471638"/>
                  </a:cubicBezTo>
                  <a:cubicBezTo>
                    <a:pt x="1926498" y="463458"/>
                    <a:pt x="1921166" y="452806"/>
                    <a:pt x="1915427" y="442762"/>
                  </a:cubicBezTo>
                  <a:cubicBezTo>
                    <a:pt x="1887593" y="394053"/>
                    <a:pt x="1900782" y="393967"/>
                    <a:pt x="1848050" y="346509"/>
                  </a:cubicBezTo>
                  <a:cubicBezTo>
                    <a:pt x="1834144" y="333994"/>
                    <a:pt x="1815490" y="328011"/>
                    <a:pt x="1799924" y="317634"/>
                  </a:cubicBezTo>
                  <a:cubicBezTo>
                    <a:pt x="1786576" y="308735"/>
                    <a:pt x="1773496" y="299322"/>
                    <a:pt x="1761423" y="288758"/>
                  </a:cubicBezTo>
                  <a:cubicBezTo>
                    <a:pt x="1747764" y="276806"/>
                    <a:pt x="1737248" y="261400"/>
                    <a:pt x="1722922" y="250257"/>
                  </a:cubicBezTo>
                  <a:cubicBezTo>
                    <a:pt x="1677076" y="214600"/>
                    <a:pt x="1623159" y="202604"/>
                    <a:pt x="1568918" y="182880"/>
                  </a:cubicBezTo>
                  <a:cubicBezTo>
                    <a:pt x="1556084" y="173255"/>
                    <a:pt x="1544766" y="161178"/>
                    <a:pt x="1530417" y="154004"/>
                  </a:cubicBezTo>
                  <a:cubicBezTo>
                    <a:pt x="1512267" y="144929"/>
                    <a:pt x="1472665" y="134754"/>
                    <a:pt x="1472665" y="134754"/>
                  </a:cubicBezTo>
                  <a:cubicBezTo>
                    <a:pt x="1389668" y="72506"/>
                    <a:pt x="1488462" y="136653"/>
                    <a:pt x="1357162" y="96253"/>
                  </a:cubicBezTo>
                  <a:cubicBezTo>
                    <a:pt x="1339281" y="90751"/>
                    <a:pt x="1326783" y="73293"/>
                    <a:pt x="1309035" y="67377"/>
                  </a:cubicBezTo>
                  <a:cubicBezTo>
                    <a:pt x="1287513" y="60203"/>
                    <a:pt x="1264118" y="60960"/>
                    <a:pt x="1241659" y="57751"/>
                  </a:cubicBezTo>
                  <a:cubicBezTo>
                    <a:pt x="1228825" y="51334"/>
                    <a:pt x="1216593" y="43539"/>
                    <a:pt x="1203158" y="38501"/>
                  </a:cubicBezTo>
                  <a:cubicBezTo>
                    <a:pt x="1166788" y="24863"/>
                    <a:pt x="1111219" y="23675"/>
                    <a:pt x="1078029" y="19250"/>
                  </a:cubicBezTo>
                  <a:cubicBezTo>
                    <a:pt x="1041084" y="14324"/>
                    <a:pt x="1008445" y="7259"/>
                    <a:pt x="972151" y="0"/>
                  </a:cubicBezTo>
                  <a:lnTo>
                    <a:pt x="577515" y="9625"/>
                  </a:lnTo>
                  <a:cubicBezTo>
                    <a:pt x="558017" y="10455"/>
                    <a:pt x="538037" y="12397"/>
                    <a:pt x="519764" y="19250"/>
                  </a:cubicBezTo>
                  <a:cubicBezTo>
                    <a:pt x="475231" y="35950"/>
                    <a:pt x="406653" y="74422"/>
                    <a:pt x="365760" y="105878"/>
                  </a:cubicBezTo>
                  <a:cubicBezTo>
                    <a:pt x="347856" y="119650"/>
                    <a:pt x="280489" y="176944"/>
                    <a:pt x="259882" y="202130"/>
                  </a:cubicBezTo>
                  <a:cubicBezTo>
                    <a:pt x="223401" y="246718"/>
                    <a:pt x="144098" y="374450"/>
                    <a:pt x="125128" y="404261"/>
                  </a:cubicBezTo>
                  <a:cubicBezTo>
                    <a:pt x="108878" y="429797"/>
                    <a:pt x="77002" y="481263"/>
                    <a:pt x="77002" y="481263"/>
                  </a:cubicBezTo>
                  <a:cubicBezTo>
                    <a:pt x="70585" y="506930"/>
                    <a:pt x="65019" y="532826"/>
                    <a:pt x="57751" y="558265"/>
                  </a:cubicBezTo>
                  <a:cubicBezTo>
                    <a:pt x="35199" y="637198"/>
                    <a:pt x="34081" y="606240"/>
                    <a:pt x="19250" y="702644"/>
                  </a:cubicBezTo>
                  <a:cubicBezTo>
                    <a:pt x="10899" y="756925"/>
                    <a:pt x="6417" y="811731"/>
                    <a:pt x="0" y="866274"/>
                  </a:cubicBezTo>
                  <a:cubicBezTo>
                    <a:pt x="3208" y="994611"/>
                    <a:pt x="-612" y="1123316"/>
                    <a:pt x="9625" y="1251284"/>
                  </a:cubicBezTo>
                  <a:cubicBezTo>
                    <a:pt x="14685" y="1314529"/>
                    <a:pt x="42797" y="1352030"/>
                    <a:pt x="67377" y="1405288"/>
                  </a:cubicBezTo>
                  <a:cubicBezTo>
                    <a:pt x="137930" y="1558154"/>
                    <a:pt x="50794" y="1386119"/>
                    <a:pt x="134753" y="1540042"/>
                  </a:cubicBezTo>
                  <a:cubicBezTo>
                    <a:pt x="141624" y="1552639"/>
                    <a:pt x="148675" y="1565221"/>
                    <a:pt x="154004" y="1578543"/>
                  </a:cubicBezTo>
                  <a:cubicBezTo>
                    <a:pt x="161540" y="1597384"/>
                    <a:pt x="163537" y="1618481"/>
                    <a:pt x="173254" y="1636295"/>
                  </a:cubicBezTo>
                  <a:cubicBezTo>
                    <a:pt x="183091" y="1654330"/>
                    <a:pt x="200988" y="1666925"/>
                    <a:pt x="211755" y="1684421"/>
                  </a:cubicBezTo>
                  <a:cubicBezTo>
                    <a:pt x="226795" y="1708861"/>
                    <a:pt x="234667" y="1737330"/>
                    <a:pt x="250257" y="1761423"/>
                  </a:cubicBezTo>
                  <a:cubicBezTo>
                    <a:pt x="258162" y="1773639"/>
                    <a:pt x="356601" y="1899326"/>
                    <a:pt x="375385" y="1915427"/>
                  </a:cubicBezTo>
                  <a:cubicBezTo>
                    <a:pt x="397844" y="1934678"/>
                    <a:pt x="421846" y="1952263"/>
                    <a:pt x="442762" y="1973179"/>
                  </a:cubicBezTo>
                  <a:cubicBezTo>
                    <a:pt x="460481" y="1990898"/>
                    <a:pt x="471638" y="2014888"/>
                    <a:pt x="490888" y="2030930"/>
                  </a:cubicBezTo>
                  <a:cubicBezTo>
                    <a:pt x="510760" y="2047490"/>
                    <a:pt x="537762" y="2053660"/>
                    <a:pt x="558265" y="2069431"/>
                  </a:cubicBezTo>
                  <a:cubicBezTo>
                    <a:pt x="579844" y="2086030"/>
                    <a:pt x="594438" y="2110584"/>
                    <a:pt x="616017" y="2127183"/>
                  </a:cubicBezTo>
                  <a:cubicBezTo>
                    <a:pt x="636520" y="2142954"/>
                    <a:pt x="661871" y="2151336"/>
                    <a:pt x="683393" y="2165684"/>
                  </a:cubicBezTo>
                  <a:cubicBezTo>
                    <a:pt x="710089" y="2183481"/>
                    <a:pt x="732039" y="2208424"/>
                    <a:pt x="760395" y="2223436"/>
                  </a:cubicBezTo>
                  <a:cubicBezTo>
                    <a:pt x="787296" y="2237677"/>
                    <a:pt x="818762" y="2241006"/>
                    <a:pt x="847023" y="2252311"/>
                  </a:cubicBezTo>
                  <a:cubicBezTo>
                    <a:pt x="910339" y="2277638"/>
                    <a:pt x="878207" y="2268174"/>
                    <a:pt x="943275" y="2281187"/>
                  </a:cubicBezTo>
                  <a:cubicBezTo>
                    <a:pt x="1008386" y="2313743"/>
                    <a:pt x="957583" y="2293414"/>
                    <a:pt x="1049153" y="2310063"/>
                  </a:cubicBezTo>
                  <a:cubicBezTo>
                    <a:pt x="1062168" y="2312429"/>
                    <a:pt x="1074682" y="2317094"/>
                    <a:pt x="1087654" y="2319688"/>
                  </a:cubicBezTo>
                  <a:cubicBezTo>
                    <a:pt x="1106791" y="2323516"/>
                    <a:pt x="1126155" y="2326105"/>
                    <a:pt x="1145406" y="2329314"/>
                  </a:cubicBezTo>
                  <a:cubicBezTo>
                    <a:pt x="1164657" y="2338939"/>
                    <a:pt x="1182740" y="2351383"/>
                    <a:pt x="1203158" y="2358189"/>
                  </a:cubicBezTo>
                  <a:cubicBezTo>
                    <a:pt x="1221672" y="2364360"/>
                    <a:pt x="1241708" y="2364324"/>
                    <a:pt x="1260909" y="2367815"/>
                  </a:cubicBezTo>
                  <a:cubicBezTo>
                    <a:pt x="1484965" y="2408553"/>
                    <a:pt x="1339920" y="2387301"/>
                    <a:pt x="1501541" y="2406316"/>
                  </a:cubicBezTo>
                  <a:lnTo>
                    <a:pt x="1578543" y="2415941"/>
                  </a:lnTo>
                  <a:cubicBezTo>
                    <a:pt x="1601031" y="2418939"/>
                    <a:pt x="1623388" y="2422915"/>
                    <a:pt x="1645920" y="2425566"/>
                  </a:cubicBezTo>
                  <a:lnTo>
                    <a:pt x="1905802" y="2454442"/>
                  </a:lnTo>
                  <a:cubicBezTo>
                    <a:pt x="1918636" y="2457650"/>
                    <a:pt x="1931165" y="2462521"/>
                    <a:pt x="1944303" y="2464067"/>
                  </a:cubicBezTo>
                  <a:cubicBezTo>
                    <a:pt x="1985849" y="2468955"/>
                    <a:pt x="2028496" y="2465075"/>
                    <a:pt x="2069431" y="2473693"/>
                  </a:cubicBezTo>
                  <a:cubicBezTo>
                    <a:pt x="2090492" y="2478127"/>
                    <a:pt x="2106078" y="2498347"/>
                    <a:pt x="2127183" y="2502568"/>
                  </a:cubicBezTo>
                  <a:cubicBezTo>
                    <a:pt x="2171341" y="2511400"/>
                    <a:pt x="2217019" y="2508985"/>
                    <a:pt x="2261937" y="2512194"/>
                  </a:cubicBezTo>
                  <a:cubicBezTo>
                    <a:pt x="2271562" y="2515402"/>
                    <a:pt x="2280830" y="2520004"/>
                    <a:pt x="2290812" y="2521819"/>
                  </a:cubicBezTo>
                  <a:cubicBezTo>
                    <a:pt x="2368080" y="2535867"/>
                    <a:pt x="2361718" y="2526374"/>
                    <a:pt x="2435191" y="2541069"/>
                  </a:cubicBezTo>
                  <a:cubicBezTo>
                    <a:pt x="2580813" y="2570194"/>
                    <a:pt x="2453762" y="2546783"/>
                    <a:pt x="2560320" y="2579570"/>
                  </a:cubicBezTo>
                  <a:cubicBezTo>
                    <a:pt x="2585607" y="2587351"/>
                    <a:pt x="2611378" y="2593632"/>
                    <a:pt x="2637322" y="2598821"/>
                  </a:cubicBezTo>
                  <a:cubicBezTo>
                    <a:pt x="2669406" y="2605238"/>
                    <a:pt x="2702534" y="2607724"/>
                    <a:pt x="2733574" y="2618071"/>
                  </a:cubicBezTo>
                  <a:lnTo>
                    <a:pt x="2791326" y="2637322"/>
                  </a:lnTo>
                  <a:cubicBezTo>
                    <a:pt x="2804160" y="2646947"/>
                    <a:pt x="2815478" y="2659024"/>
                    <a:pt x="2829827" y="2666198"/>
                  </a:cubicBezTo>
                  <a:cubicBezTo>
                    <a:pt x="2847977" y="2675273"/>
                    <a:pt x="2868509" y="2678513"/>
                    <a:pt x="2887579" y="2685448"/>
                  </a:cubicBezTo>
                  <a:cubicBezTo>
                    <a:pt x="3014182" y="2731485"/>
                    <a:pt x="2878762" y="2685719"/>
                    <a:pt x="2964581" y="2714324"/>
                  </a:cubicBezTo>
                  <a:cubicBezTo>
                    <a:pt x="2980623" y="2727158"/>
                    <a:pt x="2995286" y="2741937"/>
                    <a:pt x="3012707" y="2752825"/>
                  </a:cubicBezTo>
                  <a:cubicBezTo>
                    <a:pt x="3021311" y="2758202"/>
                    <a:pt x="3032508" y="2757913"/>
                    <a:pt x="3041583" y="2762450"/>
                  </a:cubicBezTo>
                  <a:cubicBezTo>
                    <a:pt x="3051930" y="2767623"/>
                    <a:pt x="3060415" y="2775962"/>
                    <a:pt x="3070459" y="2781701"/>
                  </a:cubicBezTo>
                  <a:cubicBezTo>
                    <a:pt x="3082917" y="2788820"/>
                    <a:pt x="3096656" y="2793569"/>
                    <a:pt x="3108960" y="2800951"/>
                  </a:cubicBezTo>
                  <a:cubicBezTo>
                    <a:pt x="3128799" y="2812855"/>
                    <a:pt x="3147461" y="2826619"/>
                    <a:pt x="3166711" y="2839453"/>
                  </a:cubicBezTo>
                  <a:lnTo>
                    <a:pt x="3195587" y="2858703"/>
                  </a:lnTo>
                  <a:lnTo>
                    <a:pt x="3262964" y="2887579"/>
                  </a:lnTo>
                  <a:close/>
                </a:path>
              </a:pathLst>
            </a:custGeom>
            <a:solidFill>
              <a:schemeClr val="tx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 7"/>
            <p:cNvSpPr/>
            <p:nvPr/>
          </p:nvSpPr>
          <p:spPr>
            <a:xfrm rot="215097">
              <a:off x="7310923" y="1844453"/>
              <a:ext cx="3096137" cy="2428309"/>
            </a:xfrm>
            <a:custGeom>
              <a:avLst/>
              <a:gdLst>
                <a:gd name="connsiteX0" fmla="*/ 8207 w 3096137"/>
                <a:gd name="connsiteY0" fmla="*/ 2428240 h 2428309"/>
                <a:gd name="connsiteX1" fmla="*/ 59007 w 3096137"/>
                <a:gd name="connsiteY1" fmla="*/ 2387600 h 2428309"/>
                <a:gd name="connsiteX2" fmla="*/ 89487 w 3096137"/>
                <a:gd name="connsiteY2" fmla="*/ 2377440 h 2428309"/>
                <a:gd name="connsiteX3" fmla="*/ 170767 w 3096137"/>
                <a:gd name="connsiteY3" fmla="*/ 2336800 h 2428309"/>
                <a:gd name="connsiteX4" fmla="*/ 191087 w 3096137"/>
                <a:gd name="connsiteY4" fmla="*/ 2306320 h 2428309"/>
                <a:gd name="connsiteX5" fmla="*/ 231727 w 3096137"/>
                <a:gd name="connsiteY5" fmla="*/ 2275840 h 2428309"/>
                <a:gd name="connsiteX6" fmla="*/ 302847 w 3096137"/>
                <a:gd name="connsiteY6" fmla="*/ 2235200 h 2428309"/>
                <a:gd name="connsiteX7" fmla="*/ 333327 w 3096137"/>
                <a:gd name="connsiteY7" fmla="*/ 2225040 h 2428309"/>
                <a:gd name="connsiteX8" fmla="*/ 434927 w 3096137"/>
                <a:gd name="connsiteY8" fmla="*/ 2153920 h 2428309"/>
                <a:gd name="connsiteX9" fmla="*/ 465407 w 3096137"/>
                <a:gd name="connsiteY9" fmla="*/ 2123440 h 2428309"/>
                <a:gd name="connsiteX10" fmla="*/ 475567 w 3096137"/>
                <a:gd name="connsiteY10" fmla="*/ 2092960 h 2428309"/>
                <a:gd name="connsiteX11" fmla="*/ 516207 w 3096137"/>
                <a:gd name="connsiteY11" fmla="*/ 2072640 h 2428309"/>
                <a:gd name="connsiteX12" fmla="*/ 567007 w 3096137"/>
                <a:gd name="connsiteY12" fmla="*/ 2001520 h 2428309"/>
                <a:gd name="connsiteX13" fmla="*/ 638127 w 3096137"/>
                <a:gd name="connsiteY13" fmla="*/ 1950720 h 2428309"/>
                <a:gd name="connsiteX14" fmla="*/ 678767 w 3096137"/>
                <a:gd name="connsiteY14" fmla="*/ 1899920 h 2428309"/>
                <a:gd name="connsiteX15" fmla="*/ 699087 w 3096137"/>
                <a:gd name="connsiteY15" fmla="*/ 1869440 h 2428309"/>
                <a:gd name="connsiteX16" fmla="*/ 739727 w 3096137"/>
                <a:gd name="connsiteY16" fmla="*/ 1818640 h 2428309"/>
                <a:gd name="connsiteX17" fmla="*/ 760047 w 3096137"/>
                <a:gd name="connsiteY17" fmla="*/ 1788160 h 2428309"/>
                <a:gd name="connsiteX18" fmla="*/ 770207 w 3096137"/>
                <a:gd name="connsiteY18" fmla="*/ 1757680 h 2428309"/>
                <a:gd name="connsiteX19" fmla="*/ 800687 w 3096137"/>
                <a:gd name="connsiteY19" fmla="*/ 1747520 h 2428309"/>
                <a:gd name="connsiteX20" fmla="*/ 831167 w 3096137"/>
                <a:gd name="connsiteY20" fmla="*/ 1666240 h 2428309"/>
                <a:gd name="connsiteX21" fmla="*/ 922607 w 3096137"/>
                <a:gd name="connsiteY21" fmla="*/ 1452880 h 2428309"/>
                <a:gd name="connsiteX22" fmla="*/ 953087 w 3096137"/>
                <a:gd name="connsiteY22" fmla="*/ 1422400 h 2428309"/>
                <a:gd name="connsiteX23" fmla="*/ 1003887 w 3096137"/>
                <a:gd name="connsiteY23" fmla="*/ 1351280 h 2428309"/>
                <a:gd name="connsiteX24" fmla="*/ 1075007 w 3096137"/>
                <a:gd name="connsiteY24" fmla="*/ 1229360 h 2428309"/>
                <a:gd name="connsiteX25" fmla="*/ 1085167 w 3096137"/>
                <a:gd name="connsiteY25" fmla="*/ 1198880 h 2428309"/>
                <a:gd name="connsiteX26" fmla="*/ 1105487 w 3096137"/>
                <a:gd name="connsiteY26" fmla="*/ 1158240 h 2428309"/>
                <a:gd name="connsiteX27" fmla="*/ 1135967 w 3096137"/>
                <a:gd name="connsiteY27" fmla="*/ 1117600 h 2428309"/>
                <a:gd name="connsiteX28" fmla="*/ 1268047 w 3096137"/>
                <a:gd name="connsiteY28" fmla="*/ 894080 h 2428309"/>
                <a:gd name="connsiteX29" fmla="*/ 1308687 w 3096137"/>
                <a:gd name="connsiteY29" fmla="*/ 802640 h 2428309"/>
                <a:gd name="connsiteX30" fmla="*/ 1379807 w 3096137"/>
                <a:gd name="connsiteY30" fmla="*/ 670560 h 2428309"/>
                <a:gd name="connsiteX31" fmla="*/ 1410287 w 3096137"/>
                <a:gd name="connsiteY31" fmla="*/ 650240 h 2428309"/>
                <a:gd name="connsiteX32" fmla="*/ 1461087 w 3096137"/>
                <a:gd name="connsiteY32" fmla="*/ 568960 h 2428309"/>
                <a:gd name="connsiteX33" fmla="*/ 1491567 w 3096137"/>
                <a:gd name="connsiteY33" fmla="*/ 518160 h 2428309"/>
                <a:gd name="connsiteX34" fmla="*/ 1562687 w 3096137"/>
                <a:gd name="connsiteY34" fmla="*/ 447040 h 2428309"/>
                <a:gd name="connsiteX35" fmla="*/ 1633807 w 3096137"/>
                <a:gd name="connsiteY35" fmla="*/ 365760 h 2428309"/>
                <a:gd name="connsiteX36" fmla="*/ 1694767 w 3096137"/>
                <a:gd name="connsiteY36" fmla="*/ 284480 h 2428309"/>
                <a:gd name="connsiteX37" fmla="*/ 1735407 w 3096137"/>
                <a:gd name="connsiteY37" fmla="*/ 223520 h 2428309"/>
                <a:gd name="connsiteX38" fmla="*/ 1796367 w 3096137"/>
                <a:gd name="connsiteY38" fmla="*/ 182880 h 2428309"/>
                <a:gd name="connsiteX39" fmla="*/ 1837007 w 3096137"/>
                <a:gd name="connsiteY39" fmla="*/ 152400 h 2428309"/>
                <a:gd name="connsiteX40" fmla="*/ 1897967 w 3096137"/>
                <a:gd name="connsiteY40" fmla="*/ 111760 h 2428309"/>
                <a:gd name="connsiteX41" fmla="*/ 1928447 w 3096137"/>
                <a:gd name="connsiteY41" fmla="*/ 81280 h 2428309"/>
                <a:gd name="connsiteX42" fmla="*/ 1979247 w 3096137"/>
                <a:gd name="connsiteY42" fmla="*/ 60960 h 2428309"/>
                <a:gd name="connsiteX43" fmla="*/ 2030047 w 3096137"/>
                <a:gd name="connsiteY43" fmla="*/ 30480 h 2428309"/>
                <a:gd name="connsiteX44" fmla="*/ 2060527 w 3096137"/>
                <a:gd name="connsiteY44" fmla="*/ 10160 h 2428309"/>
                <a:gd name="connsiteX45" fmla="*/ 2151967 w 3096137"/>
                <a:gd name="connsiteY45" fmla="*/ 0 h 2428309"/>
                <a:gd name="connsiteX46" fmla="*/ 2527887 w 3096137"/>
                <a:gd name="connsiteY46" fmla="*/ 30480 h 2428309"/>
                <a:gd name="connsiteX47" fmla="*/ 2588847 w 3096137"/>
                <a:gd name="connsiteY47" fmla="*/ 60960 h 2428309"/>
                <a:gd name="connsiteX48" fmla="*/ 2710767 w 3096137"/>
                <a:gd name="connsiteY48" fmla="*/ 121920 h 2428309"/>
                <a:gd name="connsiteX49" fmla="*/ 2751407 w 3096137"/>
                <a:gd name="connsiteY49" fmla="*/ 172720 h 2428309"/>
                <a:gd name="connsiteX50" fmla="*/ 2781887 w 3096137"/>
                <a:gd name="connsiteY50" fmla="*/ 203200 h 2428309"/>
                <a:gd name="connsiteX51" fmla="*/ 2802207 w 3096137"/>
                <a:gd name="connsiteY51" fmla="*/ 233680 h 2428309"/>
                <a:gd name="connsiteX52" fmla="*/ 2832687 w 3096137"/>
                <a:gd name="connsiteY52" fmla="*/ 264160 h 2428309"/>
                <a:gd name="connsiteX53" fmla="*/ 2863167 w 3096137"/>
                <a:gd name="connsiteY53" fmla="*/ 304800 h 2428309"/>
                <a:gd name="connsiteX54" fmla="*/ 2964767 w 3096137"/>
                <a:gd name="connsiteY54" fmla="*/ 396240 h 2428309"/>
                <a:gd name="connsiteX55" fmla="*/ 2985087 w 3096137"/>
                <a:gd name="connsiteY55" fmla="*/ 436880 h 2428309"/>
                <a:gd name="connsiteX56" fmla="*/ 3015567 w 3096137"/>
                <a:gd name="connsiteY56" fmla="*/ 518160 h 2428309"/>
                <a:gd name="connsiteX57" fmla="*/ 3025727 w 3096137"/>
                <a:gd name="connsiteY57" fmla="*/ 558800 h 2428309"/>
                <a:gd name="connsiteX58" fmla="*/ 3046047 w 3096137"/>
                <a:gd name="connsiteY58" fmla="*/ 690880 h 2428309"/>
                <a:gd name="connsiteX59" fmla="*/ 3056207 w 3096137"/>
                <a:gd name="connsiteY59" fmla="*/ 741680 h 2428309"/>
                <a:gd name="connsiteX60" fmla="*/ 3066367 w 3096137"/>
                <a:gd name="connsiteY60" fmla="*/ 853440 h 2428309"/>
                <a:gd name="connsiteX61" fmla="*/ 3076527 w 3096137"/>
                <a:gd name="connsiteY61" fmla="*/ 924560 h 2428309"/>
                <a:gd name="connsiteX62" fmla="*/ 3046047 w 3096137"/>
                <a:gd name="connsiteY62" fmla="*/ 1341120 h 2428309"/>
                <a:gd name="connsiteX63" fmla="*/ 3015567 w 3096137"/>
                <a:gd name="connsiteY63" fmla="*/ 1422400 h 2428309"/>
                <a:gd name="connsiteX64" fmla="*/ 2995247 w 3096137"/>
                <a:gd name="connsiteY64" fmla="*/ 1473200 h 2428309"/>
                <a:gd name="connsiteX65" fmla="*/ 2954607 w 3096137"/>
                <a:gd name="connsiteY65" fmla="*/ 1503680 h 2428309"/>
                <a:gd name="connsiteX66" fmla="*/ 2934287 w 3096137"/>
                <a:gd name="connsiteY66" fmla="*/ 1534160 h 2428309"/>
                <a:gd name="connsiteX67" fmla="*/ 2893647 w 3096137"/>
                <a:gd name="connsiteY67" fmla="*/ 1615440 h 2428309"/>
                <a:gd name="connsiteX68" fmla="*/ 2853007 w 3096137"/>
                <a:gd name="connsiteY68" fmla="*/ 1686560 h 2428309"/>
                <a:gd name="connsiteX69" fmla="*/ 2792047 w 3096137"/>
                <a:gd name="connsiteY69" fmla="*/ 1747520 h 2428309"/>
                <a:gd name="connsiteX70" fmla="*/ 2761567 w 3096137"/>
                <a:gd name="connsiteY70" fmla="*/ 1778000 h 2428309"/>
                <a:gd name="connsiteX71" fmla="*/ 2720927 w 3096137"/>
                <a:gd name="connsiteY71" fmla="*/ 1808480 h 2428309"/>
                <a:gd name="connsiteX72" fmla="*/ 2690447 w 3096137"/>
                <a:gd name="connsiteY72" fmla="*/ 1838960 h 2428309"/>
                <a:gd name="connsiteX73" fmla="*/ 2639647 w 3096137"/>
                <a:gd name="connsiteY73" fmla="*/ 1869440 h 2428309"/>
                <a:gd name="connsiteX74" fmla="*/ 2609167 w 3096137"/>
                <a:gd name="connsiteY74" fmla="*/ 1899920 h 2428309"/>
                <a:gd name="connsiteX75" fmla="*/ 2568527 w 3096137"/>
                <a:gd name="connsiteY75" fmla="*/ 1930400 h 2428309"/>
                <a:gd name="connsiteX76" fmla="*/ 2538047 w 3096137"/>
                <a:gd name="connsiteY76" fmla="*/ 1950720 h 2428309"/>
                <a:gd name="connsiteX77" fmla="*/ 2466927 w 3096137"/>
                <a:gd name="connsiteY77" fmla="*/ 1960880 h 2428309"/>
                <a:gd name="connsiteX78" fmla="*/ 2436447 w 3096137"/>
                <a:gd name="connsiteY78" fmla="*/ 1981200 h 2428309"/>
                <a:gd name="connsiteX79" fmla="*/ 2395807 w 3096137"/>
                <a:gd name="connsiteY79" fmla="*/ 2011680 h 2428309"/>
                <a:gd name="connsiteX80" fmla="*/ 2365327 w 3096137"/>
                <a:gd name="connsiteY80" fmla="*/ 2021840 h 2428309"/>
                <a:gd name="connsiteX81" fmla="*/ 2334847 w 3096137"/>
                <a:gd name="connsiteY81" fmla="*/ 2042160 h 2428309"/>
                <a:gd name="connsiteX82" fmla="*/ 2273887 w 3096137"/>
                <a:gd name="connsiteY82" fmla="*/ 2052320 h 2428309"/>
                <a:gd name="connsiteX83" fmla="*/ 2192607 w 3096137"/>
                <a:gd name="connsiteY83" fmla="*/ 2092960 h 2428309"/>
                <a:gd name="connsiteX84" fmla="*/ 2162127 w 3096137"/>
                <a:gd name="connsiteY84" fmla="*/ 2113280 h 2428309"/>
                <a:gd name="connsiteX85" fmla="*/ 2091007 w 3096137"/>
                <a:gd name="connsiteY85" fmla="*/ 2123440 h 2428309"/>
                <a:gd name="connsiteX86" fmla="*/ 2060527 w 3096137"/>
                <a:gd name="connsiteY86" fmla="*/ 2143760 h 2428309"/>
                <a:gd name="connsiteX87" fmla="*/ 1958927 w 3096137"/>
                <a:gd name="connsiteY87" fmla="*/ 2164080 h 2428309"/>
                <a:gd name="connsiteX88" fmla="*/ 1918287 w 3096137"/>
                <a:gd name="connsiteY88" fmla="*/ 2184400 h 2428309"/>
                <a:gd name="connsiteX89" fmla="*/ 1887807 w 3096137"/>
                <a:gd name="connsiteY89" fmla="*/ 2194560 h 2428309"/>
                <a:gd name="connsiteX90" fmla="*/ 1837007 w 3096137"/>
                <a:gd name="connsiteY90" fmla="*/ 2214880 h 2428309"/>
                <a:gd name="connsiteX91" fmla="*/ 1776047 w 3096137"/>
                <a:gd name="connsiteY91" fmla="*/ 2225040 h 2428309"/>
                <a:gd name="connsiteX92" fmla="*/ 1664287 w 3096137"/>
                <a:gd name="connsiteY92" fmla="*/ 2255520 h 2428309"/>
                <a:gd name="connsiteX93" fmla="*/ 1623647 w 3096137"/>
                <a:gd name="connsiteY93" fmla="*/ 2275840 h 2428309"/>
                <a:gd name="connsiteX94" fmla="*/ 1593167 w 3096137"/>
                <a:gd name="connsiteY94" fmla="*/ 2286000 h 2428309"/>
                <a:gd name="connsiteX95" fmla="*/ 1542367 w 3096137"/>
                <a:gd name="connsiteY95" fmla="*/ 2296160 h 2428309"/>
                <a:gd name="connsiteX96" fmla="*/ 1481407 w 3096137"/>
                <a:gd name="connsiteY96" fmla="*/ 2316480 h 2428309"/>
                <a:gd name="connsiteX97" fmla="*/ 1379807 w 3096137"/>
                <a:gd name="connsiteY97" fmla="*/ 2326640 h 2428309"/>
                <a:gd name="connsiteX98" fmla="*/ 1329007 w 3096137"/>
                <a:gd name="connsiteY98" fmla="*/ 2336800 h 2428309"/>
                <a:gd name="connsiteX99" fmla="*/ 1288367 w 3096137"/>
                <a:gd name="connsiteY99" fmla="*/ 2346960 h 2428309"/>
                <a:gd name="connsiteX100" fmla="*/ 1105487 w 3096137"/>
                <a:gd name="connsiteY100" fmla="*/ 2367280 h 2428309"/>
                <a:gd name="connsiteX101" fmla="*/ 1034367 w 3096137"/>
                <a:gd name="connsiteY101" fmla="*/ 2377440 h 2428309"/>
                <a:gd name="connsiteX102" fmla="*/ 587327 w 3096137"/>
                <a:gd name="connsiteY102" fmla="*/ 2387600 h 2428309"/>
                <a:gd name="connsiteX103" fmla="*/ 241887 w 3096137"/>
                <a:gd name="connsiteY103" fmla="*/ 2397760 h 2428309"/>
                <a:gd name="connsiteX104" fmla="*/ 8207 w 3096137"/>
                <a:gd name="connsiteY104" fmla="*/ 2428240 h 2428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096137" h="2428309">
                  <a:moveTo>
                    <a:pt x="8207" y="2428240"/>
                  </a:moveTo>
                  <a:cubicBezTo>
                    <a:pt x="-22273" y="2426547"/>
                    <a:pt x="40618" y="2399093"/>
                    <a:pt x="59007" y="2387600"/>
                  </a:cubicBezTo>
                  <a:cubicBezTo>
                    <a:pt x="68089" y="2381924"/>
                    <a:pt x="80188" y="2382753"/>
                    <a:pt x="89487" y="2377440"/>
                  </a:cubicBezTo>
                  <a:cubicBezTo>
                    <a:pt x="170082" y="2331386"/>
                    <a:pt x="89964" y="2357001"/>
                    <a:pt x="170767" y="2336800"/>
                  </a:cubicBezTo>
                  <a:cubicBezTo>
                    <a:pt x="177540" y="2326640"/>
                    <a:pt x="182453" y="2314954"/>
                    <a:pt x="191087" y="2306320"/>
                  </a:cubicBezTo>
                  <a:cubicBezTo>
                    <a:pt x="203061" y="2294346"/>
                    <a:pt x="217948" y="2285682"/>
                    <a:pt x="231727" y="2275840"/>
                  </a:cubicBezTo>
                  <a:cubicBezTo>
                    <a:pt x="257236" y="2257619"/>
                    <a:pt x="273082" y="2247956"/>
                    <a:pt x="302847" y="2235200"/>
                  </a:cubicBezTo>
                  <a:cubicBezTo>
                    <a:pt x="312691" y="2230981"/>
                    <a:pt x="323167" y="2228427"/>
                    <a:pt x="333327" y="2225040"/>
                  </a:cubicBezTo>
                  <a:cubicBezTo>
                    <a:pt x="404161" y="2154206"/>
                    <a:pt x="366408" y="2171050"/>
                    <a:pt x="434927" y="2153920"/>
                  </a:cubicBezTo>
                  <a:cubicBezTo>
                    <a:pt x="445087" y="2143760"/>
                    <a:pt x="457437" y="2135395"/>
                    <a:pt x="465407" y="2123440"/>
                  </a:cubicBezTo>
                  <a:cubicBezTo>
                    <a:pt x="471348" y="2114529"/>
                    <a:pt x="467994" y="2100533"/>
                    <a:pt x="475567" y="2092960"/>
                  </a:cubicBezTo>
                  <a:cubicBezTo>
                    <a:pt x="486277" y="2082250"/>
                    <a:pt x="502660" y="2079413"/>
                    <a:pt x="516207" y="2072640"/>
                  </a:cubicBezTo>
                  <a:cubicBezTo>
                    <a:pt x="527745" y="2055333"/>
                    <a:pt x="554405" y="2014122"/>
                    <a:pt x="567007" y="2001520"/>
                  </a:cubicBezTo>
                  <a:cubicBezTo>
                    <a:pt x="579609" y="1988918"/>
                    <a:pt x="620820" y="1962258"/>
                    <a:pt x="638127" y="1950720"/>
                  </a:cubicBezTo>
                  <a:cubicBezTo>
                    <a:pt x="657906" y="1891382"/>
                    <a:pt x="632811" y="1945876"/>
                    <a:pt x="678767" y="1899920"/>
                  </a:cubicBezTo>
                  <a:cubicBezTo>
                    <a:pt x="687401" y="1891286"/>
                    <a:pt x="691761" y="1879209"/>
                    <a:pt x="699087" y="1869440"/>
                  </a:cubicBezTo>
                  <a:cubicBezTo>
                    <a:pt x="712098" y="1852092"/>
                    <a:pt x="726716" y="1835988"/>
                    <a:pt x="739727" y="1818640"/>
                  </a:cubicBezTo>
                  <a:cubicBezTo>
                    <a:pt x="747053" y="1808871"/>
                    <a:pt x="754586" y="1799082"/>
                    <a:pt x="760047" y="1788160"/>
                  </a:cubicBezTo>
                  <a:cubicBezTo>
                    <a:pt x="764836" y="1778581"/>
                    <a:pt x="762634" y="1765253"/>
                    <a:pt x="770207" y="1757680"/>
                  </a:cubicBezTo>
                  <a:cubicBezTo>
                    <a:pt x="777780" y="1750107"/>
                    <a:pt x="790527" y="1750907"/>
                    <a:pt x="800687" y="1747520"/>
                  </a:cubicBezTo>
                  <a:cubicBezTo>
                    <a:pt x="823191" y="1635001"/>
                    <a:pt x="794233" y="1746264"/>
                    <a:pt x="831167" y="1666240"/>
                  </a:cubicBezTo>
                  <a:cubicBezTo>
                    <a:pt x="868241" y="1585912"/>
                    <a:pt x="877764" y="1531356"/>
                    <a:pt x="922607" y="1452880"/>
                  </a:cubicBezTo>
                  <a:cubicBezTo>
                    <a:pt x="929736" y="1440405"/>
                    <a:pt x="944111" y="1433620"/>
                    <a:pt x="953087" y="1422400"/>
                  </a:cubicBezTo>
                  <a:cubicBezTo>
                    <a:pt x="971286" y="1399651"/>
                    <a:pt x="986954" y="1374987"/>
                    <a:pt x="1003887" y="1351280"/>
                  </a:cubicBezTo>
                  <a:cubicBezTo>
                    <a:pt x="1028891" y="1276268"/>
                    <a:pt x="996956" y="1363161"/>
                    <a:pt x="1075007" y="1229360"/>
                  </a:cubicBezTo>
                  <a:cubicBezTo>
                    <a:pt x="1080403" y="1220109"/>
                    <a:pt x="1080948" y="1208724"/>
                    <a:pt x="1085167" y="1198880"/>
                  </a:cubicBezTo>
                  <a:cubicBezTo>
                    <a:pt x="1091133" y="1184959"/>
                    <a:pt x="1097460" y="1171083"/>
                    <a:pt x="1105487" y="1158240"/>
                  </a:cubicBezTo>
                  <a:cubicBezTo>
                    <a:pt x="1114462" y="1143881"/>
                    <a:pt x="1127566" y="1132302"/>
                    <a:pt x="1135967" y="1117600"/>
                  </a:cubicBezTo>
                  <a:cubicBezTo>
                    <a:pt x="1265772" y="890442"/>
                    <a:pt x="1177319" y="1007491"/>
                    <a:pt x="1268047" y="894080"/>
                  </a:cubicBezTo>
                  <a:cubicBezTo>
                    <a:pt x="1285693" y="805850"/>
                    <a:pt x="1263762" y="877516"/>
                    <a:pt x="1308687" y="802640"/>
                  </a:cubicBezTo>
                  <a:cubicBezTo>
                    <a:pt x="1336091" y="756967"/>
                    <a:pt x="1346268" y="713681"/>
                    <a:pt x="1379807" y="670560"/>
                  </a:cubicBezTo>
                  <a:cubicBezTo>
                    <a:pt x="1387304" y="660921"/>
                    <a:pt x="1401653" y="658874"/>
                    <a:pt x="1410287" y="650240"/>
                  </a:cubicBezTo>
                  <a:cubicBezTo>
                    <a:pt x="1441164" y="619363"/>
                    <a:pt x="1440967" y="605176"/>
                    <a:pt x="1461087" y="568960"/>
                  </a:cubicBezTo>
                  <a:cubicBezTo>
                    <a:pt x="1470677" y="551698"/>
                    <a:pt x="1478925" y="533330"/>
                    <a:pt x="1491567" y="518160"/>
                  </a:cubicBezTo>
                  <a:cubicBezTo>
                    <a:pt x="1513030" y="492404"/>
                    <a:pt x="1562687" y="447040"/>
                    <a:pt x="1562687" y="447040"/>
                  </a:cubicBezTo>
                  <a:cubicBezTo>
                    <a:pt x="1606704" y="336999"/>
                    <a:pt x="1549651" y="449916"/>
                    <a:pt x="1633807" y="365760"/>
                  </a:cubicBezTo>
                  <a:cubicBezTo>
                    <a:pt x="1657754" y="341813"/>
                    <a:pt x="1675981" y="312659"/>
                    <a:pt x="1694767" y="284480"/>
                  </a:cubicBezTo>
                  <a:cubicBezTo>
                    <a:pt x="1708314" y="264160"/>
                    <a:pt x="1718138" y="240789"/>
                    <a:pt x="1735407" y="223520"/>
                  </a:cubicBezTo>
                  <a:cubicBezTo>
                    <a:pt x="1752676" y="206251"/>
                    <a:pt x="1776360" y="196885"/>
                    <a:pt x="1796367" y="182880"/>
                  </a:cubicBezTo>
                  <a:cubicBezTo>
                    <a:pt x="1810239" y="173169"/>
                    <a:pt x="1823135" y="162111"/>
                    <a:pt x="1837007" y="152400"/>
                  </a:cubicBezTo>
                  <a:cubicBezTo>
                    <a:pt x="1857014" y="138395"/>
                    <a:pt x="1880698" y="129029"/>
                    <a:pt x="1897967" y="111760"/>
                  </a:cubicBezTo>
                  <a:cubicBezTo>
                    <a:pt x="1908127" y="101600"/>
                    <a:pt x="1916263" y="88895"/>
                    <a:pt x="1928447" y="81280"/>
                  </a:cubicBezTo>
                  <a:cubicBezTo>
                    <a:pt x="1943913" y="71614"/>
                    <a:pt x="1962935" y="69116"/>
                    <a:pt x="1979247" y="60960"/>
                  </a:cubicBezTo>
                  <a:cubicBezTo>
                    <a:pt x="1996910" y="52129"/>
                    <a:pt x="2013301" y="40946"/>
                    <a:pt x="2030047" y="30480"/>
                  </a:cubicBezTo>
                  <a:cubicBezTo>
                    <a:pt x="2040402" y="24008"/>
                    <a:pt x="2048681" y="13122"/>
                    <a:pt x="2060527" y="10160"/>
                  </a:cubicBezTo>
                  <a:cubicBezTo>
                    <a:pt x="2090279" y="2722"/>
                    <a:pt x="2121487" y="3387"/>
                    <a:pt x="2151967" y="0"/>
                  </a:cubicBezTo>
                  <a:lnTo>
                    <a:pt x="2527887" y="30480"/>
                  </a:lnTo>
                  <a:cubicBezTo>
                    <a:pt x="2562938" y="33985"/>
                    <a:pt x="2557453" y="46690"/>
                    <a:pt x="2588847" y="60960"/>
                  </a:cubicBezTo>
                  <a:cubicBezTo>
                    <a:pt x="2650189" y="88843"/>
                    <a:pt x="2667925" y="79078"/>
                    <a:pt x="2710767" y="121920"/>
                  </a:cubicBezTo>
                  <a:cubicBezTo>
                    <a:pt x="2726101" y="137254"/>
                    <a:pt x="2737127" y="156400"/>
                    <a:pt x="2751407" y="172720"/>
                  </a:cubicBezTo>
                  <a:cubicBezTo>
                    <a:pt x="2760869" y="183533"/>
                    <a:pt x="2772689" y="192162"/>
                    <a:pt x="2781887" y="203200"/>
                  </a:cubicBezTo>
                  <a:cubicBezTo>
                    <a:pt x="2789704" y="212581"/>
                    <a:pt x="2794390" y="224299"/>
                    <a:pt x="2802207" y="233680"/>
                  </a:cubicBezTo>
                  <a:cubicBezTo>
                    <a:pt x="2811405" y="244718"/>
                    <a:pt x="2823336" y="253251"/>
                    <a:pt x="2832687" y="264160"/>
                  </a:cubicBezTo>
                  <a:cubicBezTo>
                    <a:pt x="2843707" y="277017"/>
                    <a:pt x="2851839" y="292214"/>
                    <a:pt x="2863167" y="304800"/>
                  </a:cubicBezTo>
                  <a:cubicBezTo>
                    <a:pt x="2913660" y="360903"/>
                    <a:pt x="2914361" y="358436"/>
                    <a:pt x="2964767" y="396240"/>
                  </a:cubicBezTo>
                  <a:cubicBezTo>
                    <a:pt x="2971540" y="409787"/>
                    <a:pt x="2980298" y="422512"/>
                    <a:pt x="2985087" y="436880"/>
                  </a:cubicBezTo>
                  <a:cubicBezTo>
                    <a:pt x="3014381" y="524763"/>
                    <a:pt x="2973831" y="455557"/>
                    <a:pt x="3015567" y="518160"/>
                  </a:cubicBezTo>
                  <a:cubicBezTo>
                    <a:pt x="3018954" y="531707"/>
                    <a:pt x="3022989" y="545108"/>
                    <a:pt x="3025727" y="558800"/>
                  </a:cubicBezTo>
                  <a:cubicBezTo>
                    <a:pt x="3036973" y="615030"/>
                    <a:pt x="3036288" y="632324"/>
                    <a:pt x="3046047" y="690880"/>
                  </a:cubicBezTo>
                  <a:cubicBezTo>
                    <a:pt x="3048886" y="707914"/>
                    <a:pt x="3052820" y="724747"/>
                    <a:pt x="3056207" y="741680"/>
                  </a:cubicBezTo>
                  <a:cubicBezTo>
                    <a:pt x="3059594" y="778933"/>
                    <a:pt x="3062236" y="816262"/>
                    <a:pt x="3066367" y="853440"/>
                  </a:cubicBezTo>
                  <a:cubicBezTo>
                    <a:pt x="3069012" y="877241"/>
                    <a:pt x="3076527" y="900613"/>
                    <a:pt x="3076527" y="924560"/>
                  </a:cubicBezTo>
                  <a:cubicBezTo>
                    <a:pt x="3076527" y="1307125"/>
                    <a:pt x="3136784" y="1205015"/>
                    <a:pt x="3046047" y="1341120"/>
                  </a:cubicBezTo>
                  <a:cubicBezTo>
                    <a:pt x="3028715" y="1410449"/>
                    <a:pt x="3045927" y="1354091"/>
                    <a:pt x="3015567" y="1422400"/>
                  </a:cubicBezTo>
                  <a:cubicBezTo>
                    <a:pt x="3008160" y="1439066"/>
                    <a:pt x="3006190" y="1458610"/>
                    <a:pt x="2995247" y="1473200"/>
                  </a:cubicBezTo>
                  <a:cubicBezTo>
                    <a:pt x="2985087" y="1486747"/>
                    <a:pt x="2966581" y="1491706"/>
                    <a:pt x="2954607" y="1503680"/>
                  </a:cubicBezTo>
                  <a:cubicBezTo>
                    <a:pt x="2945973" y="1512314"/>
                    <a:pt x="2941060" y="1524000"/>
                    <a:pt x="2934287" y="1534160"/>
                  </a:cubicBezTo>
                  <a:cubicBezTo>
                    <a:pt x="2916460" y="1605469"/>
                    <a:pt x="2936823" y="1546359"/>
                    <a:pt x="2893647" y="1615440"/>
                  </a:cubicBezTo>
                  <a:cubicBezTo>
                    <a:pt x="2874280" y="1646426"/>
                    <a:pt x="2876557" y="1660066"/>
                    <a:pt x="2853007" y="1686560"/>
                  </a:cubicBezTo>
                  <a:cubicBezTo>
                    <a:pt x="2833915" y="1708038"/>
                    <a:pt x="2812367" y="1727200"/>
                    <a:pt x="2792047" y="1747520"/>
                  </a:cubicBezTo>
                  <a:cubicBezTo>
                    <a:pt x="2781887" y="1757680"/>
                    <a:pt x="2773062" y="1769379"/>
                    <a:pt x="2761567" y="1778000"/>
                  </a:cubicBezTo>
                  <a:cubicBezTo>
                    <a:pt x="2748020" y="1788160"/>
                    <a:pt x="2733784" y="1797460"/>
                    <a:pt x="2720927" y="1808480"/>
                  </a:cubicBezTo>
                  <a:cubicBezTo>
                    <a:pt x="2710018" y="1817831"/>
                    <a:pt x="2701942" y="1830339"/>
                    <a:pt x="2690447" y="1838960"/>
                  </a:cubicBezTo>
                  <a:cubicBezTo>
                    <a:pt x="2674649" y="1850808"/>
                    <a:pt x="2655445" y="1857592"/>
                    <a:pt x="2639647" y="1869440"/>
                  </a:cubicBezTo>
                  <a:cubicBezTo>
                    <a:pt x="2628152" y="1878061"/>
                    <a:pt x="2620076" y="1890569"/>
                    <a:pt x="2609167" y="1899920"/>
                  </a:cubicBezTo>
                  <a:cubicBezTo>
                    <a:pt x="2596310" y="1910940"/>
                    <a:pt x="2582306" y="1920558"/>
                    <a:pt x="2568527" y="1930400"/>
                  </a:cubicBezTo>
                  <a:cubicBezTo>
                    <a:pt x="2558591" y="1937497"/>
                    <a:pt x="2549743" y="1947211"/>
                    <a:pt x="2538047" y="1950720"/>
                  </a:cubicBezTo>
                  <a:cubicBezTo>
                    <a:pt x="2515110" y="1957601"/>
                    <a:pt x="2490634" y="1957493"/>
                    <a:pt x="2466927" y="1960880"/>
                  </a:cubicBezTo>
                  <a:cubicBezTo>
                    <a:pt x="2456767" y="1967653"/>
                    <a:pt x="2446383" y="1974103"/>
                    <a:pt x="2436447" y="1981200"/>
                  </a:cubicBezTo>
                  <a:cubicBezTo>
                    <a:pt x="2422668" y="1991042"/>
                    <a:pt x="2410509" y="2003279"/>
                    <a:pt x="2395807" y="2011680"/>
                  </a:cubicBezTo>
                  <a:cubicBezTo>
                    <a:pt x="2386508" y="2016993"/>
                    <a:pt x="2374906" y="2017051"/>
                    <a:pt x="2365327" y="2021840"/>
                  </a:cubicBezTo>
                  <a:cubicBezTo>
                    <a:pt x="2354405" y="2027301"/>
                    <a:pt x="2346431" y="2038299"/>
                    <a:pt x="2334847" y="2042160"/>
                  </a:cubicBezTo>
                  <a:cubicBezTo>
                    <a:pt x="2315304" y="2048674"/>
                    <a:pt x="2294207" y="2048933"/>
                    <a:pt x="2273887" y="2052320"/>
                  </a:cubicBezTo>
                  <a:cubicBezTo>
                    <a:pt x="2203270" y="2099398"/>
                    <a:pt x="2292027" y="2043250"/>
                    <a:pt x="2192607" y="2092960"/>
                  </a:cubicBezTo>
                  <a:cubicBezTo>
                    <a:pt x="2181685" y="2098421"/>
                    <a:pt x="2173823" y="2109771"/>
                    <a:pt x="2162127" y="2113280"/>
                  </a:cubicBezTo>
                  <a:cubicBezTo>
                    <a:pt x="2139190" y="2120161"/>
                    <a:pt x="2114714" y="2120053"/>
                    <a:pt x="2091007" y="2123440"/>
                  </a:cubicBezTo>
                  <a:cubicBezTo>
                    <a:pt x="2080847" y="2130213"/>
                    <a:pt x="2072111" y="2139899"/>
                    <a:pt x="2060527" y="2143760"/>
                  </a:cubicBezTo>
                  <a:cubicBezTo>
                    <a:pt x="1955178" y="2178876"/>
                    <a:pt x="2040305" y="2133563"/>
                    <a:pt x="1958927" y="2164080"/>
                  </a:cubicBezTo>
                  <a:cubicBezTo>
                    <a:pt x="1944746" y="2169398"/>
                    <a:pt x="1932208" y="2178434"/>
                    <a:pt x="1918287" y="2184400"/>
                  </a:cubicBezTo>
                  <a:cubicBezTo>
                    <a:pt x="1908443" y="2188619"/>
                    <a:pt x="1897835" y="2190800"/>
                    <a:pt x="1887807" y="2194560"/>
                  </a:cubicBezTo>
                  <a:cubicBezTo>
                    <a:pt x="1870730" y="2200964"/>
                    <a:pt x="1854602" y="2210081"/>
                    <a:pt x="1837007" y="2214880"/>
                  </a:cubicBezTo>
                  <a:cubicBezTo>
                    <a:pt x="1817133" y="2220300"/>
                    <a:pt x="1796367" y="2221653"/>
                    <a:pt x="1776047" y="2225040"/>
                  </a:cubicBezTo>
                  <a:cubicBezTo>
                    <a:pt x="1682866" y="2271630"/>
                    <a:pt x="1799608" y="2218614"/>
                    <a:pt x="1664287" y="2255520"/>
                  </a:cubicBezTo>
                  <a:cubicBezTo>
                    <a:pt x="1649675" y="2259505"/>
                    <a:pt x="1637568" y="2269874"/>
                    <a:pt x="1623647" y="2275840"/>
                  </a:cubicBezTo>
                  <a:cubicBezTo>
                    <a:pt x="1613803" y="2280059"/>
                    <a:pt x="1603557" y="2283403"/>
                    <a:pt x="1593167" y="2286000"/>
                  </a:cubicBezTo>
                  <a:cubicBezTo>
                    <a:pt x="1576414" y="2290188"/>
                    <a:pt x="1559027" y="2291616"/>
                    <a:pt x="1542367" y="2296160"/>
                  </a:cubicBezTo>
                  <a:cubicBezTo>
                    <a:pt x="1521703" y="2301796"/>
                    <a:pt x="1502720" y="2314349"/>
                    <a:pt x="1481407" y="2316480"/>
                  </a:cubicBezTo>
                  <a:cubicBezTo>
                    <a:pt x="1447540" y="2319867"/>
                    <a:pt x="1413544" y="2322142"/>
                    <a:pt x="1379807" y="2326640"/>
                  </a:cubicBezTo>
                  <a:cubicBezTo>
                    <a:pt x="1362690" y="2328922"/>
                    <a:pt x="1345864" y="2333054"/>
                    <a:pt x="1329007" y="2336800"/>
                  </a:cubicBezTo>
                  <a:cubicBezTo>
                    <a:pt x="1315376" y="2339829"/>
                    <a:pt x="1302203" y="2345073"/>
                    <a:pt x="1288367" y="2346960"/>
                  </a:cubicBezTo>
                  <a:cubicBezTo>
                    <a:pt x="1227594" y="2355247"/>
                    <a:pt x="1166385" y="2359972"/>
                    <a:pt x="1105487" y="2367280"/>
                  </a:cubicBezTo>
                  <a:cubicBezTo>
                    <a:pt x="1081710" y="2370133"/>
                    <a:pt x="1058296" y="2376502"/>
                    <a:pt x="1034367" y="2377440"/>
                  </a:cubicBezTo>
                  <a:cubicBezTo>
                    <a:pt x="885430" y="2383281"/>
                    <a:pt x="736330" y="2383779"/>
                    <a:pt x="587327" y="2387600"/>
                  </a:cubicBezTo>
                  <a:lnTo>
                    <a:pt x="241887" y="2397760"/>
                  </a:lnTo>
                  <a:cubicBezTo>
                    <a:pt x="174116" y="2400270"/>
                    <a:pt x="38687" y="2429933"/>
                    <a:pt x="8207" y="2428240"/>
                  </a:cubicBezTo>
                  <a:close/>
                </a:path>
              </a:pathLst>
            </a:custGeom>
            <a:solidFill>
              <a:schemeClr val="tx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4178659" y="447868"/>
              <a:ext cx="3546201" cy="2959286"/>
            </a:xfrm>
            <a:custGeom>
              <a:avLst/>
              <a:gdLst>
                <a:gd name="connsiteX0" fmla="*/ 1778000 w 3200400"/>
                <a:gd name="connsiteY0" fmla="*/ 2997200 h 2997200"/>
                <a:gd name="connsiteX1" fmla="*/ 1767840 w 3200400"/>
                <a:gd name="connsiteY1" fmla="*/ 2926080 h 2997200"/>
                <a:gd name="connsiteX2" fmla="*/ 1757680 w 3200400"/>
                <a:gd name="connsiteY2" fmla="*/ 2895600 h 2997200"/>
                <a:gd name="connsiteX3" fmla="*/ 1737360 w 3200400"/>
                <a:gd name="connsiteY3" fmla="*/ 2824480 h 2997200"/>
                <a:gd name="connsiteX4" fmla="*/ 1717040 w 3200400"/>
                <a:gd name="connsiteY4" fmla="*/ 2753360 h 2997200"/>
                <a:gd name="connsiteX5" fmla="*/ 1696720 w 3200400"/>
                <a:gd name="connsiteY5" fmla="*/ 2722880 h 2997200"/>
                <a:gd name="connsiteX6" fmla="*/ 1686560 w 3200400"/>
                <a:gd name="connsiteY6" fmla="*/ 2682240 h 2997200"/>
                <a:gd name="connsiteX7" fmla="*/ 1666240 w 3200400"/>
                <a:gd name="connsiteY7" fmla="*/ 2651760 h 2997200"/>
                <a:gd name="connsiteX8" fmla="*/ 1605280 w 3200400"/>
                <a:gd name="connsiteY8" fmla="*/ 2580640 h 2997200"/>
                <a:gd name="connsiteX9" fmla="*/ 1574800 w 3200400"/>
                <a:gd name="connsiteY9" fmla="*/ 2560320 h 2997200"/>
                <a:gd name="connsiteX10" fmla="*/ 1554480 w 3200400"/>
                <a:gd name="connsiteY10" fmla="*/ 2519680 h 2997200"/>
                <a:gd name="connsiteX11" fmla="*/ 1463040 w 3200400"/>
                <a:gd name="connsiteY11" fmla="*/ 2458720 h 2997200"/>
                <a:gd name="connsiteX12" fmla="*/ 1402080 w 3200400"/>
                <a:gd name="connsiteY12" fmla="*/ 2418080 h 2997200"/>
                <a:gd name="connsiteX13" fmla="*/ 1320800 w 3200400"/>
                <a:gd name="connsiteY13" fmla="*/ 2377440 h 2997200"/>
                <a:gd name="connsiteX14" fmla="*/ 1198880 w 3200400"/>
                <a:gd name="connsiteY14" fmla="*/ 2296160 h 2997200"/>
                <a:gd name="connsiteX15" fmla="*/ 1148080 w 3200400"/>
                <a:gd name="connsiteY15" fmla="*/ 2286000 h 2997200"/>
                <a:gd name="connsiteX16" fmla="*/ 1087120 w 3200400"/>
                <a:gd name="connsiteY16" fmla="*/ 2245360 h 2997200"/>
                <a:gd name="connsiteX17" fmla="*/ 1005840 w 3200400"/>
                <a:gd name="connsiteY17" fmla="*/ 2184400 h 2997200"/>
                <a:gd name="connsiteX18" fmla="*/ 944880 w 3200400"/>
                <a:gd name="connsiteY18" fmla="*/ 2153920 h 2997200"/>
                <a:gd name="connsiteX19" fmla="*/ 853440 w 3200400"/>
                <a:gd name="connsiteY19" fmla="*/ 2103120 h 2997200"/>
                <a:gd name="connsiteX20" fmla="*/ 772160 w 3200400"/>
                <a:gd name="connsiteY20" fmla="*/ 2062480 h 2997200"/>
                <a:gd name="connsiteX21" fmla="*/ 701040 w 3200400"/>
                <a:gd name="connsiteY21" fmla="*/ 2021840 h 2997200"/>
                <a:gd name="connsiteX22" fmla="*/ 650240 w 3200400"/>
                <a:gd name="connsiteY22" fmla="*/ 1991360 h 2997200"/>
                <a:gd name="connsiteX23" fmla="*/ 619760 w 3200400"/>
                <a:gd name="connsiteY23" fmla="*/ 1981200 h 2997200"/>
                <a:gd name="connsiteX24" fmla="*/ 579120 w 3200400"/>
                <a:gd name="connsiteY24" fmla="*/ 1960880 h 2997200"/>
                <a:gd name="connsiteX25" fmla="*/ 548640 w 3200400"/>
                <a:gd name="connsiteY25" fmla="*/ 1950720 h 2997200"/>
                <a:gd name="connsiteX26" fmla="*/ 487680 w 3200400"/>
                <a:gd name="connsiteY26" fmla="*/ 1920240 h 2997200"/>
                <a:gd name="connsiteX27" fmla="*/ 457200 w 3200400"/>
                <a:gd name="connsiteY27" fmla="*/ 1910080 h 2997200"/>
                <a:gd name="connsiteX28" fmla="*/ 396240 w 3200400"/>
                <a:gd name="connsiteY28" fmla="*/ 1879600 h 2997200"/>
                <a:gd name="connsiteX29" fmla="*/ 314960 w 3200400"/>
                <a:gd name="connsiteY29" fmla="*/ 1818640 h 2997200"/>
                <a:gd name="connsiteX30" fmla="*/ 254000 w 3200400"/>
                <a:gd name="connsiteY30" fmla="*/ 1788160 h 2997200"/>
                <a:gd name="connsiteX31" fmla="*/ 223520 w 3200400"/>
                <a:gd name="connsiteY31" fmla="*/ 1747520 h 2997200"/>
                <a:gd name="connsiteX32" fmla="*/ 162560 w 3200400"/>
                <a:gd name="connsiteY32" fmla="*/ 1686560 h 2997200"/>
                <a:gd name="connsiteX33" fmla="*/ 152400 w 3200400"/>
                <a:gd name="connsiteY33" fmla="*/ 1645920 h 2997200"/>
                <a:gd name="connsiteX34" fmla="*/ 132080 w 3200400"/>
                <a:gd name="connsiteY34" fmla="*/ 1615440 h 2997200"/>
                <a:gd name="connsiteX35" fmla="*/ 121920 w 3200400"/>
                <a:gd name="connsiteY35" fmla="*/ 1534160 h 2997200"/>
                <a:gd name="connsiteX36" fmla="*/ 101600 w 3200400"/>
                <a:gd name="connsiteY36" fmla="*/ 1463040 h 2997200"/>
                <a:gd name="connsiteX37" fmla="*/ 71120 w 3200400"/>
                <a:gd name="connsiteY37" fmla="*/ 1371600 h 2997200"/>
                <a:gd name="connsiteX38" fmla="*/ 50800 w 3200400"/>
                <a:gd name="connsiteY38" fmla="*/ 1270000 h 2997200"/>
                <a:gd name="connsiteX39" fmla="*/ 30480 w 3200400"/>
                <a:gd name="connsiteY39" fmla="*/ 1178560 h 2997200"/>
                <a:gd name="connsiteX40" fmla="*/ 0 w 3200400"/>
                <a:gd name="connsiteY40" fmla="*/ 985520 h 2997200"/>
                <a:gd name="connsiteX41" fmla="*/ 20320 w 3200400"/>
                <a:gd name="connsiteY41" fmla="*/ 802640 h 2997200"/>
                <a:gd name="connsiteX42" fmla="*/ 50800 w 3200400"/>
                <a:gd name="connsiteY42" fmla="*/ 782320 h 2997200"/>
                <a:gd name="connsiteX43" fmla="*/ 81280 w 3200400"/>
                <a:gd name="connsiteY43" fmla="*/ 690880 h 2997200"/>
                <a:gd name="connsiteX44" fmla="*/ 152400 w 3200400"/>
                <a:gd name="connsiteY44" fmla="*/ 579120 h 2997200"/>
                <a:gd name="connsiteX45" fmla="*/ 193040 w 3200400"/>
                <a:gd name="connsiteY45" fmla="*/ 548640 h 2997200"/>
                <a:gd name="connsiteX46" fmla="*/ 213360 w 3200400"/>
                <a:gd name="connsiteY46" fmla="*/ 487680 h 2997200"/>
                <a:gd name="connsiteX47" fmla="*/ 254000 w 3200400"/>
                <a:gd name="connsiteY47" fmla="*/ 416560 h 2997200"/>
                <a:gd name="connsiteX48" fmla="*/ 284480 w 3200400"/>
                <a:gd name="connsiteY48" fmla="*/ 375920 h 2997200"/>
                <a:gd name="connsiteX49" fmla="*/ 314960 w 3200400"/>
                <a:gd name="connsiteY49" fmla="*/ 355600 h 2997200"/>
                <a:gd name="connsiteX50" fmla="*/ 335280 w 3200400"/>
                <a:gd name="connsiteY50" fmla="*/ 325120 h 2997200"/>
                <a:gd name="connsiteX51" fmla="*/ 467360 w 3200400"/>
                <a:gd name="connsiteY51" fmla="*/ 243840 h 2997200"/>
                <a:gd name="connsiteX52" fmla="*/ 508000 w 3200400"/>
                <a:gd name="connsiteY52" fmla="*/ 233680 h 2997200"/>
                <a:gd name="connsiteX53" fmla="*/ 589280 w 3200400"/>
                <a:gd name="connsiteY53" fmla="*/ 193040 h 2997200"/>
                <a:gd name="connsiteX54" fmla="*/ 640080 w 3200400"/>
                <a:gd name="connsiteY54" fmla="*/ 152400 h 2997200"/>
                <a:gd name="connsiteX55" fmla="*/ 670560 w 3200400"/>
                <a:gd name="connsiteY55" fmla="*/ 142240 h 2997200"/>
                <a:gd name="connsiteX56" fmla="*/ 711200 w 3200400"/>
                <a:gd name="connsiteY56" fmla="*/ 121920 h 2997200"/>
                <a:gd name="connsiteX57" fmla="*/ 762000 w 3200400"/>
                <a:gd name="connsiteY57" fmla="*/ 101600 h 2997200"/>
                <a:gd name="connsiteX58" fmla="*/ 853440 w 3200400"/>
                <a:gd name="connsiteY58" fmla="*/ 71120 h 2997200"/>
                <a:gd name="connsiteX59" fmla="*/ 904240 w 3200400"/>
                <a:gd name="connsiteY59" fmla="*/ 50800 h 2997200"/>
                <a:gd name="connsiteX60" fmla="*/ 1005840 w 3200400"/>
                <a:gd name="connsiteY60" fmla="*/ 40640 h 2997200"/>
                <a:gd name="connsiteX61" fmla="*/ 1056640 w 3200400"/>
                <a:gd name="connsiteY61" fmla="*/ 20320 h 2997200"/>
                <a:gd name="connsiteX62" fmla="*/ 1137920 w 3200400"/>
                <a:gd name="connsiteY62" fmla="*/ 0 h 2997200"/>
                <a:gd name="connsiteX63" fmla="*/ 2458720 w 3200400"/>
                <a:gd name="connsiteY63" fmla="*/ 20320 h 2997200"/>
                <a:gd name="connsiteX64" fmla="*/ 2550160 w 3200400"/>
                <a:gd name="connsiteY64" fmla="*/ 40640 h 2997200"/>
                <a:gd name="connsiteX65" fmla="*/ 2611120 w 3200400"/>
                <a:gd name="connsiteY65" fmla="*/ 60960 h 2997200"/>
                <a:gd name="connsiteX66" fmla="*/ 2661920 w 3200400"/>
                <a:gd name="connsiteY66" fmla="*/ 71120 h 2997200"/>
                <a:gd name="connsiteX67" fmla="*/ 2702560 w 3200400"/>
                <a:gd name="connsiteY67" fmla="*/ 101600 h 2997200"/>
                <a:gd name="connsiteX68" fmla="*/ 2733040 w 3200400"/>
                <a:gd name="connsiteY68" fmla="*/ 111760 h 2997200"/>
                <a:gd name="connsiteX69" fmla="*/ 2824480 w 3200400"/>
                <a:gd name="connsiteY69" fmla="*/ 142240 h 2997200"/>
                <a:gd name="connsiteX70" fmla="*/ 2905760 w 3200400"/>
                <a:gd name="connsiteY70" fmla="*/ 213360 h 2997200"/>
                <a:gd name="connsiteX71" fmla="*/ 2956560 w 3200400"/>
                <a:gd name="connsiteY71" fmla="*/ 243840 h 2997200"/>
                <a:gd name="connsiteX72" fmla="*/ 2987040 w 3200400"/>
                <a:gd name="connsiteY72" fmla="*/ 274320 h 2997200"/>
                <a:gd name="connsiteX73" fmla="*/ 3027680 w 3200400"/>
                <a:gd name="connsiteY73" fmla="*/ 304800 h 2997200"/>
                <a:gd name="connsiteX74" fmla="*/ 3088640 w 3200400"/>
                <a:gd name="connsiteY74" fmla="*/ 416560 h 2997200"/>
                <a:gd name="connsiteX75" fmla="*/ 3119120 w 3200400"/>
                <a:gd name="connsiteY75" fmla="*/ 497840 h 2997200"/>
                <a:gd name="connsiteX76" fmla="*/ 3139440 w 3200400"/>
                <a:gd name="connsiteY76" fmla="*/ 528320 h 2997200"/>
                <a:gd name="connsiteX77" fmla="*/ 3159760 w 3200400"/>
                <a:gd name="connsiteY77" fmla="*/ 619760 h 2997200"/>
                <a:gd name="connsiteX78" fmla="*/ 3169920 w 3200400"/>
                <a:gd name="connsiteY78" fmla="*/ 660400 h 2997200"/>
                <a:gd name="connsiteX79" fmla="*/ 3190240 w 3200400"/>
                <a:gd name="connsiteY79" fmla="*/ 812800 h 2997200"/>
                <a:gd name="connsiteX80" fmla="*/ 3200400 w 3200400"/>
                <a:gd name="connsiteY80" fmla="*/ 863600 h 2997200"/>
                <a:gd name="connsiteX81" fmla="*/ 3190240 w 3200400"/>
                <a:gd name="connsiteY81" fmla="*/ 1046480 h 2997200"/>
                <a:gd name="connsiteX82" fmla="*/ 3149600 w 3200400"/>
                <a:gd name="connsiteY82" fmla="*/ 1097280 h 2997200"/>
                <a:gd name="connsiteX83" fmla="*/ 3139440 w 3200400"/>
                <a:gd name="connsiteY83" fmla="*/ 1137920 h 2997200"/>
                <a:gd name="connsiteX84" fmla="*/ 3108960 w 3200400"/>
                <a:gd name="connsiteY84" fmla="*/ 1178560 h 2997200"/>
                <a:gd name="connsiteX85" fmla="*/ 3088640 w 3200400"/>
                <a:gd name="connsiteY85" fmla="*/ 1219200 h 2997200"/>
                <a:gd name="connsiteX86" fmla="*/ 3058160 w 3200400"/>
                <a:gd name="connsiteY86" fmla="*/ 1259840 h 2997200"/>
                <a:gd name="connsiteX87" fmla="*/ 3027680 w 3200400"/>
                <a:gd name="connsiteY87" fmla="*/ 1310640 h 2997200"/>
                <a:gd name="connsiteX88" fmla="*/ 3007360 w 3200400"/>
                <a:gd name="connsiteY88" fmla="*/ 1341120 h 2997200"/>
                <a:gd name="connsiteX89" fmla="*/ 2976880 w 3200400"/>
                <a:gd name="connsiteY89" fmla="*/ 1361440 h 2997200"/>
                <a:gd name="connsiteX90" fmla="*/ 2926080 w 3200400"/>
                <a:gd name="connsiteY90" fmla="*/ 1432560 h 2997200"/>
                <a:gd name="connsiteX91" fmla="*/ 2875280 w 3200400"/>
                <a:gd name="connsiteY91" fmla="*/ 1503680 h 2997200"/>
                <a:gd name="connsiteX92" fmla="*/ 2773680 w 3200400"/>
                <a:gd name="connsiteY92" fmla="*/ 1605280 h 2997200"/>
                <a:gd name="connsiteX93" fmla="*/ 2682240 w 3200400"/>
                <a:gd name="connsiteY93" fmla="*/ 1706880 h 2997200"/>
                <a:gd name="connsiteX94" fmla="*/ 2590800 w 3200400"/>
                <a:gd name="connsiteY94" fmla="*/ 1778000 h 2997200"/>
                <a:gd name="connsiteX95" fmla="*/ 2509520 w 3200400"/>
                <a:gd name="connsiteY95" fmla="*/ 1869440 h 2997200"/>
                <a:gd name="connsiteX96" fmla="*/ 2468880 w 3200400"/>
                <a:gd name="connsiteY96" fmla="*/ 1889760 h 2997200"/>
                <a:gd name="connsiteX97" fmla="*/ 2438400 w 3200400"/>
                <a:gd name="connsiteY97" fmla="*/ 1940560 h 2997200"/>
                <a:gd name="connsiteX98" fmla="*/ 2397760 w 3200400"/>
                <a:gd name="connsiteY98" fmla="*/ 1971040 h 2997200"/>
                <a:gd name="connsiteX99" fmla="*/ 2296160 w 3200400"/>
                <a:gd name="connsiteY99" fmla="*/ 2052320 h 2997200"/>
                <a:gd name="connsiteX100" fmla="*/ 2245360 w 3200400"/>
                <a:gd name="connsiteY100" fmla="*/ 2133600 h 2997200"/>
                <a:gd name="connsiteX101" fmla="*/ 2204720 w 3200400"/>
                <a:gd name="connsiteY101" fmla="*/ 2204720 h 2997200"/>
                <a:gd name="connsiteX102" fmla="*/ 2133600 w 3200400"/>
                <a:gd name="connsiteY102" fmla="*/ 2296160 h 2997200"/>
                <a:gd name="connsiteX103" fmla="*/ 2113280 w 3200400"/>
                <a:gd name="connsiteY103" fmla="*/ 2326640 h 2997200"/>
                <a:gd name="connsiteX104" fmla="*/ 2082800 w 3200400"/>
                <a:gd name="connsiteY104" fmla="*/ 2367280 h 2997200"/>
                <a:gd name="connsiteX105" fmla="*/ 2052320 w 3200400"/>
                <a:gd name="connsiteY105" fmla="*/ 2428240 h 2997200"/>
                <a:gd name="connsiteX106" fmla="*/ 2042160 w 3200400"/>
                <a:gd name="connsiteY106" fmla="*/ 2458720 h 2997200"/>
                <a:gd name="connsiteX107" fmla="*/ 2001520 w 3200400"/>
                <a:gd name="connsiteY107" fmla="*/ 2509520 h 2997200"/>
                <a:gd name="connsiteX108" fmla="*/ 1950720 w 3200400"/>
                <a:gd name="connsiteY108" fmla="*/ 2580640 h 2997200"/>
                <a:gd name="connsiteX109" fmla="*/ 1920240 w 3200400"/>
                <a:gd name="connsiteY109" fmla="*/ 2631440 h 2997200"/>
                <a:gd name="connsiteX110" fmla="*/ 1910080 w 3200400"/>
                <a:gd name="connsiteY110" fmla="*/ 2661920 h 2997200"/>
                <a:gd name="connsiteX111" fmla="*/ 1879600 w 3200400"/>
                <a:gd name="connsiteY111" fmla="*/ 2692400 h 2997200"/>
                <a:gd name="connsiteX112" fmla="*/ 1859280 w 3200400"/>
                <a:gd name="connsiteY112" fmla="*/ 2733040 h 2997200"/>
                <a:gd name="connsiteX113" fmla="*/ 1798320 w 3200400"/>
                <a:gd name="connsiteY113" fmla="*/ 2804160 h 2997200"/>
                <a:gd name="connsiteX114" fmla="*/ 1778000 w 3200400"/>
                <a:gd name="connsiteY114" fmla="*/ 2895600 h 2997200"/>
                <a:gd name="connsiteX115" fmla="*/ 1778000 w 3200400"/>
                <a:gd name="connsiteY115" fmla="*/ 2936240 h 299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3200400" h="2997200">
                  <a:moveTo>
                    <a:pt x="1778000" y="2997200"/>
                  </a:moveTo>
                  <a:cubicBezTo>
                    <a:pt x="1774613" y="2973493"/>
                    <a:pt x="1772536" y="2949562"/>
                    <a:pt x="1767840" y="2926080"/>
                  </a:cubicBezTo>
                  <a:cubicBezTo>
                    <a:pt x="1765740" y="2915578"/>
                    <a:pt x="1760757" y="2905858"/>
                    <a:pt x="1757680" y="2895600"/>
                  </a:cubicBezTo>
                  <a:cubicBezTo>
                    <a:pt x="1750595" y="2871985"/>
                    <a:pt x="1743847" y="2848267"/>
                    <a:pt x="1737360" y="2824480"/>
                  </a:cubicBezTo>
                  <a:cubicBezTo>
                    <a:pt x="1733454" y="2810157"/>
                    <a:pt x="1724827" y="2768934"/>
                    <a:pt x="1717040" y="2753360"/>
                  </a:cubicBezTo>
                  <a:cubicBezTo>
                    <a:pt x="1711579" y="2742438"/>
                    <a:pt x="1703493" y="2733040"/>
                    <a:pt x="1696720" y="2722880"/>
                  </a:cubicBezTo>
                  <a:cubicBezTo>
                    <a:pt x="1693333" y="2709333"/>
                    <a:pt x="1692061" y="2695075"/>
                    <a:pt x="1686560" y="2682240"/>
                  </a:cubicBezTo>
                  <a:cubicBezTo>
                    <a:pt x="1681750" y="2671017"/>
                    <a:pt x="1673337" y="2661696"/>
                    <a:pt x="1666240" y="2651760"/>
                  </a:cubicBezTo>
                  <a:cubicBezTo>
                    <a:pt x="1646454" y="2624060"/>
                    <a:pt x="1631344" y="2602360"/>
                    <a:pt x="1605280" y="2580640"/>
                  </a:cubicBezTo>
                  <a:cubicBezTo>
                    <a:pt x="1595899" y="2572823"/>
                    <a:pt x="1584960" y="2567093"/>
                    <a:pt x="1574800" y="2560320"/>
                  </a:cubicBezTo>
                  <a:cubicBezTo>
                    <a:pt x="1568027" y="2546773"/>
                    <a:pt x="1564337" y="2531179"/>
                    <a:pt x="1554480" y="2519680"/>
                  </a:cubicBezTo>
                  <a:cubicBezTo>
                    <a:pt x="1538545" y="2501090"/>
                    <a:pt x="1481126" y="2470229"/>
                    <a:pt x="1463040" y="2458720"/>
                  </a:cubicBezTo>
                  <a:cubicBezTo>
                    <a:pt x="1442436" y="2445609"/>
                    <a:pt x="1423284" y="2430197"/>
                    <a:pt x="1402080" y="2418080"/>
                  </a:cubicBezTo>
                  <a:cubicBezTo>
                    <a:pt x="1375780" y="2403051"/>
                    <a:pt x="1344070" y="2396832"/>
                    <a:pt x="1320800" y="2377440"/>
                  </a:cubicBezTo>
                  <a:cubicBezTo>
                    <a:pt x="1270990" y="2335931"/>
                    <a:pt x="1258932" y="2317997"/>
                    <a:pt x="1198880" y="2296160"/>
                  </a:cubicBezTo>
                  <a:cubicBezTo>
                    <a:pt x="1182651" y="2290259"/>
                    <a:pt x="1165013" y="2289387"/>
                    <a:pt x="1148080" y="2286000"/>
                  </a:cubicBezTo>
                  <a:cubicBezTo>
                    <a:pt x="1127760" y="2272453"/>
                    <a:pt x="1106871" y="2259724"/>
                    <a:pt x="1087120" y="2245360"/>
                  </a:cubicBezTo>
                  <a:cubicBezTo>
                    <a:pt x="1056990" y="2223447"/>
                    <a:pt x="1037355" y="2201908"/>
                    <a:pt x="1005840" y="2184400"/>
                  </a:cubicBezTo>
                  <a:cubicBezTo>
                    <a:pt x="985981" y="2173367"/>
                    <a:pt x="964926" y="2164611"/>
                    <a:pt x="944880" y="2153920"/>
                  </a:cubicBezTo>
                  <a:cubicBezTo>
                    <a:pt x="914114" y="2137512"/>
                    <a:pt x="884256" y="2119434"/>
                    <a:pt x="853440" y="2103120"/>
                  </a:cubicBezTo>
                  <a:cubicBezTo>
                    <a:pt x="826669" y="2088947"/>
                    <a:pt x="796393" y="2080655"/>
                    <a:pt x="772160" y="2062480"/>
                  </a:cubicBezTo>
                  <a:cubicBezTo>
                    <a:pt x="673890" y="1988778"/>
                    <a:pt x="778614" y="2060627"/>
                    <a:pt x="701040" y="2021840"/>
                  </a:cubicBezTo>
                  <a:cubicBezTo>
                    <a:pt x="683377" y="2013009"/>
                    <a:pt x="667903" y="2000191"/>
                    <a:pt x="650240" y="1991360"/>
                  </a:cubicBezTo>
                  <a:cubicBezTo>
                    <a:pt x="640661" y="1986571"/>
                    <a:pt x="629604" y="1985419"/>
                    <a:pt x="619760" y="1981200"/>
                  </a:cubicBezTo>
                  <a:cubicBezTo>
                    <a:pt x="605839" y="1975234"/>
                    <a:pt x="593041" y="1966846"/>
                    <a:pt x="579120" y="1960880"/>
                  </a:cubicBezTo>
                  <a:cubicBezTo>
                    <a:pt x="569276" y="1956661"/>
                    <a:pt x="558427" y="1955070"/>
                    <a:pt x="548640" y="1950720"/>
                  </a:cubicBezTo>
                  <a:cubicBezTo>
                    <a:pt x="527880" y="1941493"/>
                    <a:pt x="508440" y="1929467"/>
                    <a:pt x="487680" y="1920240"/>
                  </a:cubicBezTo>
                  <a:cubicBezTo>
                    <a:pt x="477893" y="1915890"/>
                    <a:pt x="466779" y="1914869"/>
                    <a:pt x="457200" y="1910080"/>
                  </a:cubicBezTo>
                  <a:cubicBezTo>
                    <a:pt x="378418" y="1870689"/>
                    <a:pt x="472852" y="1905137"/>
                    <a:pt x="396240" y="1879600"/>
                  </a:cubicBezTo>
                  <a:cubicBezTo>
                    <a:pt x="375074" y="1862668"/>
                    <a:pt x="341427" y="1833344"/>
                    <a:pt x="314960" y="1818640"/>
                  </a:cubicBezTo>
                  <a:cubicBezTo>
                    <a:pt x="295101" y="1807607"/>
                    <a:pt x="274320" y="1798320"/>
                    <a:pt x="254000" y="1788160"/>
                  </a:cubicBezTo>
                  <a:cubicBezTo>
                    <a:pt x="243840" y="1774613"/>
                    <a:pt x="235494" y="1759494"/>
                    <a:pt x="223520" y="1747520"/>
                  </a:cubicBezTo>
                  <a:cubicBezTo>
                    <a:pt x="147907" y="1671907"/>
                    <a:pt x="210448" y="1758392"/>
                    <a:pt x="162560" y="1686560"/>
                  </a:cubicBezTo>
                  <a:cubicBezTo>
                    <a:pt x="159173" y="1673013"/>
                    <a:pt x="157901" y="1658755"/>
                    <a:pt x="152400" y="1645920"/>
                  </a:cubicBezTo>
                  <a:cubicBezTo>
                    <a:pt x="147590" y="1634697"/>
                    <a:pt x="135293" y="1627221"/>
                    <a:pt x="132080" y="1615440"/>
                  </a:cubicBezTo>
                  <a:cubicBezTo>
                    <a:pt x="124896" y="1589098"/>
                    <a:pt x="127275" y="1560934"/>
                    <a:pt x="121920" y="1534160"/>
                  </a:cubicBezTo>
                  <a:cubicBezTo>
                    <a:pt x="117085" y="1509983"/>
                    <a:pt x="107580" y="1486959"/>
                    <a:pt x="101600" y="1463040"/>
                  </a:cubicBezTo>
                  <a:cubicBezTo>
                    <a:pt x="81905" y="1384258"/>
                    <a:pt x="104921" y="1439202"/>
                    <a:pt x="71120" y="1371600"/>
                  </a:cubicBezTo>
                  <a:cubicBezTo>
                    <a:pt x="64347" y="1337733"/>
                    <a:pt x="58037" y="1303771"/>
                    <a:pt x="50800" y="1270000"/>
                  </a:cubicBezTo>
                  <a:cubicBezTo>
                    <a:pt x="42278" y="1230233"/>
                    <a:pt x="36173" y="1221255"/>
                    <a:pt x="30480" y="1178560"/>
                  </a:cubicBezTo>
                  <a:cubicBezTo>
                    <a:pt x="6157" y="996141"/>
                    <a:pt x="37846" y="1155825"/>
                    <a:pt x="0" y="985520"/>
                  </a:cubicBezTo>
                  <a:cubicBezTo>
                    <a:pt x="6773" y="924560"/>
                    <a:pt x="5444" y="862144"/>
                    <a:pt x="20320" y="802640"/>
                  </a:cubicBezTo>
                  <a:cubicBezTo>
                    <a:pt x="23282" y="790794"/>
                    <a:pt x="43703" y="792256"/>
                    <a:pt x="50800" y="782320"/>
                  </a:cubicBezTo>
                  <a:cubicBezTo>
                    <a:pt x="74206" y="749552"/>
                    <a:pt x="68305" y="725481"/>
                    <a:pt x="81280" y="690880"/>
                  </a:cubicBezTo>
                  <a:cubicBezTo>
                    <a:pt x="94582" y="655408"/>
                    <a:pt x="131358" y="602500"/>
                    <a:pt x="152400" y="579120"/>
                  </a:cubicBezTo>
                  <a:cubicBezTo>
                    <a:pt x="163728" y="566534"/>
                    <a:pt x="179493" y="558800"/>
                    <a:pt x="193040" y="548640"/>
                  </a:cubicBezTo>
                  <a:cubicBezTo>
                    <a:pt x="199813" y="528320"/>
                    <a:pt x="203781" y="506838"/>
                    <a:pt x="213360" y="487680"/>
                  </a:cubicBezTo>
                  <a:cubicBezTo>
                    <a:pt x="233203" y="447993"/>
                    <a:pt x="230066" y="450068"/>
                    <a:pt x="254000" y="416560"/>
                  </a:cubicBezTo>
                  <a:cubicBezTo>
                    <a:pt x="263842" y="402781"/>
                    <a:pt x="272506" y="387894"/>
                    <a:pt x="284480" y="375920"/>
                  </a:cubicBezTo>
                  <a:cubicBezTo>
                    <a:pt x="293114" y="367286"/>
                    <a:pt x="304800" y="362373"/>
                    <a:pt x="314960" y="355600"/>
                  </a:cubicBezTo>
                  <a:cubicBezTo>
                    <a:pt x="321733" y="345440"/>
                    <a:pt x="325829" y="332852"/>
                    <a:pt x="335280" y="325120"/>
                  </a:cubicBezTo>
                  <a:cubicBezTo>
                    <a:pt x="353676" y="310069"/>
                    <a:pt x="429365" y="258088"/>
                    <a:pt x="467360" y="243840"/>
                  </a:cubicBezTo>
                  <a:cubicBezTo>
                    <a:pt x="480435" y="238937"/>
                    <a:pt x="494453" y="237067"/>
                    <a:pt x="508000" y="233680"/>
                  </a:cubicBezTo>
                  <a:cubicBezTo>
                    <a:pt x="583086" y="158594"/>
                    <a:pt x="485457" y="244952"/>
                    <a:pt x="589280" y="193040"/>
                  </a:cubicBezTo>
                  <a:cubicBezTo>
                    <a:pt x="608676" y="183342"/>
                    <a:pt x="621691" y="163893"/>
                    <a:pt x="640080" y="152400"/>
                  </a:cubicBezTo>
                  <a:cubicBezTo>
                    <a:pt x="649162" y="146724"/>
                    <a:pt x="660716" y="146459"/>
                    <a:pt x="670560" y="142240"/>
                  </a:cubicBezTo>
                  <a:cubicBezTo>
                    <a:pt x="684481" y="136274"/>
                    <a:pt x="697360" y="128071"/>
                    <a:pt x="711200" y="121920"/>
                  </a:cubicBezTo>
                  <a:cubicBezTo>
                    <a:pt x="727866" y="114513"/>
                    <a:pt x="745334" y="109007"/>
                    <a:pt x="762000" y="101600"/>
                  </a:cubicBezTo>
                  <a:cubicBezTo>
                    <a:pt x="879520" y="49369"/>
                    <a:pt x="717742" y="111829"/>
                    <a:pt x="853440" y="71120"/>
                  </a:cubicBezTo>
                  <a:cubicBezTo>
                    <a:pt x="870909" y="65879"/>
                    <a:pt x="886356" y="54377"/>
                    <a:pt x="904240" y="50800"/>
                  </a:cubicBezTo>
                  <a:cubicBezTo>
                    <a:pt x="937615" y="44125"/>
                    <a:pt x="971973" y="44027"/>
                    <a:pt x="1005840" y="40640"/>
                  </a:cubicBezTo>
                  <a:cubicBezTo>
                    <a:pt x="1022773" y="33867"/>
                    <a:pt x="1039209" y="25683"/>
                    <a:pt x="1056640" y="20320"/>
                  </a:cubicBezTo>
                  <a:cubicBezTo>
                    <a:pt x="1083332" y="12107"/>
                    <a:pt x="1109993" y="0"/>
                    <a:pt x="1137920" y="0"/>
                  </a:cubicBezTo>
                  <a:cubicBezTo>
                    <a:pt x="1578239" y="0"/>
                    <a:pt x="2018453" y="13547"/>
                    <a:pt x="2458720" y="20320"/>
                  </a:cubicBezTo>
                  <a:cubicBezTo>
                    <a:pt x="2545927" y="49389"/>
                    <a:pt x="2407112" y="4878"/>
                    <a:pt x="2550160" y="40640"/>
                  </a:cubicBezTo>
                  <a:cubicBezTo>
                    <a:pt x="2570940" y="45835"/>
                    <a:pt x="2590456" y="55324"/>
                    <a:pt x="2611120" y="60960"/>
                  </a:cubicBezTo>
                  <a:cubicBezTo>
                    <a:pt x="2627780" y="65504"/>
                    <a:pt x="2644987" y="67733"/>
                    <a:pt x="2661920" y="71120"/>
                  </a:cubicBezTo>
                  <a:cubicBezTo>
                    <a:pt x="2675467" y="81280"/>
                    <a:pt x="2687858" y="93199"/>
                    <a:pt x="2702560" y="101600"/>
                  </a:cubicBezTo>
                  <a:cubicBezTo>
                    <a:pt x="2711859" y="106913"/>
                    <a:pt x="2723196" y="107541"/>
                    <a:pt x="2733040" y="111760"/>
                  </a:cubicBezTo>
                  <a:cubicBezTo>
                    <a:pt x="2806652" y="143308"/>
                    <a:pt x="2738845" y="125113"/>
                    <a:pt x="2824480" y="142240"/>
                  </a:cubicBezTo>
                  <a:cubicBezTo>
                    <a:pt x="2861264" y="179024"/>
                    <a:pt x="2863785" y="185377"/>
                    <a:pt x="2905760" y="213360"/>
                  </a:cubicBezTo>
                  <a:cubicBezTo>
                    <a:pt x="2922191" y="224314"/>
                    <a:pt x="2940762" y="231992"/>
                    <a:pt x="2956560" y="243840"/>
                  </a:cubicBezTo>
                  <a:cubicBezTo>
                    <a:pt x="2968055" y="252461"/>
                    <a:pt x="2976131" y="264969"/>
                    <a:pt x="2987040" y="274320"/>
                  </a:cubicBezTo>
                  <a:cubicBezTo>
                    <a:pt x="2999897" y="285340"/>
                    <a:pt x="3014133" y="294640"/>
                    <a:pt x="3027680" y="304800"/>
                  </a:cubicBezTo>
                  <a:cubicBezTo>
                    <a:pt x="3055204" y="350673"/>
                    <a:pt x="3066176" y="366017"/>
                    <a:pt x="3088640" y="416560"/>
                  </a:cubicBezTo>
                  <a:cubicBezTo>
                    <a:pt x="3123813" y="495700"/>
                    <a:pt x="3062048" y="383696"/>
                    <a:pt x="3119120" y="497840"/>
                  </a:cubicBezTo>
                  <a:cubicBezTo>
                    <a:pt x="3124581" y="508762"/>
                    <a:pt x="3132667" y="518160"/>
                    <a:pt x="3139440" y="528320"/>
                  </a:cubicBezTo>
                  <a:cubicBezTo>
                    <a:pt x="3146213" y="558800"/>
                    <a:pt x="3152739" y="589336"/>
                    <a:pt x="3159760" y="619760"/>
                  </a:cubicBezTo>
                  <a:cubicBezTo>
                    <a:pt x="3162900" y="633366"/>
                    <a:pt x="3167422" y="646662"/>
                    <a:pt x="3169920" y="660400"/>
                  </a:cubicBezTo>
                  <a:cubicBezTo>
                    <a:pt x="3180183" y="716848"/>
                    <a:pt x="3181395" y="755304"/>
                    <a:pt x="3190240" y="812800"/>
                  </a:cubicBezTo>
                  <a:cubicBezTo>
                    <a:pt x="3192866" y="829868"/>
                    <a:pt x="3197013" y="846667"/>
                    <a:pt x="3200400" y="863600"/>
                  </a:cubicBezTo>
                  <a:cubicBezTo>
                    <a:pt x="3197013" y="924560"/>
                    <a:pt x="3203210" y="986819"/>
                    <a:pt x="3190240" y="1046480"/>
                  </a:cubicBezTo>
                  <a:cubicBezTo>
                    <a:pt x="3185633" y="1067670"/>
                    <a:pt x="3160131" y="1078324"/>
                    <a:pt x="3149600" y="1097280"/>
                  </a:cubicBezTo>
                  <a:cubicBezTo>
                    <a:pt x="3142819" y="1109486"/>
                    <a:pt x="3145685" y="1125431"/>
                    <a:pt x="3139440" y="1137920"/>
                  </a:cubicBezTo>
                  <a:cubicBezTo>
                    <a:pt x="3131867" y="1153066"/>
                    <a:pt x="3117935" y="1164201"/>
                    <a:pt x="3108960" y="1178560"/>
                  </a:cubicBezTo>
                  <a:cubicBezTo>
                    <a:pt x="3100933" y="1191403"/>
                    <a:pt x="3096667" y="1206357"/>
                    <a:pt x="3088640" y="1219200"/>
                  </a:cubicBezTo>
                  <a:cubicBezTo>
                    <a:pt x="3079665" y="1233559"/>
                    <a:pt x="3067553" y="1245751"/>
                    <a:pt x="3058160" y="1259840"/>
                  </a:cubicBezTo>
                  <a:cubicBezTo>
                    <a:pt x="3047206" y="1276271"/>
                    <a:pt x="3038146" y="1293894"/>
                    <a:pt x="3027680" y="1310640"/>
                  </a:cubicBezTo>
                  <a:cubicBezTo>
                    <a:pt x="3021208" y="1320995"/>
                    <a:pt x="3015994" y="1332486"/>
                    <a:pt x="3007360" y="1341120"/>
                  </a:cubicBezTo>
                  <a:cubicBezTo>
                    <a:pt x="2998726" y="1349754"/>
                    <a:pt x="2987040" y="1354667"/>
                    <a:pt x="2976880" y="1361440"/>
                  </a:cubicBezTo>
                  <a:cubicBezTo>
                    <a:pt x="2939280" y="1436640"/>
                    <a:pt x="2977567" y="1370776"/>
                    <a:pt x="2926080" y="1432560"/>
                  </a:cubicBezTo>
                  <a:cubicBezTo>
                    <a:pt x="2880739" y="1486969"/>
                    <a:pt x="2934759" y="1439626"/>
                    <a:pt x="2875280" y="1503680"/>
                  </a:cubicBezTo>
                  <a:cubicBezTo>
                    <a:pt x="2842690" y="1538777"/>
                    <a:pt x="2802417" y="1566964"/>
                    <a:pt x="2773680" y="1605280"/>
                  </a:cubicBezTo>
                  <a:cubicBezTo>
                    <a:pt x="2743149" y="1645989"/>
                    <a:pt x="2726000" y="1672844"/>
                    <a:pt x="2682240" y="1706880"/>
                  </a:cubicBezTo>
                  <a:cubicBezTo>
                    <a:pt x="2651760" y="1730587"/>
                    <a:pt x="2612219" y="1745871"/>
                    <a:pt x="2590800" y="1778000"/>
                  </a:cubicBezTo>
                  <a:cubicBezTo>
                    <a:pt x="2569326" y="1810212"/>
                    <a:pt x="2544317" y="1852041"/>
                    <a:pt x="2509520" y="1869440"/>
                  </a:cubicBezTo>
                  <a:lnTo>
                    <a:pt x="2468880" y="1889760"/>
                  </a:lnTo>
                  <a:cubicBezTo>
                    <a:pt x="2458720" y="1906693"/>
                    <a:pt x="2451404" y="1925698"/>
                    <a:pt x="2438400" y="1940560"/>
                  </a:cubicBezTo>
                  <a:cubicBezTo>
                    <a:pt x="2427249" y="1953304"/>
                    <a:pt x="2410504" y="1959889"/>
                    <a:pt x="2397760" y="1971040"/>
                  </a:cubicBezTo>
                  <a:cubicBezTo>
                    <a:pt x="2305106" y="2052112"/>
                    <a:pt x="2417352" y="1971525"/>
                    <a:pt x="2296160" y="2052320"/>
                  </a:cubicBezTo>
                  <a:cubicBezTo>
                    <a:pt x="2248481" y="2171518"/>
                    <a:pt x="2306086" y="2046848"/>
                    <a:pt x="2245360" y="2133600"/>
                  </a:cubicBezTo>
                  <a:cubicBezTo>
                    <a:pt x="2229702" y="2155968"/>
                    <a:pt x="2220189" y="2182220"/>
                    <a:pt x="2204720" y="2204720"/>
                  </a:cubicBezTo>
                  <a:cubicBezTo>
                    <a:pt x="2182844" y="2236540"/>
                    <a:pt x="2155019" y="2264031"/>
                    <a:pt x="2133600" y="2296160"/>
                  </a:cubicBezTo>
                  <a:cubicBezTo>
                    <a:pt x="2126827" y="2306320"/>
                    <a:pt x="2120377" y="2316704"/>
                    <a:pt x="2113280" y="2326640"/>
                  </a:cubicBezTo>
                  <a:cubicBezTo>
                    <a:pt x="2103438" y="2340419"/>
                    <a:pt x="2091512" y="2352760"/>
                    <a:pt x="2082800" y="2367280"/>
                  </a:cubicBezTo>
                  <a:cubicBezTo>
                    <a:pt x="2071111" y="2386761"/>
                    <a:pt x="2061547" y="2407480"/>
                    <a:pt x="2052320" y="2428240"/>
                  </a:cubicBezTo>
                  <a:cubicBezTo>
                    <a:pt x="2047970" y="2438027"/>
                    <a:pt x="2047836" y="2449638"/>
                    <a:pt x="2042160" y="2458720"/>
                  </a:cubicBezTo>
                  <a:cubicBezTo>
                    <a:pt x="2030667" y="2477109"/>
                    <a:pt x="2014531" y="2492172"/>
                    <a:pt x="2001520" y="2509520"/>
                  </a:cubicBezTo>
                  <a:cubicBezTo>
                    <a:pt x="1984040" y="2532827"/>
                    <a:pt x="1966880" y="2556400"/>
                    <a:pt x="1950720" y="2580640"/>
                  </a:cubicBezTo>
                  <a:cubicBezTo>
                    <a:pt x="1939766" y="2597071"/>
                    <a:pt x="1929071" y="2613777"/>
                    <a:pt x="1920240" y="2631440"/>
                  </a:cubicBezTo>
                  <a:cubicBezTo>
                    <a:pt x="1915451" y="2641019"/>
                    <a:pt x="1916021" y="2653009"/>
                    <a:pt x="1910080" y="2661920"/>
                  </a:cubicBezTo>
                  <a:cubicBezTo>
                    <a:pt x="1902110" y="2673875"/>
                    <a:pt x="1887951" y="2680708"/>
                    <a:pt x="1879600" y="2692400"/>
                  </a:cubicBezTo>
                  <a:cubicBezTo>
                    <a:pt x="1870797" y="2704725"/>
                    <a:pt x="1866794" y="2719890"/>
                    <a:pt x="1859280" y="2733040"/>
                  </a:cubicBezTo>
                  <a:cubicBezTo>
                    <a:pt x="1838649" y="2769145"/>
                    <a:pt x="1831410" y="2771070"/>
                    <a:pt x="1798320" y="2804160"/>
                  </a:cubicBezTo>
                  <a:cubicBezTo>
                    <a:pt x="1792316" y="2828178"/>
                    <a:pt x="1780580" y="2872383"/>
                    <a:pt x="1778000" y="2895600"/>
                  </a:cubicBezTo>
                  <a:cubicBezTo>
                    <a:pt x="1776504" y="2909064"/>
                    <a:pt x="1778000" y="2922693"/>
                    <a:pt x="1778000" y="2936240"/>
                  </a:cubicBezTo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204442" y="2415574"/>
              <a:ext cx="1176399" cy="6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機台</a:t>
              </a: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063532" y="1231344"/>
              <a:ext cx="1661942" cy="559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洗衣流程</a:t>
              </a: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8283969" y="2868157"/>
              <a:ext cx="1987707" cy="6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烘衣流程</a:t>
              </a: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1013982" y="3794247"/>
            <a:ext cx="2908518" cy="1363314"/>
            <a:chOff x="1414321" y="3261325"/>
            <a:chExt cx="2551451" cy="1195946"/>
          </a:xfrm>
        </p:grpSpPr>
        <p:sp>
          <p:nvSpPr>
            <p:cNvPr id="22" name="手繪多邊形 21"/>
            <p:cNvSpPr/>
            <p:nvPr/>
          </p:nvSpPr>
          <p:spPr>
            <a:xfrm rot="726215">
              <a:off x="1414321" y="333011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rot="726215">
              <a:off x="1551756" y="326132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/>
          <p:cNvGrpSpPr/>
          <p:nvPr/>
        </p:nvGrpSpPr>
        <p:grpSpPr>
          <a:xfrm rot="1398677">
            <a:off x="493230" y="1836534"/>
            <a:ext cx="3655159" cy="1713288"/>
            <a:chOff x="1414321" y="3261325"/>
            <a:chExt cx="2551451" cy="1195946"/>
          </a:xfrm>
        </p:grpSpPr>
        <p:sp>
          <p:nvSpPr>
            <p:cNvPr id="25" name="手繪多邊形 24"/>
            <p:cNvSpPr/>
            <p:nvPr/>
          </p:nvSpPr>
          <p:spPr>
            <a:xfrm rot="726215">
              <a:off x="1414321" y="333011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 25"/>
            <p:cNvSpPr/>
            <p:nvPr/>
          </p:nvSpPr>
          <p:spPr>
            <a:xfrm rot="726215">
              <a:off x="1551756" y="326132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文字方塊 15"/>
          <p:cNvSpPr txBox="1"/>
          <p:nvPr/>
        </p:nvSpPr>
        <p:spPr>
          <a:xfrm>
            <a:off x="1493752" y="417601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輸送帶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066529" y="212164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滾筒改良</a:t>
            </a:r>
          </a:p>
        </p:txBody>
      </p:sp>
      <p:grpSp>
        <p:nvGrpSpPr>
          <p:cNvPr id="27" name="群組 26"/>
          <p:cNvGrpSpPr/>
          <p:nvPr/>
        </p:nvGrpSpPr>
        <p:grpSpPr>
          <a:xfrm rot="1867354">
            <a:off x="2719666" y="2198478"/>
            <a:ext cx="2749730" cy="1288885"/>
            <a:chOff x="1414321" y="3261325"/>
            <a:chExt cx="2551451" cy="1195946"/>
          </a:xfrm>
        </p:grpSpPr>
        <p:sp>
          <p:nvSpPr>
            <p:cNvPr id="28" name="手繪多邊形 27"/>
            <p:cNvSpPr/>
            <p:nvPr/>
          </p:nvSpPr>
          <p:spPr>
            <a:xfrm rot="726215">
              <a:off x="1414321" y="333011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 28"/>
            <p:cNvSpPr/>
            <p:nvPr/>
          </p:nvSpPr>
          <p:spPr>
            <a:xfrm rot="726215">
              <a:off x="1551756" y="326132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3370106" y="229530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逼卡</a:t>
            </a:r>
          </a:p>
        </p:txBody>
      </p:sp>
      <p:grpSp>
        <p:nvGrpSpPr>
          <p:cNvPr id="35" name="群組 34"/>
          <p:cNvGrpSpPr/>
          <p:nvPr/>
        </p:nvGrpSpPr>
        <p:grpSpPr>
          <a:xfrm>
            <a:off x="4365534" y="389329"/>
            <a:ext cx="2805652" cy="2947173"/>
            <a:chOff x="5406208" y="173520"/>
            <a:chExt cx="2805652" cy="2947173"/>
          </a:xfrm>
        </p:grpSpPr>
        <p:sp>
          <p:nvSpPr>
            <p:cNvPr id="34" name="手繪多邊形 33"/>
            <p:cNvSpPr/>
            <p:nvPr/>
          </p:nvSpPr>
          <p:spPr>
            <a:xfrm>
              <a:off x="5406208" y="427189"/>
              <a:ext cx="2600229" cy="2693504"/>
            </a:xfrm>
            <a:custGeom>
              <a:avLst/>
              <a:gdLst>
                <a:gd name="connsiteX0" fmla="*/ 1500809 w 1967948"/>
                <a:gd name="connsiteY0" fmla="*/ 2693504 h 2693504"/>
                <a:gd name="connsiteX1" fmla="*/ 1500809 w 1967948"/>
                <a:gd name="connsiteY1" fmla="*/ 2693504 h 2693504"/>
                <a:gd name="connsiteX2" fmla="*/ 1441174 w 1967948"/>
                <a:gd name="connsiteY2" fmla="*/ 2574234 h 2693504"/>
                <a:gd name="connsiteX3" fmla="*/ 1421296 w 1967948"/>
                <a:gd name="connsiteY3" fmla="*/ 2534478 h 2693504"/>
                <a:gd name="connsiteX4" fmla="*/ 1401418 w 1967948"/>
                <a:gd name="connsiteY4" fmla="*/ 2494721 h 2693504"/>
                <a:gd name="connsiteX5" fmla="*/ 1381539 w 1967948"/>
                <a:gd name="connsiteY5" fmla="*/ 2474843 h 2693504"/>
                <a:gd name="connsiteX6" fmla="*/ 1351722 w 1967948"/>
                <a:gd name="connsiteY6" fmla="*/ 2415208 h 2693504"/>
                <a:gd name="connsiteX7" fmla="*/ 1282148 w 1967948"/>
                <a:gd name="connsiteY7" fmla="*/ 2365513 h 2693504"/>
                <a:gd name="connsiteX8" fmla="*/ 1242392 w 1967948"/>
                <a:gd name="connsiteY8" fmla="*/ 2345634 h 2693504"/>
                <a:gd name="connsiteX9" fmla="*/ 1222513 w 1967948"/>
                <a:gd name="connsiteY9" fmla="*/ 2325756 h 2693504"/>
                <a:gd name="connsiteX10" fmla="*/ 1192696 w 1967948"/>
                <a:gd name="connsiteY10" fmla="*/ 2305878 h 2693504"/>
                <a:gd name="connsiteX11" fmla="*/ 1162879 w 1967948"/>
                <a:gd name="connsiteY11" fmla="*/ 2276061 h 2693504"/>
                <a:gd name="connsiteX12" fmla="*/ 1133061 w 1967948"/>
                <a:gd name="connsiteY12" fmla="*/ 2266121 h 2693504"/>
                <a:gd name="connsiteX13" fmla="*/ 1103244 w 1967948"/>
                <a:gd name="connsiteY13" fmla="*/ 2236304 h 2693504"/>
                <a:gd name="connsiteX14" fmla="*/ 1063487 w 1967948"/>
                <a:gd name="connsiteY14" fmla="*/ 2216426 h 2693504"/>
                <a:gd name="connsiteX15" fmla="*/ 1033670 w 1967948"/>
                <a:gd name="connsiteY15" fmla="*/ 2196547 h 2693504"/>
                <a:gd name="connsiteX16" fmla="*/ 993913 w 1967948"/>
                <a:gd name="connsiteY16" fmla="*/ 2166730 h 2693504"/>
                <a:gd name="connsiteX17" fmla="*/ 964096 w 1967948"/>
                <a:gd name="connsiteY17" fmla="*/ 2146852 h 2693504"/>
                <a:gd name="connsiteX18" fmla="*/ 924339 w 1967948"/>
                <a:gd name="connsiteY18" fmla="*/ 2117034 h 2693504"/>
                <a:gd name="connsiteX19" fmla="*/ 874644 w 1967948"/>
                <a:gd name="connsiteY19" fmla="*/ 2097156 h 2693504"/>
                <a:gd name="connsiteX20" fmla="*/ 844826 w 1967948"/>
                <a:gd name="connsiteY20" fmla="*/ 2077278 h 2693504"/>
                <a:gd name="connsiteX21" fmla="*/ 805070 w 1967948"/>
                <a:gd name="connsiteY21" fmla="*/ 2057400 h 2693504"/>
                <a:gd name="connsiteX22" fmla="*/ 775253 w 1967948"/>
                <a:gd name="connsiteY22" fmla="*/ 2027582 h 2693504"/>
                <a:gd name="connsiteX23" fmla="*/ 735496 w 1967948"/>
                <a:gd name="connsiteY23" fmla="*/ 2007704 h 2693504"/>
                <a:gd name="connsiteX24" fmla="*/ 675861 w 1967948"/>
                <a:gd name="connsiteY24" fmla="*/ 1967947 h 2693504"/>
                <a:gd name="connsiteX25" fmla="*/ 576470 w 1967948"/>
                <a:gd name="connsiteY25" fmla="*/ 1898374 h 2693504"/>
                <a:gd name="connsiteX26" fmla="*/ 496957 w 1967948"/>
                <a:gd name="connsiteY26" fmla="*/ 1858617 h 2693504"/>
                <a:gd name="connsiteX27" fmla="*/ 457200 w 1967948"/>
                <a:gd name="connsiteY27" fmla="*/ 1828800 h 2693504"/>
                <a:gd name="connsiteX28" fmla="*/ 397566 w 1967948"/>
                <a:gd name="connsiteY28" fmla="*/ 1769165 h 2693504"/>
                <a:gd name="connsiteX29" fmla="*/ 377687 w 1967948"/>
                <a:gd name="connsiteY29" fmla="*/ 1749287 h 2693504"/>
                <a:gd name="connsiteX30" fmla="*/ 308113 w 1967948"/>
                <a:gd name="connsiteY30" fmla="*/ 1699591 h 2693504"/>
                <a:gd name="connsiteX31" fmla="*/ 258418 w 1967948"/>
                <a:gd name="connsiteY31" fmla="*/ 1630017 h 2693504"/>
                <a:gd name="connsiteX32" fmla="*/ 228600 w 1967948"/>
                <a:gd name="connsiteY32" fmla="*/ 1610139 h 2693504"/>
                <a:gd name="connsiteX33" fmla="*/ 218661 w 1967948"/>
                <a:gd name="connsiteY33" fmla="*/ 1580321 h 2693504"/>
                <a:gd name="connsiteX34" fmla="*/ 168966 w 1967948"/>
                <a:gd name="connsiteY34" fmla="*/ 1490869 h 2693504"/>
                <a:gd name="connsiteX35" fmla="*/ 159026 w 1967948"/>
                <a:gd name="connsiteY35" fmla="*/ 1451113 h 2693504"/>
                <a:gd name="connsiteX36" fmla="*/ 139148 w 1967948"/>
                <a:gd name="connsiteY36" fmla="*/ 1391478 h 2693504"/>
                <a:gd name="connsiteX37" fmla="*/ 129209 w 1967948"/>
                <a:gd name="connsiteY37" fmla="*/ 1351721 h 2693504"/>
                <a:gd name="connsiteX38" fmla="*/ 109331 w 1967948"/>
                <a:gd name="connsiteY38" fmla="*/ 1292087 h 2693504"/>
                <a:gd name="connsiteX39" fmla="*/ 79513 w 1967948"/>
                <a:gd name="connsiteY39" fmla="*/ 1212574 h 2693504"/>
                <a:gd name="connsiteX40" fmla="*/ 49696 w 1967948"/>
                <a:gd name="connsiteY40" fmla="*/ 1152939 h 2693504"/>
                <a:gd name="connsiteX41" fmla="*/ 19879 w 1967948"/>
                <a:gd name="connsiteY41" fmla="*/ 1043608 h 2693504"/>
                <a:gd name="connsiteX42" fmla="*/ 0 w 1967948"/>
                <a:gd name="connsiteY42" fmla="*/ 914400 h 2693504"/>
                <a:gd name="connsiteX43" fmla="*/ 9939 w 1967948"/>
                <a:gd name="connsiteY43" fmla="*/ 576469 h 2693504"/>
                <a:gd name="connsiteX44" fmla="*/ 29818 w 1967948"/>
                <a:gd name="connsiteY44" fmla="*/ 506895 h 2693504"/>
                <a:gd name="connsiteX45" fmla="*/ 59635 w 1967948"/>
                <a:gd name="connsiteY45" fmla="*/ 487017 h 2693504"/>
                <a:gd name="connsiteX46" fmla="*/ 89453 w 1967948"/>
                <a:gd name="connsiteY46" fmla="*/ 427382 h 2693504"/>
                <a:gd name="connsiteX47" fmla="*/ 109331 w 1967948"/>
                <a:gd name="connsiteY47" fmla="*/ 387626 h 2693504"/>
                <a:gd name="connsiteX48" fmla="*/ 129209 w 1967948"/>
                <a:gd name="connsiteY48" fmla="*/ 367747 h 2693504"/>
                <a:gd name="connsiteX49" fmla="*/ 208722 w 1967948"/>
                <a:gd name="connsiteY49" fmla="*/ 278295 h 2693504"/>
                <a:gd name="connsiteX50" fmla="*/ 248479 w 1967948"/>
                <a:gd name="connsiteY50" fmla="*/ 238539 h 2693504"/>
                <a:gd name="connsiteX51" fmla="*/ 278296 w 1967948"/>
                <a:gd name="connsiteY51" fmla="*/ 208721 h 2693504"/>
                <a:gd name="connsiteX52" fmla="*/ 387626 w 1967948"/>
                <a:gd name="connsiteY52" fmla="*/ 149087 h 2693504"/>
                <a:gd name="connsiteX53" fmla="*/ 427383 w 1967948"/>
                <a:gd name="connsiteY53" fmla="*/ 129208 h 2693504"/>
                <a:gd name="connsiteX54" fmla="*/ 457200 w 1967948"/>
                <a:gd name="connsiteY54" fmla="*/ 119269 h 2693504"/>
                <a:gd name="connsiteX55" fmla="*/ 536713 w 1967948"/>
                <a:gd name="connsiteY55" fmla="*/ 79513 h 2693504"/>
                <a:gd name="connsiteX56" fmla="*/ 576470 w 1967948"/>
                <a:gd name="connsiteY56" fmla="*/ 69574 h 2693504"/>
                <a:gd name="connsiteX57" fmla="*/ 636105 w 1967948"/>
                <a:gd name="connsiteY57" fmla="*/ 49695 h 2693504"/>
                <a:gd name="connsiteX58" fmla="*/ 705679 w 1967948"/>
                <a:gd name="connsiteY58" fmla="*/ 39756 h 2693504"/>
                <a:gd name="connsiteX59" fmla="*/ 735496 w 1967948"/>
                <a:gd name="connsiteY59" fmla="*/ 29817 h 2693504"/>
                <a:gd name="connsiteX60" fmla="*/ 785192 w 1967948"/>
                <a:gd name="connsiteY60" fmla="*/ 9939 h 2693504"/>
                <a:gd name="connsiteX61" fmla="*/ 844826 w 1967948"/>
                <a:gd name="connsiteY61" fmla="*/ 0 h 2693504"/>
                <a:gd name="connsiteX62" fmla="*/ 1212574 w 1967948"/>
                <a:gd name="connsiteY62" fmla="*/ 9939 h 2693504"/>
                <a:gd name="connsiteX63" fmla="*/ 1272209 w 1967948"/>
                <a:gd name="connsiteY63" fmla="*/ 19878 h 2693504"/>
                <a:gd name="connsiteX64" fmla="*/ 1381539 w 1967948"/>
                <a:gd name="connsiteY64" fmla="*/ 49695 h 2693504"/>
                <a:gd name="connsiteX65" fmla="*/ 1480931 w 1967948"/>
                <a:gd name="connsiteY65" fmla="*/ 79513 h 2693504"/>
                <a:gd name="connsiteX66" fmla="*/ 1520687 w 1967948"/>
                <a:gd name="connsiteY66" fmla="*/ 99391 h 2693504"/>
                <a:gd name="connsiteX67" fmla="*/ 1580322 w 1967948"/>
                <a:gd name="connsiteY67" fmla="*/ 149087 h 2693504"/>
                <a:gd name="connsiteX68" fmla="*/ 1649896 w 1967948"/>
                <a:gd name="connsiteY68" fmla="*/ 188843 h 2693504"/>
                <a:gd name="connsiteX69" fmla="*/ 1719470 w 1967948"/>
                <a:gd name="connsiteY69" fmla="*/ 258417 h 2693504"/>
                <a:gd name="connsiteX70" fmla="*/ 1749287 w 1967948"/>
                <a:gd name="connsiteY70" fmla="*/ 298174 h 2693504"/>
                <a:gd name="connsiteX71" fmla="*/ 1808922 w 1967948"/>
                <a:gd name="connsiteY71" fmla="*/ 427382 h 2693504"/>
                <a:gd name="connsiteX72" fmla="*/ 1838739 w 1967948"/>
                <a:gd name="connsiteY72" fmla="*/ 516834 h 2693504"/>
                <a:gd name="connsiteX73" fmla="*/ 1848679 w 1967948"/>
                <a:gd name="connsiteY73" fmla="*/ 546652 h 2693504"/>
                <a:gd name="connsiteX74" fmla="*/ 1858618 w 1967948"/>
                <a:gd name="connsiteY74" fmla="*/ 586408 h 2693504"/>
                <a:gd name="connsiteX75" fmla="*/ 1878496 w 1967948"/>
                <a:gd name="connsiteY75" fmla="*/ 616226 h 2693504"/>
                <a:gd name="connsiteX76" fmla="*/ 1898374 w 1967948"/>
                <a:gd name="connsiteY76" fmla="*/ 695739 h 2693504"/>
                <a:gd name="connsiteX77" fmla="*/ 1938131 w 1967948"/>
                <a:gd name="connsiteY77" fmla="*/ 775252 h 2693504"/>
                <a:gd name="connsiteX78" fmla="*/ 1948070 w 1967948"/>
                <a:gd name="connsiteY78" fmla="*/ 824947 h 2693504"/>
                <a:gd name="connsiteX79" fmla="*/ 1958009 w 1967948"/>
                <a:gd name="connsiteY79" fmla="*/ 864704 h 2693504"/>
                <a:gd name="connsiteX80" fmla="*/ 1967948 w 1967948"/>
                <a:gd name="connsiteY80" fmla="*/ 924339 h 2693504"/>
                <a:gd name="connsiteX81" fmla="*/ 1958009 w 1967948"/>
                <a:gd name="connsiteY81" fmla="*/ 1242391 h 2693504"/>
                <a:gd name="connsiteX82" fmla="*/ 1948070 w 1967948"/>
                <a:gd name="connsiteY82" fmla="*/ 1272208 h 2693504"/>
                <a:gd name="connsiteX83" fmla="*/ 1938131 w 1967948"/>
                <a:gd name="connsiteY83" fmla="*/ 1341782 h 2693504"/>
                <a:gd name="connsiteX84" fmla="*/ 1918253 w 1967948"/>
                <a:gd name="connsiteY84" fmla="*/ 1371600 h 2693504"/>
                <a:gd name="connsiteX85" fmla="*/ 1898374 w 1967948"/>
                <a:gd name="connsiteY85" fmla="*/ 1451113 h 2693504"/>
                <a:gd name="connsiteX86" fmla="*/ 1888435 w 1967948"/>
                <a:gd name="connsiteY86" fmla="*/ 1480930 h 2693504"/>
                <a:gd name="connsiteX87" fmla="*/ 1878496 w 1967948"/>
                <a:gd name="connsiteY87" fmla="*/ 1520687 h 2693504"/>
                <a:gd name="connsiteX88" fmla="*/ 1858618 w 1967948"/>
                <a:gd name="connsiteY88" fmla="*/ 1580321 h 2693504"/>
                <a:gd name="connsiteX89" fmla="*/ 1828800 w 1967948"/>
                <a:gd name="connsiteY89" fmla="*/ 1679713 h 2693504"/>
                <a:gd name="connsiteX90" fmla="*/ 1818861 w 1967948"/>
                <a:gd name="connsiteY90" fmla="*/ 1709530 h 2693504"/>
                <a:gd name="connsiteX91" fmla="*/ 1798983 w 1967948"/>
                <a:gd name="connsiteY91" fmla="*/ 1789043 h 2693504"/>
                <a:gd name="connsiteX92" fmla="*/ 1749287 w 1967948"/>
                <a:gd name="connsiteY92" fmla="*/ 1868556 h 2693504"/>
                <a:gd name="connsiteX93" fmla="*/ 1729409 w 1967948"/>
                <a:gd name="connsiteY93" fmla="*/ 1948069 h 2693504"/>
                <a:gd name="connsiteX94" fmla="*/ 1709531 w 1967948"/>
                <a:gd name="connsiteY94" fmla="*/ 1987826 h 2693504"/>
                <a:gd name="connsiteX95" fmla="*/ 1689653 w 1967948"/>
                <a:gd name="connsiteY95" fmla="*/ 2067339 h 2693504"/>
                <a:gd name="connsiteX96" fmla="*/ 1679713 w 1967948"/>
                <a:gd name="connsiteY96" fmla="*/ 2107095 h 2693504"/>
                <a:gd name="connsiteX97" fmla="*/ 1669774 w 1967948"/>
                <a:gd name="connsiteY97" fmla="*/ 2146852 h 2693504"/>
                <a:gd name="connsiteX98" fmla="*/ 1639957 w 1967948"/>
                <a:gd name="connsiteY98" fmla="*/ 2216426 h 2693504"/>
                <a:gd name="connsiteX99" fmla="*/ 1620079 w 1967948"/>
                <a:gd name="connsiteY99" fmla="*/ 2256182 h 2693504"/>
                <a:gd name="connsiteX100" fmla="*/ 1590261 w 1967948"/>
                <a:gd name="connsiteY100" fmla="*/ 2325756 h 2693504"/>
                <a:gd name="connsiteX101" fmla="*/ 1550505 w 1967948"/>
                <a:gd name="connsiteY101" fmla="*/ 2385391 h 2693504"/>
                <a:gd name="connsiteX102" fmla="*/ 1520687 w 1967948"/>
                <a:gd name="connsiteY102" fmla="*/ 2435087 h 2693504"/>
                <a:gd name="connsiteX103" fmla="*/ 1490870 w 1967948"/>
                <a:gd name="connsiteY103" fmla="*/ 2534478 h 2693504"/>
                <a:gd name="connsiteX104" fmla="*/ 1500809 w 1967948"/>
                <a:gd name="connsiteY104" fmla="*/ 2693504 h 269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967948" h="2693504">
                  <a:moveTo>
                    <a:pt x="1500809" y="2693504"/>
                  </a:moveTo>
                  <a:lnTo>
                    <a:pt x="1500809" y="2693504"/>
                  </a:lnTo>
                  <a:lnTo>
                    <a:pt x="1441174" y="2574234"/>
                  </a:lnTo>
                  <a:lnTo>
                    <a:pt x="1421296" y="2534478"/>
                  </a:lnTo>
                  <a:cubicBezTo>
                    <a:pt x="1414670" y="2521226"/>
                    <a:pt x="1411895" y="2505198"/>
                    <a:pt x="1401418" y="2494721"/>
                  </a:cubicBezTo>
                  <a:lnTo>
                    <a:pt x="1381539" y="2474843"/>
                  </a:lnTo>
                  <a:cubicBezTo>
                    <a:pt x="1373456" y="2450593"/>
                    <a:pt x="1370988" y="2434475"/>
                    <a:pt x="1351722" y="2415208"/>
                  </a:cubicBezTo>
                  <a:cubicBezTo>
                    <a:pt x="1344608" y="2408094"/>
                    <a:pt x="1295319" y="2373039"/>
                    <a:pt x="1282148" y="2365513"/>
                  </a:cubicBezTo>
                  <a:cubicBezTo>
                    <a:pt x="1269284" y="2358162"/>
                    <a:pt x="1254720" y="2353853"/>
                    <a:pt x="1242392" y="2345634"/>
                  </a:cubicBezTo>
                  <a:cubicBezTo>
                    <a:pt x="1234595" y="2340436"/>
                    <a:pt x="1229830" y="2331610"/>
                    <a:pt x="1222513" y="2325756"/>
                  </a:cubicBezTo>
                  <a:cubicBezTo>
                    <a:pt x="1213185" y="2318294"/>
                    <a:pt x="1201873" y="2313525"/>
                    <a:pt x="1192696" y="2305878"/>
                  </a:cubicBezTo>
                  <a:cubicBezTo>
                    <a:pt x="1181898" y="2296880"/>
                    <a:pt x="1174574" y="2283858"/>
                    <a:pt x="1162879" y="2276061"/>
                  </a:cubicBezTo>
                  <a:cubicBezTo>
                    <a:pt x="1154162" y="2270249"/>
                    <a:pt x="1143000" y="2269434"/>
                    <a:pt x="1133061" y="2266121"/>
                  </a:cubicBezTo>
                  <a:cubicBezTo>
                    <a:pt x="1123122" y="2256182"/>
                    <a:pt x="1114682" y="2244474"/>
                    <a:pt x="1103244" y="2236304"/>
                  </a:cubicBezTo>
                  <a:cubicBezTo>
                    <a:pt x="1091187" y="2227692"/>
                    <a:pt x="1076351" y="2223777"/>
                    <a:pt x="1063487" y="2216426"/>
                  </a:cubicBezTo>
                  <a:cubicBezTo>
                    <a:pt x="1053116" y="2210499"/>
                    <a:pt x="1043390" y="2203490"/>
                    <a:pt x="1033670" y="2196547"/>
                  </a:cubicBezTo>
                  <a:cubicBezTo>
                    <a:pt x="1020190" y="2186919"/>
                    <a:pt x="1007393" y="2176358"/>
                    <a:pt x="993913" y="2166730"/>
                  </a:cubicBezTo>
                  <a:cubicBezTo>
                    <a:pt x="984193" y="2159787"/>
                    <a:pt x="973816" y="2153795"/>
                    <a:pt x="964096" y="2146852"/>
                  </a:cubicBezTo>
                  <a:cubicBezTo>
                    <a:pt x="950616" y="2137223"/>
                    <a:pt x="938820" y="2125079"/>
                    <a:pt x="924339" y="2117034"/>
                  </a:cubicBezTo>
                  <a:cubicBezTo>
                    <a:pt x="908743" y="2108370"/>
                    <a:pt x="890602" y="2105135"/>
                    <a:pt x="874644" y="2097156"/>
                  </a:cubicBezTo>
                  <a:cubicBezTo>
                    <a:pt x="863960" y="2091814"/>
                    <a:pt x="855198" y="2083205"/>
                    <a:pt x="844826" y="2077278"/>
                  </a:cubicBezTo>
                  <a:cubicBezTo>
                    <a:pt x="831962" y="2069927"/>
                    <a:pt x="818322" y="2064026"/>
                    <a:pt x="805070" y="2057400"/>
                  </a:cubicBezTo>
                  <a:cubicBezTo>
                    <a:pt x="795131" y="2047461"/>
                    <a:pt x="786691" y="2035752"/>
                    <a:pt x="775253" y="2027582"/>
                  </a:cubicBezTo>
                  <a:cubicBezTo>
                    <a:pt x="763196" y="2018970"/>
                    <a:pt x="748201" y="2015327"/>
                    <a:pt x="735496" y="2007704"/>
                  </a:cubicBezTo>
                  <a:cubicBezTo>
                    <a:pt x="715010" y="1995412"/>
                    <a:pt x="694974" y="1982282"/>
                    <a:pt x="675861" y="1967947"/>
                  </a:cubicBezTo>
                  <a:cubicBezTo>
                    <a:pt x="650927" y="1949246"/>
                    <a:pt x="600947" y="1910612"/>
                    <a:pt x="576470" y="1898374"/>
                  </a:cubicBezTo>
                  <a:cubicBezTo>
                    <a:pt x="549966" y="1885122"/>
                    <a:pt x="520663" y="1876396"/>
                    <a:pt x="496957" y="1858617"/>
                  </a:cubicBezTo>
                  <a:cubicBezTo>
                    <a:pt x="483705" y="1848678"/>
                    <a:pt x="469513" y="1839882"/>
                    <a:pt x="457200" y="1828800"/>
                  </a:cubicBezTo>
                  <a:cubicBezTo>
                    <a:pt x="436305" y="1809994"/>
                    <a:pt x="417444" y="1789043"/>
                    <a:pt x="397566" y="1769165"/>
                  </a:cubicBezTo>
                  <a:cubicBezTo>
                    <a:pt x="390940" y="1762539"/>
                    <a:pt x="385484" y="1754485"/>
                    <a:pt x="377687" y="1749287"/>
                  </a:cubicBezTo>
                  <a:cubicBezTo>
                    <a:pt x="334087" y="1720219"/>
                    <a:pt x="357426" y="1736575"/>
                    <a:pt x="308113" y="1699591"/>
                  </a:cubicBezTo>
                  <a:cubicBezTo>
                    <a:pt x="296827" y="1682663"/>
                    <a:pt x="270744" y="1642343"/>
                    <a:pt x="258418" y="1630017"/>
                  </a:cubicBezTo>
                  <a:cubicBezTo>
                    <a:pt x="249971" y="1621570"/>
                    <a:pt x="238539" y="1616765"/>
                    <a:pt x="228600" y="1610139"/>
                  </a:cubicBezTo>
                  <a:cubicBezTo>
                    <a:pt x="225287" y="1600200"/>
                    <a:pt x="222788" y="1589951"/>
                    <a:pt x="218661" y="1580321"/>
                  </a:cubicBezTo>
                  <a:cubicBezTo>
                    <a:pt x="204404" y="1547054"/>
                    <a:pt x="187813" y="1522281"/>
                    <a:pt x="168966" y="1490869"/>
                  </a:cubicBezTo>
                  <a:cubicBezTo>
                    <a:pt x="165653" y="1477617"/>
                    <a:pt x="162951" y="1464197"/>
                    <a:pt x="159026" y="1451113"/>
                  </a:cubicBezTo>
                  <a:cubicBezTo>
                    <a:pt x="153005" y="1431043"/>
                    <a:pt x="144230" y="1411806"/>
                    <a:pt x="139148" y="1391478"/>
                  </a:cubicBezTo>
                  <a:cubicBezTo>
                    <a:pt x="135835" y="1378226"/>
                    <a:pt x="133134" y="1364805"/>
                    <a:pt x="129209" y="1351721"/>
                  </a:cubicBezTo>
                  <a:cubicBezTo>
                    <a:pt x="123188" y="1331651"/>
                    <a:pt x="114413" y="1312415"/>
                    <a:pt x="109331" y="1292087"/>
                  </a:cubicBezTo>
                  <a:cubicBezTo>
                    <a:pt x="91006" y="1218786"/>
                    <a:pt x="110699" y="1285341"/>
                    <a:pt x="79513" y="1212574"/>
                  </a:cubicBezTo>
                  <a:cubicBezTo>
                    <a:pt x="54821" y="1154960"/>
                    <a:pt x="87900" y="1210245"/>
                    <a:pt x="49696" y="1152939"/>
                  </a:cubicBezTo>
                  <a:cubicBezTo>
                    <a:pt x="36849" y="1114397"/>
                    <a:pt x="27353" y="1088450"/>
                    <a:pt x="19879" y="1043608"/>
                  </a:cubicBezTo>
                  <a:cubicBezTo>
                    <a:pt x="6087" y="960866"/>
                    <a:pt x="12789" y="1003924"/>
                    <a:pt x="0" y="914400"/>
                  </a:cubicBezTo>
                  <a:cubicBezTo>
                    <a:pt x="3313" y="801756"/>
                    <a:pt x="4016" y="689006"/>
                    <a:pt x="9939" y="576469"/>
                  </a:cubicBezTo>
                  <a:cubicBezTo>
                    <a:pt x="10039" y="574560"/>
                    <a:pt x="25055" y="512848"/>
                    <a:pt x="29818" y="506895"/>
                  </a:cubicBezTo>
                  <a:cubicBezTo>
                    <a:pt x="37280" y="497567"/>
                    <a:pt x="49696" y="493643"/>
                    <a:pt x="59635" y="487017"/>
                  </a:cubicBezTo>
                  <a:cubicBezTo>
                    <a:pt x="80458" y="403726"/>
                    <a:pt x="54008" y="480550"/>
                    <a:pt x="89453" y="427382"/>
                  </a:cubicBezTo>
                  <a:cubicBezTo>
                    <a:pt x="97672" y="415054"/>
                    <a:pt x="101113" y="399954"/>
                    <a:pt x="109331" y="387626"/>
                  </a:cubicBezTo>
                  <a:cubicBezTo>
                    <a:pt x="114529" y="379829"/>
                    <a:pt x="123210" y="374946"/>
                    <a:pt x="129209" y="367747"/>
                  </a:cubicBezTo>
                  <a:cubicBezTo>
                    <a:pt x="202320" y="280013"/>
                    <a:pt x="105964" y="381052"/>
                    <a:pt x="208722" y="278295"/>
                  </a:cubicBezTo>
                  <a:lnTo>
                    <a:pt x="248479" y="238539"/>
                  </a:lnTo>
                  <a:cubicBezTo>
                    <a:pt x="258418" y="228600"/>
                    <a:pt x="266601" y="216518"/>
                    <a:pt x="278296" y="208721"/>
                  </a:cubicBezTo>
                  <a:cubicBezTo>
                    <a:pt x="332770" y="172405"/>
                    <a:pt x="297425" y="194187"/>
                    <a:pt x="387626" y="149087"/>
                  </a:cubicBezTo>
                  <a:cubicBezTo>
                    <a:pt x="400878" y="142461"/>
                    <a:pt x="413327" y="133893"/>
                    <a:pt x="427383" y="129208"/>
                  </a:cubicBezTo>
                  <a:cubicBezTo>
                    <a:pt x="437322" y="125895"/>
                    <a:pt x="447662" y="123604"/>
                    <a:pt x="457200" y="119269"/>
                  </a:cubicBezTo>
                  <a:cubicBezTo>
                    <a:pt x="484177" y="107007"/>
                    <a:pt x="507965" y="86700"/>
                    <a:pt x="536713" y="79513"/>
                  </a:cubicBezTo>
                  <a:cubicBezTo>
                    <a:pt x="549965" y="76200"/>
                    <a:pt x="563386" y="73499"/>
                    <a:pt x="576470" y="69574"/>
                  </a:cubicBezTo>
                  <a:cubicBezTo>
                    <a:pt x="596540" y="63553"/>
                    <a:pt x="615362" y="52658"/>
                    <a:pt x="636105" y="49695"/>
                  </a:cubicBezTo>
                  <a:lnTo>
                    <a:pt x="705679" y="39756"/>
                  </a:lnTo>
                  <a:cubicBezTo>
                    <a:pt x="715618" y="36443"/>
                    <a:pt x="725686" y="33496"/>
                    <a:pt x="735496" y="29817"/>
                  </a:cubicBezTo>
                  <a:cubicBezTo>
                    <a:pt x="752201" y="23553"/>
                    <a:pt x="767979" y="14633"/>
                    <a:pt x="785192" y="9939"/>
                  </a:cubicBezTo>
                  <a:cubicBezTo>
                    <a:pt x="804634" y="4637"/>
                    <a:pt x="824948" y="3313"/>
                    <a:pt x="844826" y="0"/>
                  </a:cubicBezTo>
                  <a:lnTo>
                    <a:pt x="1212574" y="9939"/>
                  </a:lnTo>
                  <a:cubicBezTo>
                    <a:pt x="1232705" y="10875"/>
                    <a:pt x="1252504" y="15656"/>
                    <a:pt x="1272209" y="19878"/>
                  </a:cubicBezTo>
                  <a:cubicBezTo>
                    <a:pt x="1413951" y="50251"/>
                    <a:pt x="1305838" y="28067"/>
                    <a:pt x="1381539" y="49695"/>
                  </a:cubicBezTo>
                  <a:cubicBezTo>
                    <a:pt x="1414833" y="59207"/>
                    <a:pt x="1449432" y="63764"/>
                    <a:pt x="1480931" y="79513"/>
                  </a:cubicBezTo>
                  <a:cubicBezTo>
                    <a:pt x="1494183" y="86139"/>
                    <a:pt x="1508631" y="90779"/>
                    <a:pt x="1520687" y="99391"/>
                  </a:cubicBezTo>
                  <a:cubicBezTo>
                    <a:pt x="1602906" y="158118"/>
                    <a:pt x="1501456" y="104020"/>
                    <a:pt x="1580322" y="149087"/>
                  </a:cubicBezTo>
                  <a:cubicBezTo>
                    <a:pt x="1598513" y="159482"/>
                    <a:pt x="1633751" y="172698"/>
                    <a:pt x="1649896" y="188843"/>
                  </a:cubicBezTo>
                  <a:cubicBezTo>
                    <a:pt x="1732529" y="271476"/>
                    <a:pt x="1652061" y="213478"/>
                    <a:pt x="1719470" y="258417"/>
                  </a:cubicBezTo>
                  <a:cubicBezTo>
                    <a:pt x="1729409" y="271669"/>
                    <a:pt x="1740940" y="283865"/>
                    <a:pt x="1749287" y="298174"/>
                  </a:cubicBezTo>
                  <a:cubicBezTo>
                    <a:pt x="1770288" y="334176"/>
                    <a:pt x="1794135" y="385978"/>
                    <a:pt x="1808922" y="427382"/>
                  </a:cubicBezTo>
                  <a:cubicBezTo>
                    <a:pt x="1819493" y="456981"/>
                    <a:pt x="1828800" y="487017"/>
                    <a:pt x="1838739" y="516834"/>
                  </a:cubicBezTo>
                  <a:cubicBezTo>
                    <a:pt x="1842052" y="526773"/>
                    <a:pt x="1846138" y="536488"/>
                    <a:pt x="1848679" y="546652"/>
                  </a:cubicBezTo>
                  <a:cubicBezTo>
                    <a:pt x="1851992" y="559904"/>
                    <a:pt x="1853237" y="573853"/>
                    <a:pt x="1858618" y="586408"/>
                  </a:cubicBezTo>
                  <a:cubicBezTo>
                    <a:pt x="1863323" y="597388"/>
                    <a:pt x="1871870" y="606287"/>
                    <a:pt x="1878496" y="616226"/>
                  </a:cubicBezTo>
                  <a:cubicBezTo>
                    <a:pt x="1885122" y="642730"/>
                    <a:pt x="1886156" y="671303"/>
                    <a:pt x="1898374" y="695739"/>
                  </a:cubicBezTo>
                  <a:lnTo>
                    <a:pt x="1938131" y="775252"/>
                  </a:lnTo>
                  <a:cubicBezTo>
                    <a:pt x="1941444" y="791817"/>
                    <a:pt x="1944405" y="808456"/>
                    <a:pt x="1948070" y="824947"/>
                  </a:cubicBezTo>
                  <a:cubicBezTo>
                    <a:pt x="1951033" y="838282"/>
                    <a:pt x="1955330" y="851309"/>
                    <a:pt x="1958009" y="864704"/>
                  </a:cubicBezTo>
                  <a:cubicBezTo>
                    <a:pt x="1961961" y="884465"/>
                    <a:pt x="1964635" y="904461"/>
                    <a:pt x="1967948" y="924339"/>
                  </a:cubicBezTo>
                  <a:cubicBezTo>
                    <a:pt x="1964635" y="1030356"/>
                    <a:pt x="1964060" y="1136495"/>
                    <a:pt x="1958009" y="1242391"/>
                  </a:cubicBezTo>
                  <a:cubicBezTo>
                    <a:pt x="1957411" y="1252851"/>
                    <a:pt x="1950125" y="1261935"/>
                    <a:pt x="1948070" y="1272208"/>
                  </a:cubicBezTo>
                  <a:cubicBezTo>
                    <a:pt x="1943476" y="1295180"/>
                    <a:pt x="1944863" y="1319343"/>
                    <a:pt x="1938131" y="1341782"/>
                  </a:cubicBezTo>
                  <a:cubicBezTo>
                    <a:pt x="1934699" y="1353224"/>
                    <a:pt x="1924879" y="1361661"/>
                    <a:pt x="1918253" y="1371600"/>
                  </a:cubicBezTo>
                  <a:cubicBezTo>
                    <a:pt x="1911627" y="1398104"/>
                    <a:pt x="1907013" y="1425195"/>
                    <a:pt x="1898374" y="1451113"/>
                  </a:cubicBezTo>
                  <a:cubicBezTo>
                    <a:pt x="1895061" y="1461052"/>
                    <a:pt x="1891313" y="1470856"/>
                    <a:pt x="1888435" y="1480930"/>
                  </a:cubicBezTo>
                  <a:cubicBezTo>
                    <a:pt x="1884682" y="1494065"/>
                    <a:pt x="1882421" y="1507603"/>
                    <a:pt x="1878496" y="1520687"/>
                  </a:cubicBezTo>
                  <a:cubicBezTo>
                    <a:pt x="1872475" y="1540757"/>
                    <a:pt x="1863700" y="1559993"/>
                    <a:pt x="1858618" y="1580321"/>
                  </a:cubicBezTo>
                  <a:cubicBezTo>
                    <a:pt x="1843597" y="1640408"/>
                    <a:pt x="1853000" y="1607116"/>
                    <a:pt x="1828800" y="1679713"/>
                  </a:cubicBezTo>
                  <a:cubicBezTo>
                    <a:pt x="1825487" y="1689652"/>
                    <a:pt x="1821402" y="1699366"/>
                    <a:pt x="1818861" y="1709530"/>
                  </a:cubicBezTo>
                  <a:cubicBezTo>
                    <a:pt x="1812235" y="1736034"/>
                    <a:pt x="1815375" y="1767187"/>
                    <a:pt x="1798983" y="1789043"/>
                  </a:cubicBezTo>
                  <a:cubicBezTo>
                    <a:pt x="1760276" y="1840653"/>
                    <a:pt x="1776575" y="1813984"/>
                    <a:pt x="1749287" y="1868556"/>
                  </a:cubicBezTo>
                  <a:cubicBezTo>
                    <a:pt x="1742661" y="1895060"/>
                    <a:pt x="1741627" y="1923633"/>
                    <a:pt x="1729409" y="1948069"/>
                  </a:cubicBezTo>
                  <a:cubicBezTo>
                    <a:pt x="1722783" y="1961321"/>
                    <a:pt x="1714216" y="1973770"/>
                    <a:pt x="1709531" y="1987826"/>
                  </a:cubicBezTo>
                  <a:cubicBezTo>
                    <a:pt x="1700892" y="2013744"/>
                    <a:pt x="1696279" y="2040835"/>
                    <a:pt x="1689653" y="2067339"/>
                  </a:cubicBezTo>
                  <a:lnTo>
                    <a:pt x="1679713" y="2107095"/>
                  </a:lnTo>
                  <a:cubicBezTo>
                    <a:pt x="1676400" y="2120347"/>
                    <a:pt x="1675883" y="2134634"/>
                    <a:pt x="1669774" y="2146852"/>
                  </a:cubicBezTo>
                  <a:cubicBezTo>
                    <a:pt x="1603848" y="2278703"/>
                    <a:pt x="1683829" y="2114055"/>
                    <a:pt x="1639957" y="2216426"/>
                  </a:cubicBezTo>
                  <a:cubicBezTo>
                    <a:pt x="1634121" y="2230044"/>
                    <a:pt x="1625915" y="2242564"/>
                    <a:pt x="1620079" y="2256182"/>
                  </a:cubicBezTo>
                  <a:cubicBezTo>
                    <a:pt x="1599515" y="2304163"/>
                    <a:pt x="1623222" y="2270820"/>
                    <a:pt x="1590261" y="2325756"/>
                  </a:cubicBezTo>
                  <a:cubicBezTo>
                    <a:pt x="1577969" y="2346242"/>
                    <a:pt x="1558060" y="2362726"/>
                    <a:pt x="1550505" y="2385391"/>
                  </a:cubicBezTo>
                  <a:cubicBezTo>
                    <a:pt x="1537603" y="2424098"/>
                    <a:pt x="1547974" y="2407800"/>
                    <a:pt x="1520687" y="2435087"/>
                  </a:cubicBezTo>
                  <a:cubicBezTo>
                    <a:pt x="1517993" y="2443168"/>
                    <a:pt x="1491871" y="2516451"/>
                    <a:pt x="1490870" y="2534478"/>
                  </a:cubicBezTo>
                  <a:cubicBezTo>
                    <a:pt x="1488297" y="2580789"/>
                    <a:pt x="1490870" y="2627243"/>
                    <a:pt x="1500809" y="2693504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 32"/>
            <p:cNvSpPr/>
            <p:nvPr/>
          </p:nvSpPr>
          <p:spPr>
            <a:xfrm rot="486739">
              <a:off x="5611631" y="173520"/>
              <a:ext cx="2600229" cy="2836756"/>
            </a:xfrm>
            <a:custGeom>
              <a:avLst/>
              <a:gdLst>
                <a:gd name="connsiteX0" fmla="*/ 1500809 w 1967948"/>
                <a:gd name="connsiteY0" fmla="*/ 2693504 h 2693504"/>
                <a:gd name="connsiteX1" fmla="*/ 1500809 w 1967948"/>
                <a:gd name="connsiteY1" fmla="*/ 2693504 h 2693504"/>
                <a:gd name="connsiteX2" fmla="*/ 1441174 w 1967948"/>
                <a:gd name="connsiteY2" fmla="*/ 2574234 h 2693504"/>
                <a:gd name="connsiteX3" fmla="*/ 1421296 w 1967948"/>
                <a:gd name="connsiteY3" fmla="*/ 2534478 h 2693504"/>
                <a:gd name="connsiteX4" fmla="*/ 1401418 w 1967948"/>
                <a:gd name="connsiteY4" fmla="*/ 2494721 h 2693504"/>
                <a:gd name="connsiteX5" fmla="*/ 1381539 w 1967948"/>
                <a:gd name="connsiteY5" fmla="*/ 2474843 h 2693504"/>
                <a:gd name="connsiteX6" fmla="*/ 1351722 w 1967948"/>
                <a:gd name="connsiteY6" fmla="*/ 2415208 h 2693504"/>
                <a:gd name="connsiteX7" fmla="*/ 1282148 w 1967948"/>
                <a:gd name="connsiteY7" fmla="*/ 2365513 h 2693504"/>
                <a:gd name="connsiteX8" fmla="*/ 1242392 w 1967948"/>
                <a:gd name="connsiteY8" fmla="*/ 2345634 h 2693504"/>
                <a:gd name="connsiteX9" fmla="*/ 1222513 w 1967948"/>
                <a:gd name="connsiteY9" fmla="*/ 2325756 h 2693504"/>
                <a:gd name="connsiteX10" fmla="*/ 1192696 w 1967948"/>
                <a:gd name="connsiteY10" fmla="*/ 2305878 h 2693504"/>
                <a:gd name="connsiteX11" fmla="*/ 1162879 w 1967948"/>
                <a:gd name="connsiteY11" fmla="*/ 2276061 h 2693504"/>
                <a:gd name="connsiteX12" fmla="*/ 1133061 w 1967948"/>
                <a:gd name="connsiteY12" fmla="*/ 2266121 h 2693504"/>
                <a:gd name="connsiteX13" fmla="*/ 1103244 w 1967948"/>
                <a:gd name="connsiteY13" fmla="*/ 2236304 h 2693504"/>
                <a:gd name="connsiteX14" fmla="*/ 1063487 w 1967948"/>
                <a:gd name="connsiteY14" fmla="*/ 2216426 h 2693504"/>
                <a:gd name="connsiteX15" fmla="*/ 1033670 w 1967948"/>
                <a:gd name="connsiteY15" fmla="*/ 2196547 h 2693504"/>
                <a:gd name="connsiteX16" fmla="*/ 993913 w 1967948"/>
                <a:gd name="connsiteY16" fmla="*/ 2166730 h 2693504"/>
                <a:gd name="connsiteX17" fmla="*/ 964096 w 1967948"/>
                <a:gd name="connsiteY17" fmla="*/ 2146852 h 2693504"/>
                <a:gd name="connsiteX18" fmla="*/ 924339 w 1967948"/>
                <a:gd name="connsiteY18" fmla="*/ 2117034 h 2693504"/>
                <a:gd name="connsiteX19" fmla="*/ 874644 w 1967948"/>
                <a:gd name="connsiteY19" fmla="*/ 2097156 h 2693504"/>
                <a:gd name="connsiteX20" fmla="*/ 844826 w 1967948"/>
                <a:gd name="connsiteY20" fmla="*/ 2077278 h 2693504"/>
                <a:gd name="connsiteX21" fmla="*/ 805070 w 1967948"/>
                <a:gd name="connsiteY21" fmla="*/ 2057400 h 2693504"/>
                <a:gd name="connsiteX22" fmla="*/ 775253 w 1967948"/>
                <a:gd name="connsiteY22" fmla="*/ 2027582 h 2693504"/>
                <a:gd name="connsiteX23" fmla="*/ 735496 w 1967948"/>
                <a:gd name="connsiteY23" fmla="*/ 2007704 h 2693504"/>
                <a:gd name="connsiteX24" fmla="*/ 675861 w 1967948"/>
                <a:gd name="connsiteY24" fmla="*/ 1967947 h 2693504"/>
                <a:gd name="connsiteX25" fmla="*/ 576470 w 1967948"/>
                <a:gd name="connsiteY25" fmla="*/ 1898374 h 2693504"/>
                <a:gd name="connsiteX26" fmla="*/ 496957 w 1967948"/>
                <a:gd name="connsiteY26" fmla="*/ 1858617 h 2693504"/>
                <a:gd name="connsiteX27" fmla="*/ 457200 w 1967948"/>
                <a:gd name="connsiteY27" fmla="*/ 1828800 h 2693504"/>
                <a:gd name="connsiteX28" fmla="*/ 397566 w 1967948"/>
                <a:gd name="connsiteY28" fmla="*/ 1769165 h 2693504"/>
                <a:gd name="connsiteX29" fmla="*/ 377687 w 1967948"/>
                <a:gd name="connsiteY29" fmla="*/ 1749287 h 2693504"/>
                <a:gd name="connsiteX30" fmla="*/ 308113 w 1967948"/>
                <a:gd name="connsiteY30" fmla="*/ 1699591 h 2693504"/>
                <a:gd name="connsiteX31" fmla="*/ 258418 w 1967948"/>
                <a:gd name="connsiteY31" fmla="*/ 1630017 h 2693504"/>
                <a:gd name="connsiteX32" fmla="*/ 228600 w 1967948"/>
                <a:gd name="connsiteY32" fmla="*/ 1610139 h 2693504"/>
                <a:gd name="connsiteX33" fmla="*/ 218661 w 1967948"/>
                <a:gd name="connsiteY33" fmla="*/ 1580321 h 2693504"/>
                <a:gd name="connsiteX34" fmla="*/ 168966 w 1967948"/>
                <a:gd name="connsiteY34" fmla="*/ 1490869 h 2693504"/>
                <a:gd name="connsiteX35" fmla="*/ 159026 w 1967948"/>
                <a:gd name="connsiteY35" fmla="*/ 1451113 h 2693504"/>
                <a:gd name="connsiteX36" fmla="*/ 139148 w 1967948"/>
                <a:gd name="connsiteY36" fmla="*/ 1391478 h 2693504"/>
                <a:gd name="connsiteX37" fmla="*/ 129209 w 1967948"/>
                <a:gd name="connsiteY37" fmla="*/ 1351721 h 2693504"/>
                <a:gd name="connsiteX38" fmla="*/ 109331 w 1967948"/>
                <a:gd name="connsiteY38" fmla="*/ 1292087 h 2693504"/>
                <a:gd name="connsiteX39" fmla="*/ 79513 w 1967948"/>
                <a:gd name="connsiteY39" fmla="*/ 1212574 h 2693504"/>
                <a:gd name="connsiteX40" fmla="*/ 49696 w 1967948"/>
                <a:gd name="connsiteY40" fmla="*/ 1152939 h 2693504"/>
                <a:gd name="connsiteX41" fmla="*/ 19879 w 1967948"/>
                <a:gd name="connsiteY41" fmla="*/ 1043608 h 2693504"/>
                <a:gd name="connsiteX42" fmla="*/ 0 w 1967948"/>
                <a:gd name="connsiteY42" fmla="*/ 914400 h 2693504"/>
                <a:gd name="connsiteX43" fmla="*/ 9939 w 1967948"/>
                <a:gd name="connsiteY43" fmla="*/ 576469 h 2693504"/>
                <a:gd name="connsiteX44" fmla="*/ 29818 w 1967948"/>
                <a:gd name="connsiteY44" fmla="*/ 506895 h 2693504"/>
                <a:gd name="connsiteX45" fmla="*/ 59635 w 1967948"/>
                <a:gd name="connsiteY45" fmla="*/ 487017 h 2693504"/>
                <a:gd name="connsiteX46" fmla="*/ 89453 w 1967948"/>
                <a:gd name="connsiteY46" fmla="*/ 427382 h 2693504"/>
                <a:gd name="connsiteX47" fmla="*/ 109331 w 1967948"/>
                <a:gd name="connsiteY47" fmla="*/ 387626 h 2693504"/>
                <a:gd name="connsiteX48" fmla="*/ 129209 w 1967948"/>
                <a:gd name="connsiteY48" fmla="*/ 367747 h 2693504"/>
                <a:gd name="connsiteX49" fmla="*/ 208722 w 1967948"/>
                <a:gd name="connsiteY49" fmla="*/ 278295 h 2693504"/>
                <a:gd name="connsiteX50" fmla="*/ 248479 w 1967948"/>
                <a:gd name="connsiteY50" fmla="*/ 238539 h 2693504"/>
                <a:gd name="connsiteX51" fmla="*/ 278296 w 1967948"/>
                <a:gd name="connsiteY51" fmla="*/ 208721 h 2693504"/>
                <a:gd name="connsiteX52" fmla="*/ 387626 w 1967948"/>
                <a:gd name="connsiteY52" fmla="*/ 149087 h 2693504"/>
                <a:gd name="connsiteX53" fmla="*/ 427383 w 1967948"/>
                <a:gd name="connsiteY53" fmla="*/ 129208 h 2693504"/>
                <a:gd name="connsiteX54" fmla="*/ 457200 w 1967948"/>
                <a:gd name="connsiteY54" fmla="*/ 119269 h 2693504"/>
                <a:gd name="connsiteX55" fmla="*/ 536713 w 1967948"/>
                <a:gd name="connsiteY55" fmla="*/ 79513 h 2693504"/>
                <a:gd name="connsiteX56" fmla="*/ 576470 w 1967948"/>
                <a:gd name="connsiteY56" fmla="*/ 69574 h 2693504"/>
                <a:gd name="connsiteX57" fmla="*/ 636105 w 1967948"/>
                <a:gd name="connsiteY57" fmla="*/ 49695 h 2693504"/>
                <a:gd name="connsiteX58" fmla="*/ 705679 w 1967948"/>
                <a:gd name="connsiteY58" fmla="*/ 39756 h 2693504"/>
                <a:gd name="connsiteX59" fmla="*/ 735496 w 1967948"/>
                <a:gd name="connsiteY59" fmla="*/ 29817 h 2693504"/>
                <a:gd name="connsiteX60" fmla="*/ 785192 w 1967948"/>
                <a:gd name="connsiteY60" fmla="*/ 9939 h 2693504"/>
                <a:gd name="connsiteX61" fmla="*/ 844826 w 1967948"/>
                <a:gd name="connsiteY61" fmla="*/ 0 h 2693504"/>
                <a:gd name="connsiteX62" fmla="*/ 1212574 w 1967948"/>
                <a:gd name="connsiteY62" fmla="*/ 9939 h 2693504"/>
                <a:gd name="connsiteX63" fmla="*/ 1272209 w 1967948"/>
                <a:gd name="connsiteY63" fmla="*/ 19878 h 2693504"/>
                <a:gd name="connsiteX64" fmla="*/ 1381539 w 1967948"/>
                <a:gd name="connsiteY64" fmla="*/ 49695 h 2693504"/>
                <a:gd name="connsiteX65" fmla="*/ 1480931 w 1967948"/>
                <a:gd name="connsiteY65" fmla="*/ 79513 h 2693504"/>
                <a:gd name="connsiteX66" fmla="*/ 1520687 w 1967948"/>
                <a:gd name="connsiteY66" fmla="*/ 99391 h 2693504"/>
                <a:gd name="connsiteX67" fmla="*/ 1580322 w 1967948"/>
                <a:gd name="connsiteY67" fmla="*/ 149087 h 2693504"/>
                <a:gd name="connsiteX68" fmla="*/ 1649896 w 1967948"/>
                <a:gd name="connsiteY68" fmla="*/ 188843 h 2693504"/>
                <a:gd name="connsiteX69" fmla="*/ 1719470 w 1967948"/>
                <a:gd name="connsiteY69" fmla="*/ 258417 h 2693504"/>
                <a:gd name="connsiteX70" fmla="*/ 1749287 w 1967948"/>
                <a:gd name="connsiteY70" fmla="*/ 298174 h 2693504"/>
                <a:gd name="connsiteX71" fmla="*/ 1808922 w 1967948"/>
                <a:gd name="connsiteY71" fmla="*/ 427382 h 2693504"/>
                <a:gd name="connsiteX72" fmla="*/ 1838739 w 1967948"/>
                <a:gd name="connsiteY72" fmla="*/ 516834 h 2693504"/>
                <a:gd name="connsiteX73" fmla="*/ 1848679 w 1967948"/>
                <a:gd name="connsiteY73" fmla="*/ 546652 h 2693504"/>
                <a:gd name="connsiteX74" fmla="*/ 1858618 w 1967948"/>
                <a:gd name="connsiteY74" fmla="*/ 586408 h 2693504"/>
                <a:gd name="connsiteX75" fmla="*/ 1878496 w 1967948"/>
                <a:gd name="connsiteY75" fmla="*/ 616226 h 2693504"/>
                <a:gd name="connsiteX76" fmla="*/ 1898374 w 1967948"/>
                <a:gd name="connsiteY76" fmla="*/ 695739 h 2693504"/>
                <a:gd name="connsiteX77" fmla="*/ 1938131 w 1967948"/>
                <a:gd name="connsiteY77" fmla="*/ 775252 h 2693504"/>
                <a:gd name="connsiteX78" fmla="*/ 1948070 w 1967948"/>
                <a:gd name="connsiteY78" fmla="*/ 824947 h 2693504"/>
                <a:gd name="connsiteX79" fmla="*/ 1958009 w 1967948"/>
                <a:gd name="connsiteY79" fmla="*/ 864704 h 2693504"/>
                <a:gd name="connsiteX80" fmla="*/ 1967948 w 1967948"/>
                <a:gd name="connsiteY80" fmla="*/ 924339 h 2693504"/>
                <a:gd name="connsiteX81" fmla="*/ 1958009 w 1967948"/>
                <a:gd name="connsiteY81" fmla="*/ 1242391 h 2693504"/>
                <a:gd name="connsiteX82" fmla="*/ 1948070 w 1967948"/>
                <a:gd name="connsiteY82" fmla="*/ 1272208 h 2693504"/>
                <a:gd name="connsiteX83" fmla="*/ 1938131 w 1967948"/>
                <a:gd name="connsiteY83" fmla="*/ 1341782 h 2693504"/>
                <a:gd name="connsiteX84" fmla="*/ 1918253 w 1967948"/>
                <a:gd name="connsiteY84" fmla="*/ 1371600 h 2693504"/>
                <a:gd name="connsiteX85" fmla="*/ 1898374 w 1967948"/>
                <a:gd name="connsiteY85" fmla="*/ 1451113 h 2693504"/>
                <a:gd name="connsiteX86" fmla="*/ 1888435 w 1967948"/>
                <a:gd name="connsiteY86" fmla="*/ 1480930 h 2693504"/>
                <a:gd name="connsiteX87" fmla="*/ 1878496 w 1967948"/>
                <a:gd name="connsiteY87" fmla="*/ 1520687 h 2693504"/>
                <a:gd name="connsiteX88" fmla="*/ 1858618 w 1967948"/>
                <a:gd name="connsiteY88" fmla="*/ 1580321 h 2693504"/>
                <a:gd name="connsiteX89" fmla="*/ 1828800 w 1967948"/>
                <a:gd name="connsiteY89" fmla="*/ 1679713 h 2693504"/>
                <a:gd name="connsiteX90" fmla="*/ 1818861 w 1967948"/>
                <a:gd name="connsiteY90" fmla="*/ 1709530 h 2693504"/>
                <a:gd name="connsiteX91" fmla="*/ 1798983 w 1967948"/>
                <a:gd name="connsiteY91" fmla="*/ 1789043 h 2693504"/>
                <a:gd name="connsiteX92" fmla="*/ 1749287 w 1967948"/>
                <a:gd name="connsiteY92" fmla="*/ 1868556 h 2693504"/>
                <a:gd name="connsiteX93" fmla="*/ 1729409 w 1967948"/>
                <a:gd name="connsiteY93" fmla="*/ 1948069 h 2693504"/>
                <a:gd name="connsiteX94" fmla="*/ 1709531 w 1967948"/>
                <a:gd name="connsiteY94" fmla="*/ 1987826 h 2693504"/>
                <a:gd name="connsiteX95" fmla="*/ 1689653 w 1967948"/>
                <a:gd name="connsiteY95" fmla="*/ 2067339 h 2693504"/>
                <a:gd name="connsiteX96" fmla="*/ 1679713 w 1967948"/>
                <a:gd name="connsiteY96" fmla="*/ 2107095 h 2693504"/>
                <a:gd name="connsiteX97" fmla="*/ 1669774 w 1967948"/>
                <a:gd name="connsiteY97" fmla="*/ 2146852 h 2693504"/>
                <a:gd name="connsiteX98" fmla="*/ 1639957 w 1967948"/>
                <a:gd name="connsiteY98" fmla="*/ 2216426 h 2693504"/>
                <a:gd name="connsiteX99" fmla="*/ 1620079 w 1967948"/>
                <a:gd name="connsiteY99" fmla="*/ 2256182 h 2693504"/>
                <a:gd name="connsiteX100" fmla="*/ 1590261 w 1967948"/>
                <a:gd name="connsiteY100" fmla="*/ 2325756 h 2693504"/>
                <a:gd name="connsiteX101" fmla="*/ 1550505 w 1967948"/>
                <a:gd name="connsiteY101" fmla="*/ 2385391 h 2693504"/>
                <a:gd name="connsiteX102" fmla="*/ 1520687 w 1967948"/>
                <a:gd name="connsiteY102" fmla="*/ 2435087 h 2693504"/>
                <a:gd name="connsiteX103" fmla="*/ 1490870 w 1967948"/>
                <a:gd name="connsiteY103" fmla="*/ 2534478 h 2693504"/>
                <a:gd name="connsiteX104" fmla="*/ 1500809 w 1967948"/>
                <a:gd name="connsiteY104" fmla="*/ 2693504 h 269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967948" h="2693504">
                  <a:moveTo>
                    <a:pt x="1500809" y="2693504"/>
                  </a:moveTo>
                  <a:lnTo>
                    <a:pt x="1500809" y="2693504"/>
                  </a:lnTo>
                  <a:lnTo>
                    <a:pt x="1441174" y="2574234"/>
                  </a:lnTo>
                  <a:lnTo>
                    <a:pt x="1421296" y="2534478"/>
                  </a:lnTo>
                  <a:cubicBezTo>
                    <a:pt x="1414670" y="2521226"/>
                    <a:pt x="1411895" y="2505198"/>
                    <a:pt x="1401418" y="2494721"/>
                  </a:cubicBezTo>
                  <a:lnTo>
                    <a:pt x="1381539" y="2474843"/>
                  </a:lnTo>
                  <a:cubicBezTo>
                    <a:pt x="1373456" y="2450593"/>
                    <a:pt x="1370988" y="2434475"/>
                    <a:pt x="1351722" y="2415208"/>
                  </a:cubicBezTo>
                  <a:cubicBezTo>
                    <a:pt x="1344608" y="2408094"/>
                    <a:pt x="1295319" y="2373039"/>
                    <a:pt x="1282148" y="2365513"/>
                  </a:cubicBezTo>
                  <a:cubicBezTo>
                    <a:pt x="1269284" y="2358162"/>
                    <a:pt x="1254720" y="2353853"/>
                    <a:pt x="1242392" y="2345634"/>
                  </a:cubicBezTo>
                  <a:cubicBezTo>
                    <a:pt x="1234595" y="2340436"/>
                    <a:pt x="1229830" y="2331610"/>
                    <a:pt x="1222513" y="2325756"/>
                  </a:cubicBezTo>
                  <a:cubicBezTo>
                    <a:pt x="1213185" y="2318294"/>
                    <a:pt x="1201873" y="2313525"/>
                    <a:pt x="1192696" y="2305878"/>
                  </a:cubicBezTo>
                  <a:cubicBezTo>
                    <a:pt x="1181898" y="2296880"/>
                    <a:pt x="1174574" y="2283858"/>
                    <a:pt x="1162879" y="2276061"/>
                  </a:cubicBezTo>
                  <a:cubicBezTo>
                    <a:pt x="1154162" y="2270249"/>
                    <a:pt x="1143000" y="2269434"/>
                    <a:pt x="1133061" y="2266121"/>
                  </a:cubicBezTo>
                  <a:cubicBezTo>
                    <a:pt x="1123122" y="2256182"/>
                    <a:pt x="1114682" y="2244474"/>
                    <a:pt x="1103244" y="2236304"/>
                  </a:cubicBezTo>
                  <a:cubicBezTo>
                    <a:pt x="1091187" y="2227692"/>
                    <a:pt x="1076351" y="2223777"/>
                    <a:pt x="1063487" y="2216426"/>
                  </a:cubicBezTo>
                  <a:cubicBezTo>
                    <a:pt x="1053116" y="2210499"/>
                    <a:pt x="1043390" y="2203490"/>
                    <a:pt x="1033670" y="2196547"/>
                  </a:cubicBezTo>
                  <a:cubicBezTo>
                    <a:pt x="1020190" y="2186919"/>
                    <a:pt x="1007393" y="2176358"/>
                    <a:pt x="993913" y="2166730"/>
                  </a:cubicBezTo>
                  <a:cubicBezTo>
                    <a:pt x="984193" y="2159787"/>
                    <a:pt x="973816" y="2153795"/>
                    <a:pt x="964096" y="2146852"/>
                  </a:cubicBezTo>
                  <a:cubicBezTo>
                    <a:pt x="950616" y="2137223"/>
                    <a:pt x="938820" y="2125079"/>
                    <a:pt x="924339" y="2117034"/>
                  </a:cubicBezTo>
                  <a:cubicBezTo>
                    <a:pt x="908743" y="2108370"/>
                    <a:pt x="890602" y="2105135"/>
                    <a:pt x="874644" y="2097156"/>
                  </a:cubicBezTo>
                  <a:cubicBezTo>
                    <a:pt x="863960" y="2091814"/>
                    <a:pt x="855198" y="2083205"/>
                    <a:pt x="844826" y="2077278"/>
                  </a:cubicBezTo>
                  <a:cubicBezTo>
                    <a:pt x="831962" y="2069927"/>
                    <a:pt x="818322" y="2064026"/>
                    <a:pt x="805070" y="2057400"/>
                  </a:cubicBezTo>
                  <a:cubicBezTo>
                    <a:pt x="795131" y="2047461"/>
                    <a:pt x="786691" y="2035752"/>
                    <a:pt x="775253" y="2027582"/>
                  </a:cubicBezTo>
                  <a:cubicBezTo>
                    <a:pt x="763196" y="2018970"/>
                    <a:pt x="748201" y="2015327"/>
                    <a:pt x="735496" y="2007704"/>
                  </a:cubicBezTo>
                  <a:cubicBezTo>
                    <a:pt x="715010" y="1995412"/>
                    <a:pt x="694974" y="1982282"/>
                    <a:pt x="675861" y="1967947"/>
                  </a:cubicBezTo>
                  <a:cubicBezTo>
                    <a:pt x="650927" y="1949246"/>
                    <a:pt x="600947" y="1910612"/>
                    <a:pt x="576470" y="1898374"/>
                  </a:cubicBezTo>
                  <a:cubicBezTo>
                    <a:pt x="549966" y="1885122"/>
                    <a:pt x="520663" y="1876396"/>
                    <a:pt x="496957" y="1858617"/>
                  </a:cubicBezTo>
                  <a:cubicBezTo>
                    <a:pt x="483705" y="1848678"/>
                    <a:pt x="469513" y="1839882"/>
                    <a:pt x="457200" y="1828800"/>
                  </a:cubicBezTo>
                  <a:cubicBezTo>
                    <a:pt x="436305" y="1809994"/>
                    <a:pt x="417444" y="1789043"/>
                    <a:pt x="397566" y="1769165"/>
                  </a:cubicBezTo>
                  <a:cubicBezTo>
                    <a:pt x="390940" y="1762539"/>
                    <a:pt x="385484" y="1754485"/>
                    <a:pt x="377687" y="1749287"/>
                  </a:cubicBezTo>
                  <a:cubicBezTo>
                    <a:pt x="334087" y="1720219"/>
                    <a:pt x="357426" y="1736575"/>
                    <a:pt x="308113" y="1699591"/>
                  </a:cubicBezTo>
                  <a:cubicBezTo>
                    <a:pt x="296827" y="1682663"/>
                    <a:pt x="270744" y="1642343"/>
                    <a:pt x="258418" y="1630017"/>
                  </a:cubicBezTo>
                  <a:cubicBezTo>
                    <a:pt x="249971" y="1621570"/>
                    <a:pt x="238539" y="1616765"/>
                    <a:pt x="228600" y="1610139"/>
                  </a:cubicBezTo>
                  <a:cubicBezTo>
                    <a:pt x="225287" y="1600200"/>
                    <a:pt x="222788" y="1589951"/>
                    <a:pt x="218661" y="1580321"/>
                  </a:cubicBezTo>
                  <a:cubicBezTo>
                    <a:pt x="204404" y="1547054"/>
                    <a:pt x="187813" y="1522281"/>
                    <a:pt x="168966" y="1490869"/>
                  </a:cubicBezTo>
                  <a:cubicBezTo>
                    <a:pt x="165653" y="1477617"/>
                    <a:pt x="162951" y="1464197"/>
                    <a:pt x="159026" y="1451113"/>
                  </a:cubicBezTo>
                  <a:cubicBezTo>
                    <a:pt x="153005" y="1431043"/>
                    <a:pt x="144230" y="1411806"/>
                    <a:pt x="139148" y="1391478"/>
                  </a:cubicBezTo>
                  <a:cubicBezTo>
                    <a:pt x="135835" y="1378226"/>
                    <a:pt x="133134" y="1364805"/>
                    <a:pt x="129209" y="1351721"/>
                  </a:cubicBezTo>
                  <a:cubicBezTo>
                    <a:pt x="123188" y="1331651"/>
                    <a:pt x="114413" y="1312415"/>
                    <a:pt x="109331" y="1292087"/>
                  </a:cubicBezTo>
                  <a:cubicBezTo>
                    <a:pt x="91006" y="1218786"/>
                    <a:pt x="110699" y="1285341"/>
                    <a:pt x="79513" y="1212574"/>
                  </a:cubicBezTo>
                  <a:cubicBezTo>
                    <a:pt x="54821" y="1154960"/>
                    <a:pt x="87900" y="1210245"/>
                    <a:pt x="49696" y="1152939"/>
                  </a:cubicBezTo>
                  <a:cubicBezTo>
                    <a:pt x="36849" y="1114397"/>
                    <a:pt x="27353" y="1088450"/>
                    <a:pt x="19879" y="1043608"/>
                  </a:cubicBezTo>
                  <a:cubicBezTo>
                    <a:pt x="6087" y="960866"/>
                    <a:pt x="12789" y="1003924"/>
                    <a:pt x="0" y="914400"/>
                  </a:cubicBezTo>
                  <a:cubicBezTo>
                    <a:pt x="3313" y="801756"/>
                    <a:pt x="4016" y="689006"/>
                    <a:pt x="9939" y="576469"/>
                  </a:cubicBezTo>
                  <a:cubicBezTo>
                    <a:pt x="10039" y="574560"/>
                    <a:pt x="25055" y="512848"/>
                    <a:pt x="29818" y="506895"/>
                  </a:cubicBezTo>
                  <a:cubicBezTo>
                    <a:pt x="37280" y="497567"/>
                    <a:pt x="49696" y="493643"/>
                    <a:pt x="59635" y="487017"/>
                  </a:cubicBezTo>
                  <a:cubicBezTo>
                    <a:pt x="80458" y="403726"/>
                    <a:pt x="54008" y="480550"/>
                    <a:pt x="89453" y="427382"/>
                  </a:cubicBezTo>
                  <a:cubicBezTo>
                    <a:pt x="97672" y="415054"/>
                    <a:pt x="101113" y="399954"/>
                    <a:pt x="109331" y="387626"/>
                  </a:cubicBezTo>
                  <a:cubicBezTo>
                    <a:pt x="114529" y="379829"/>
                    <a:pt x="123210" y="374946"/>
                    <a:pt x="129209" y="367747"/>
                  </a:cubicBezTo>
                  <a:cubicBezTo>
                    <a:pt x="202320" y="280013"/>
                    <a:pt x="105964" y="381052"/>
                    <a:pt x="208722" y="278295"/>
                  </a:cubicBezTo>
                  <a:lnTo>
                    <a:pt x="248479" y="238539"/>
                  </a:lnTo>
                  <a:cubicBezTo>
                    <a:pt x="258418" y="228600"/>
                    <a:pt x="266601" y="216518"/>
                    <a:pt x="278296" y="208721"/>
                  </a:cubicBezTo>
                  <a:cubicBezTo>
                    <a:pt x="332770" y="172405"/>
                    <a:pt x="297425" y="194187"/>
                    <a:pt x="387626" y="149087"/>
                  </a:cubicBezTo>
                  <a:cubicBezTo>
                    <a:pt x="400878" y="142461"/>
                    <a:pt x="413327" y="133893"/>
                    <a:pt x="427383" y="129208"/>
                  </a:cubicBezTo>
                  <a:cubicBezTo>
                    <a:pt x="437322" y="125895"/>
                    <a:pt x="447662" y="123604"/>
                    <a:pt x="457200" y="119269"/>
                  </a:cubicBezTo>
                  <a:cubicBezTo>
                    <a:pt x="484177" y="107007"/>
                    <a:pt x="507965" y="86700"/>
                    <a:pt x="536713" y="79513"/>
                  </a:cubicBezTo>
                  <a:cubicBezTo>
                    <a:pt x="549965" y="76200"/>
                    <a:pt x="563386" y="73499"/>
                    <a:pt x="576470" y="69574"/>
                  </a:cubicBezTo>
                  <a:cubicBezTo>
                    <a:pt x="596540" y="63553"/>
                    <a:pt x="615362" y="52658"/>
                    <a:pt x="636105" y="49695"/>
                  </a:cubicBezTo>
                  <a:lnTo>
                    <a:pt x="705679" y="39756"/>
                  </a:lnTo>
                  <a:cubicBezTo>
                    <a:pt x="715618" y="36443"/>
                    <a:pt x="725686" y="33496"/>
                    <a:pt x="735496" y="29817"/>
                  </a:cubicBezTo>
                  <a:cubicBezTo>
                    <a:pt x="752201" y="23553"/>
                    <a:pt x="767979" y="14633"/>
                    <a:pt x="785192" y="9939"/>
                  </a:cubicBezTo>
                  <a:cubicBezTo>
                    <a:pt x="804634" y="4637"/>
                    <a:pt x="824948" y="3313"/>
                    <a:pt x="844826" y="0"/>
                  </a:cubicBezTo>
                  <a:lnTo>
                    <a:pt x="1212574" y="9939"/>
                  </a:lnTo>
                  <a:cubicBezTo>
                    <a:pt x="1232705" y="10875"/>
                    <a:pt x="1252504" y="15656"/>
                    <a:pt x="1272209" y="19878"/>
                  </a:cubicBezTo>
                  <a:cubicBezTo>
                    <a:pt x="1413951" y="50251"/>
                    <a:pt x="1305838" y="28067"/>
                    <a:pt x="1381539" y="49695"/>
                  </a:cubicBezTo>
                  <a:cubicBezTo>
                    <a:pt x="1414833" y="59207"/>
                    <a:pt x="1449432" y="63764"/>
                    <a:pt x="1480931" y="79513"/>
                  </a:cubicBezTo>
                  <a:cubicBezTo>
                    <a:pt x="1494183" y="86139"/>
                    <a:pt x="1508631" y="90779"/>
                    <a:pt x="1520687" y="99391"/>
                  </a:cubicBezTo>
                  <a:cubicBezTo>
                    <a:pt x="1602906" y="158118"/>
                    <a:pt x="1501456" y="104020"/>
                    <a:pt x="1580322" y="149087"/>
                  </a:cubicBezTo>
                  <a:cubicBezTo>
                    <a:pt x="1598513" y="159482"/>
                    <a:pt x="1633751" y="172698"/>
                    <a:pt x="1649896" y="188843"/>
                  </a:cubicBezTo>
                  <a:cubicBezTo>
                    <a:pt x="1732529" y="271476"/>
                    <a:pt x="1652061" y="213478"/>
                    <a:pt x="1719470" y="258417"/>
                  </a:cubicBezTo>
                  <a:cubicBezTo>
                    <a:pt x="1729409" y="271669"/>
                    <a:pt x="1740940" y="283865"/>
                    <a:pt x="1749287" y="298174"/>
                  </a:cubicBezTo>
                  <a:cubicBezTo>
                    <a:pt x="1770288" y="334176"/>
                    <a:pt x="1794135" y="385978"/>
                    <a:pt x="1808922" y="427382"/>
                  </a:cubicBezTo>
                  <a:cubicBezTo>
                    <a:pt x="1819493" y="456981"/>
                    <a:pt x="1828800" y="487017"/>
                    <a:pt x="1838739" y="516834"/>
                  </a:cubicBezTo>
                  <a:cubicBezTo>
                    <a:pt x="1842052" y="526773"/>
                    <a:pt x="1846138" y="536488"/>
                    <a:pt x="1848679" y="546652"/>
                  </a:cubicBezTo>
                  <a:cubicBezTo>
                    <a:pt x="1851992" y="559904"/>
                    <a:pt x="1853237" y="573853"/>
                    <a:pt x="1858618" y="586408"/>
                  </a:cubicBezTo>
                  <a:cubicBezTo>
                    <a:pt x="1863323" y="597388"/>
                    <a:pt x="1871870" y="606287"/>
                    <a:pt x="1878496" y="616226"/>
                  </a:cubicBezTo>
                  <a:cubicBezTo>
                    <a:pt x="1885122" y="642730"/>
                    <a:pt x="1886156" y="671303"/>
                    <a:pt x="1898374" y="695739"/>
                  </a:cubicBezTo>
                  <a:lnTo>
                    <a:pt x="1938131" y="775252"/>
                  </a:lnTo>
                  <a:cubicBezTo>
                    <a:pt x="1941444" y="791817"/>
                    <a:pt x="1944405" y="808456"/>
                    <a:pt x="1948070" y="824947"/>
                  </a:cubicBezTo>
                  <a:cubicBezTo>
                    <a:pt x="1951033" y="838282"/>
                    <a:pt x="1955330" y="851309"/>
                    <a:pt x="1958009" y="864704"/>
                  </a:cubicBezTo>
                  <a:cubicBezTo>
                    <a:pt x="1961961" y="884465"/>
                    <a:pt x="1964635" y="904461"/>
                    <a:pt x="1967948" y="924339"/>
                  </a:cubicBezTo>
                  <a:cubicBezTo>
                    <a:pt x="1964635" y="1030356"/>
                    <a:pt x="1964060" y="1136495"/>
                    <a:pt x="1958009" y="1242391"/>
                  </a:cubicBezTo>
                  <a:cubicBezTo>
                    <a:pt x="1957411" y="1252851"/>
                    <a:pt x="1950125" y="1261935"/>
                    <a:pt x="1948070" y="1272208"/>
                  </a:cubicBezTo>
                  <a:cubicBezTo>
                    <a:pt x="1943476" y="1295180"/>
                    <a:pt x="1944863" y="1319343"/>
                    <a:pt x="1938131" y="1341782"/>
                  </a:cubicBezTo>
                  <a:cubicBezTo>
                    <a:pt x="1934699" y="1353224"/>
                    <a:pt x="1924879" y="1361661"/>
                    <a:pt x="1918253" y="1371600"/>
                  </a:cubicBezTo>
                  <a:cubicBezTo>
                    <a:pt x="1911627" y="1398104"/>
                    <a:pt x="1907013" y="1425195"/>
                    <a:pt x="1898374" y="1451113"/>
                  </a:cubicBezTo>
                  <a:cubicBezTo>
                    <a:pt x="1895061" y="1461052"/>
                    <a:pt x="1891313" y="1470856"/>
                    <a:pt x="1888435" y="1480930"/>
                  </a:cubicBezTo>
                  <a:cubicBezTo>
                    <a:pt x="1884682" y="1494065"/>
                    <a:pt x="1882421" y="1507603"/>
                    <a:pt x="1878496" y="1520687"/>
                  </a:cubicBezTo>
                  <a:cubicBezTo>
                    <a:pt x="1872475" y="1540757"/>
                    <a:pt x="1863700" y="1559993"/>
                    <a:pt x="1858618" y="1580321"/>
                  </a:cubicBezTo>
                  <a:cubicBezTo>
                    <a:pt x="1843597" y="1640408"/>
                    <a:pt x="1853000" y="1607116"/>
                    <a:pt x="1828800" y="1679713"/>
                  </a:cubicBezTo>
                  <a:cubicBezTo>
                    <a:pt x="1825487" y="1689652"/>
                    <a:pt x="1821402" y="1699366"/>
                    <a:pt x="1818861" y="1709530"/>
                  </a:cubicBezTo>
                  <a:cubicBezTo>
                    <a:pt x="1812235" y="1736034"/>
                    <a:pt x="1815375" y="1767187"/>
                    <a:pt x="1798983" y="1789043"/>
                  </a:cubicBezTo>
                  <a:cubicBezTo>
                    <a:pt x="1760276" y="1840653"/>
                    <a:pt x="1776575" y="1813984"/>
                    <a:pt x="1749287" y="1868556"/>
                  </a:cubicBezTo>
                  <a:cubicBezTo>
                    <a:pt x="1742661" y="1895060"/>
                    <a:pt x="1741627" y="1923633"/>
                    <a:pt x="1729409" y="1948069"/>
                  </a:cubicBezTo>
                  <a:cubicBezTo>
                    <a:pt x="1722783" y="1961321"/>
                    <a:pt x="1714216" y="1973770"/>
                    <a:pt x="1709531" y="1987826"/>
                  </a:cubicBezTo>
                  <a:cubicBezTo>
                    <a:pt x="1700892" y="2013744"/>
                    <a:pt x="1696279" y="2040835"/>
                    <a:pt x="1689653" y="2067339"/>
                  </a:cubicBezTo>
                  <a:lnTo>
                    <a:pt x="1679713" y="2107095"/>
                  </a:lnTo>
                  <a:cubicBezTo>
                    <a:pt x="1676400" y="2120347"/>
                    <a:pt x="1675883" y="2134634"/>
                    <a:pt x="1669774" y="2146852"/>
                  </a:cubicBezTo>
                  <a:cubicBezTo>
                    <a:pt x="1603848" y="2278703"/>
                    <a:pt x="1683829" y="2114055"/>
                    <a:pt x="1639957" y="2216426"/>
                  </a:cubicBezTo>
                  <a:cubicBezTo>
                    <a:pt x="1634121" y="2230044"/>
                    <a:pt x="1625915" y="2242564"/>
                    <a:pt x="1620079" y="2256182"/>
                  </a:cubicBezTo>
                  <a:cubicBezTo>
                    <a:pt x="1599515" y="2304163"/>
                    <a:pt x="1623222" y="2270820"/>
                    <a:pt x="1590261" y="2325756"/>
                  </a:cubicBezTo>
                  <a:cubicBezTo>
                    <a:pt x="1577969" y="2346242"/>
                    <a:pt x="1558060" y="2362726"/>
                    <a:pt x="1550505" y="2385391"/>
                  </a:cubicBezTo>
                  <a:cubicBezTo>
                    <a:pt x="1537603" y="2424098"/>
                    <a:pt x="1547974" y="2407800"/>
                    <a:pt x="1520687" y="2435087"/>
                  </a:cubicBezTo>
                  <a:cubicBezTo>
                    <a:pt x="1517993" y="2443168"/>
                    <a:pt x="1491871" y="2516451"/>
                    <a:pt x="1490870" y="2534478"/>
                  </a:cubicBezTo>
                  <a:cubicBezTo>
                    <a:pt x="1488297" y="2580789"/>
                    <a:pt x="1490870" y="2627243"/>
                    <a:pt x="1500809" y="2693504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5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5077570" y="142932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學生證預約</a:t>
            </a:r>
          </a:p>
        </p:txBody>
      </p:sp>
      <p:grpSp>
        <p:nvGrpSpPr>
          <p:cNvPr id="39" name="群組 38"/>
          <p:cNvGrpSpPr/>
          <p:nvPr/>
        </p:nvGrpSpPr>
        <p:grpSpPr>
          <a:xfrm rot="9753055" flipV="1">
            <a:off x="6825038" y="1647157"/>
            <a:ext cx="3650532" cy="1906188"/>
            <a:chOff x="1414321" y="3261325"/>
            <a:chExt cx="2551451" cy="1195946"/>
          </a:xfrm>
        </p:grpSpPr>
        <p:sp>
          <p:nvSpPr>
            <p:cNvPr id="40" name="手繪多邊形 39"/>
            <p:cNvSpPr/>
            <p:nvPr/>
          </p:nvSpPr>
          <p:spPr>
            <a:xfrm rot="726215">
              <a:off x="1414321" y="333011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 40"/>
            <p:cNvSpPr/>
            <p:nvPr/>
          </p:nvSpPr>
          <p:spPr>
            <a:xfrm rot="726215">
              <a:off x="1551756" y="326132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文字方塊 19"/>
          <p:cNvSpPr txBox="1"/>
          <p:nvPr/>
        </p:nvSpPr>
        <p:spPr>
          <a:xfrm>
            <a:off x="8468375" y="2047057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自動選擇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</a:p>
        </p:txBody>
      </p:sp>
      <p:grpSp>
        <p:nvGrpSpPr>
          <p:cNvPr id="42" name="群組 41"/>
          <p:cNvGrpSpPr/>
          <p:nvPr/>
        </p:nvGrpSpPr>
        <p:grpSpPr>
          <a:xfrm rot="10187209" flipV="1">
            <a:off x="8232574" y="3450295"/>
            <a:ext cx="3318751" cy="1216813"/>
            <a:chOff x="1414321" y="3261325"/>
            <a:chExt cx="2551452" cy="1195946"/>
          </a:xfrm>
        </p:grpSpPr>
        <p:sp>
          <p:nvSpPr>
            <p:cNvPr id="43" name="手繪多邊形 42"/>
            <p:cNvSpPr/>
            <p:nvPr/>
          </p:nvSpPr>
          <p:spPr>
            <a:xfrm rot="726215">
              <a:off x="1414321" y="333011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 43"/>
            <p:cNvSpPr/>
            <p:nvPr/>
          </p:nvSpPr>
          <p:spPr>
            <a:xfrm rot="726215">
              <a:off x="1551757" y="3261325"/>
              <a:ext cx="2414016" cy="1127156"/>
            </a:xfrm>
            <a:custGeom>
              <a:avLst/>
              <a:gdLst>
                <a:gd name="connsiteX0" fmla="*/ 2414016 w 2414016"/>
                <a:gd name="connsiteY0" fmla="*/ 916844 h 1127156"/>
                <a:gd name="connsiteX1" fmla="*/ 2414016 w 2414016"/>
                <a:gd name="connsiteY1" fmla="*/ 916844 h 1127156"/>
                <a:gd name="connsiteX2" fmla="*/ 2295144 w 2414016"/>
                <a:gd name="connsiteY2" fmla="*/ 871124 h 1127156"/>
                <a:gd name="connsiteX3" fmla="*/ 2240280 w 2414016"/>
                <a:gd name="connsiteY3" fmla="*/ 834548 h 1127156"/>
                <a:gd name="connsiteX4" fmla="*/ 2212848 w 2414016"/>
                <a:gd name="connsiteY4" fmla="*/ 816260 h 1127156"/>
                <a:gd name="connsiteX5" fmla="*/ 2167128 w 2414016"/>
                <a:gd name="connsiteY5" fmla="*/ 779684 h 1127156"/>
                <a:gd name="connsiteX6" fmla="*/ 2130552 w 2414016"/>
                <a:gd name="connsiteY6" fmla="*/ 761396 h 1127156"/>
                <a:gd name="connsiteX7" fmla="*/ 2103120 w 2414016"/>
                <a:gd name="connsiteY7" fmla="*/ 743108 h 1127156"/>
                <a:gd name="connsiteX8" fmla="*/ 2039112 w 2414016"/>
                <a:gd name="connsiteY8" fmla="*/ 724820 h 1127156"/>
                <a:gd name="connsiteX9" fmla="*/ 2011680 w 2414016"/>
                <a:gd name="connsiteY9" fmla="*/ 697388 h 1127156"/>
                <a:gd name="connsiteX10" fmla="*/ 1947672 w 2414016"/>
                <a:gd name="connsiteY10" fmla="*/ 679100 h 1127156"/>
                <a:gd name="connsiteX11" fmla="*/ 1901952 w 2414016"/>
                <a:gd name="connsiteY11" fmla="*/ 660812 h 1127156"/>
                <a:gd name="connsiteX12" fmla="*/ 1837944 w 2414016"/>
                <a:gd name="connsiteY12" fmla="*/ 642524 h 1127156"/>
                <a:gd name="connsiteX13" fmla="*/ 1773936 w 2414016"/>
                <a:gd name="connsiteY13" fmla="*/ 615092 h 1127156"/>
                <a:gd name="connsiteX14" fmla="*/ 1709928 w 2414016"/>
                <a:gd name="connsiteY14" fmla="*/ 587660 h 1127156"/>
                <a:gd name="connsiteX15" fmla="*/ 1673352 w 2414016"/>
                <a:gd name="connsiteY15" fmla="*/ 560228 h 1127156"/>
                <a:gd name="connsiteX16" fmla="*/ 1627632 w 2414016"/>
                <a:gd name="connsiteY16" fmla="*/ 541940 h 1127156"/>
                <a:gd name="connsiteX17" fmla="*/ 1499616 w 2414016"/>
                <a:gd name="connsiteY17" fmla="*/ 459644 h 1127156"/>
                <a:gd name="connsiteX18" fmla="*/ 1472184 w 2414016"/>
                <a:gd name="connsiteY18" fmla="*/ 432212 h 1127156"/>
                <a:gd name="connsiteX19" fmla="*/ 1371600 w 2414016"/>
                <a:gd name="connsiteY19" fmla="*/ 359060 h 1127156"/>
                <a:gd name="connsiteX20" fmla="*/ 1216152 w 2414016"/>
                <a:gd name="connsiteY20" fmla="*/ 221900 h 1127156"/>
                <a:gd name="connsiteX21" fmla="*/ 1124712 w 2414016"/>
                <a:gd name="connsiteY21" fmla="*/ 176180 h 1127156"/>
                <a:gd name="connsiteX22" fmla="*/ 1042416 w 2414016"/>
                <a:gd name="connsiteY22" fmla="*/ 139604 h 1127156"/>
                <a:gd name="connsiteX23" fmla="*/ 1014984 w 2414016"/>
                <a:gd name="connsiteY23" fmla="*/ 121316 h 1127156"/>
                <a:gd name="connsiteX24" fmla="*/ 950976 w 2414016"/>
                <a:gd name="connsiteY24" fmla="*/ 103028 h 1127156"/>
                <a:gd name="connsiteX25" fmla="*/ 923544 w 2414016"/>
                <a:gd name="connsiteY25" fmla="*/ 93884 h 1127156"/>
                <a:gd name="connsiteX26" fmla="*/ 886968 w 2414016"/>
                <a:gd name="connsiteY26" fmla="*/ 84740 h 1127156"/>
                <a:gd name="connsiteX27" fmla="*/ 850392 w 2414016"/>
                <a:gd name="connsiteY27" fmla="*/ 66452 h 1127156"/>
                <a:gd name="connsiteX28" fmla="*/ 777240 w 2414016"/>
                <a:gd name="connsiteY28" fmla="*/ 48164 h 1127156"/>
                <a:gd name="connsiteX29" fmla="*/ 667512 w 2414016"/>
                <a:gd name="connsiteY29" fmla="*/ 20732 h 1127156"/>
                <a:gd name="connsiteX30" fmla="*/ 640080 w 2414016"/>
                <a:gd name="connsiteY30" fmla="*/ 11588 h 1127156"/>
                <a:gd name="connsiteX31" fmla="*/ 402336 w 2414016"/>
                <a:gd name="connsiteY31" fmla="*/ 11588 h 1127156"/>
                <a:gd name="connsiteX32" fmla="*/ 374904 w 2414016"/>
                <a:gd name="connsiteY32" fmla="*/ 20732 h 1127156"/>
                <a:gd name="connsiteX33" fmla="*/ 347472 w 2414016"/>
                <a:gd name="connsiteY33" fmla="*/ 39020 h 1127156"/>
                <a:gd name="connsiteX34" fmla="*/ 310896 w 2414016"/>
                <a:gd name="connsiteY34" fmla="*/ 48164 h 1127156"/>
                <a:gd name="connsiteX35" fmla="*/ 283464 w 2414016"/>
                <a:gd name="connsiteY35" fmla="*/ 75596 h 1127156"/>
                <a:gd name="connsiteX36" fmla="*/ 210312 w 2414016"/>
                <a:gd name="connsiteY36" fmla="*/ 112172 h 1127156"/>
                <a:gd name="connsiteX37" fmla="*/ 173736 w 2414016"/>
                <a:gd name="connsiteY37" fmla="*/ 157892 h 1127156"/>
                <a:gd name="connsiteX38" fmla="*/ 137160 w 2414016"/>
                <a:gd name="connsiteY38" fmla="*/ 231044 h 1127156"/>
                <a:gd name="connsiteX39" fmla="*/ 82296 w 2414016"/>
                <a:gd name="connsiteY39" fmla="*/ 313340 h 1127156"/>
                <a:gd name="connsiteX40" fmla="*/ 45720 w 2414016"/>
                <a:gd name="connsiteY40" fmla="*/ 368204 h 1127156"/>
                <a:gd name="connsiteX41" fmla="*/ 27432 w 2414016"/>
                <a:gd name="connsiteY41" fmla="*/ 395636 h 1127156"/>
                <a:gd name="connsiteX42" fmla="*/ 9144 w 2414016"/>
                <a:gd name="connsiteY42" fmla="*/ 459644 h 1127156"/>
                <a:gd name="connsiteX43" fmla="*/ 0 w 2414016"/>
                <a:gd name="connsiteY43" fmla="*/ 496220 h 1127156"/>
                <a:gd name="connsiteX44" fmla="*/ 9144 w 2414016"/>
                <a:gd name="connsiteY44" fmla="*/ 688244 h 1127156"/>
                <a:gd name="connsiteX45" fmla="*/ 18288 w 2414016"/>
                <a:gd name="connsiteY45" fmla="*/ 715676 h 1127156"/>
                <a:gd name="connsiteX46" fmla="*/ 27432 w 2414016"/>
                <a:gd name="connsiteY46" fmla="*/ 761396 h 1127156"/>
                <a:gd name="connsiteX47" fmla="*/ 54864 w 2414016"/>
                <a:gd name="connsiteY47" fmla="*/ 797972 h 1127156"/>
                <a:gd name="connsiteX48" fmla="*/ 82296 w 2414016"/>
                <a:gd name="connsiteY48" fmla="*/ 852836 h 1127156"/>
                <a:gd name="connsiteX49" fmla="*/ 137160 w 2414016"/>
                <a:gd name="connsiteY49" fmla="*/ 907700 h 1127156"/>
                <a:gd name="connsiteX50" fmla="*/ 164592 w 2414016"/>
                <a:gd name="connsiteY50" fmla="*/ 935132 h 1127156"/>
                <a:gd name="connsiteX51" fmla="*/ 201168 w 2414016"/>
                <a:gd name="connsiteY51" fmla="*/ 989996 h 1127156"/>
                <a:gd name="connsiteX52" fmla="*/ 237744 w 2414016"/>
                <a:gd name="connsiteY52" fmla="*/ 1026572 h 1127156"/>
                <a:gd name="connsiteX53" fmla="*/ 347472 w 2414016"/>
                <a:gd name="connsiteY53" fmla="*/ 1090580 h 1127156"/>
                <a:gd name="connsiteX54" fmla="*/ 420624 w 2414016"/>
                <a:gd name="connsiteY54" fmla="*/ 1108868 h 1127156"/>
                <a:gd name="connsiteX55" fmla="*/ 502920 w 2414016"/>
                <a:gd name="connsiteY55" fmla="*/ 1127156 h 1127156"/>
                <a:gd name="connsiteX56" fmla="*/ 1197864 w 2414016"/>
                <a:gd name="connsiteY56" fmla="*/ 1118012 h 1127156"/>
                <a:gd name="connsiteX57" fmla="*/ 1261872 w 2414016"/>
                <a:gd name="connsiteY57" fmla="*/ 1108868 h 1127156"/>
                <a:gd name="connsiteX58" fmla="*/ 1371600 w 2414016"/>
                <a:gd name="connsiteY58" fmla="*/ 1090580 h 1127156"/>
                <a:gd name="connsiteX59" fmla="*/ 1453896 w 2414016"/>
                <a:gd name="connsiteY59" fmla="*/ 1072292 h 1127156"/>
                <a:gd name="connsiteX60" fmla="*/ 1499616 w 2414016"/>
                <a:gd name="connsiteY60" fmla="*/ 1063148 h 1127156"/>
                <a:gd name="connsiteX61" fmla="*/ 1527048 w 2414016"/>
                <a:gd name="connsiteY61" fmla="*/ 1054004 h 1127156"/>
                <a:gd name="connsiteX62" fmla="*/ 1563624 w 2414016"/>
                <a:gd name="connsiteY62" fmla="*/ 1044860 h 1127156"/>
                <a:gd name="connsiteX63" fmla="*/ 1609344 w 2414016"/>
                <a:gd name="connsiteY63" fmla="*/ 1035716 h 1127156"/>
                <a:gd name="connsiteX64" fmla="*/ 1655064 w 2414016"/>
                <a:gd name="connsiteY64" fmla="*/ 1017428 h 1127156"/>
                <a:gd name="connsiteX65" fmla="*/ 1746504 w 2414016"/>
                <a:gd name="connsiteY65" fmla="*/ 980852 h 1127156"/>
                <a:gd name="connsiteX66" fmla="*/ 1819656 w 2414016"/>
                <a:gd name="connsiteY66" fmla="*/ 935132 h 1127156"/>
                <a:gd name="connsiteX67" fmla="*/ 1892808 w 2414016"/>
                <a:gd name="connsiteY67" fmla="*/ 916844 h 1127156"/>
                <a:gd name="connsiteX68" fmla="*/ 1929384 w 2414016"/>
                <a:gd name="connsiteY68" fmla="*/ 898556 h 1127156"/>
                <a:gd name="connsiteX69" fmla="*/ 1984248 w 2414016"/>
                <a:gd name="connsiteY69" fmla="*/ 880268 h 1127156"/>
                <a:gd name="connsiteX70" fmla="*/ 2066544 w 2414016"/>
                <a:gd name="connsiteY70" fmla="*/ 852836 h 1127156"/>
                <a:gd name="connsiteX71" fmla="*/ 2093976 w 2414016"/>
                <a:gd name="connsiteY71" fmla="*/ 843692 h 1127156"/>
                <a:gd name="connsiteX72" fmla="*/ 2121408 w 2414016"/>
                <a:gd name="connsiteY72" fmla="*/ 834548 h 1127156"/>
                <a:gd name="connsiteX73" fmla="*/ 2240280 w 2414016"/>
                <a:gd name="connsiteY73" fmla="*/ 843692 h 1127156"/>
                <a:gd name="connsiteX74" fmla="*/ 2267712 w 2414016"/>
                <a:gd name="connsiteY74" fmla="*/ 861980 h 1127156"/>
                <a:gd name="connsiteX75" fmla="*/ 2414016 w 2414016"/>
                <a:gd name="connsiteY75" fmla="*/ 916844 h 112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414016" h="1127156">
                  <a:moveTo>
                    <a:pt x="2414016" y="916844"/>
                  </a:moveTo>
                  <a:lnTo>
                    <a:pt x="2414016" y="916844"/>
                  </a:lnTo>
                  <a:cubicBezTo>
                    <a:pt x="2374392" y="901604"/>
                    <a:pt x="2330468" y="894673"/>
                    <a:pt x="2295144" y="871124"/>
                  </a:cubicBezTo>
                  <a:lnTo>
                    <a:pt x="2240280" y="834548"/>
                  </a:lnTo>
                  <a:cubicBezTo>
                    <a:pt x="2231136" y="828452"/>
                    <a:pt x="2221430" y="823125"/>
                    <a:pt x="2212848" y="816260"/>
                  </a:cubicBezTo>
                  <a:cubicBezTo>
                    <a:pt x="2197608" y="804068"/>
                    <a:pt x="2183367" y="790510"/>
                    <a:pt x="2167128" y="779684"/>
                  </a:cubicBezTo>
                  <a:cubicBezTo>
                    <a:pt x="2155786" y="772123"/>
                    <a:pt x="2142387" y="768159"/>
                    <a:pt x="2130552" y="761396"/>
                  </a:cubicBezTo>
                  <a:cubicBezTo>
                    <a:pt x="2121010" y="755944"/>
                    <a:pt x="2112950" y="748023"/>
                    <a:pt x="2103120" y="743108"/>
                  </a:cubicBezTo>
                  <a:cubicBezTo>
                    <a:pt x="2090002" y="736549"/>
                    <a:pt x="2050831" y="727750"/>
                    <a:pt x="2039112" y="724820"/>
                  </a:cubicBezTo>
                  <a:cubicBezTo>
                    <a:pt x="2029968" y="715676"/>
                    <a:pt x="2022440" y="704561"/>
                    <a:pt x="2011680" y="697388"/>
                  </a:cubicBezTo>
                  <a:cubicBezTo>
                    <a:pt x="2002874" y="691517"/>
                    <a:pt x="1953769" y="681132"/>
                    <a:pt x="1947672" y="679100"/>
                  </a:cubicBezTo>
                  <a:cubicBezTo>
                    <a:pt x="1932100" y="673909"/>
                    <a:pt x="1917321" y="666575"/>
                    <a:pt x="1901952" y="660812"/>
                  </a:cubicBezTo>
                  <a:cubicBezTo>
                    <a:pt x="1866873" y="647657"/>
                    <a:pt x="1878296" y="654053"/>
                    <a:pt x="1837944" y="642524"/>
                  </a:cubicBezTo>
                  <a:cubicBezTo>
                    <a:pt x="1795055" y="630270"/>
                    <a:pt x="1822704" y="635993"/>
                    <a:pt x="1773936" y="615092"/>
                  </a:cubicBezTo>
                  <a:cubicBezTo>
                    <a:pt x="1734340" y="598122"/>
                    <a:pt x="1754040" y="615230"/>
                    <a:pt x="1709928" y="587660"/>
                  </a:cubicBezTo>
                  <a:cubicBezTo>
                    <a:pt x="1697005" y="579583"/>
                    <a:pt x="1686674" y="567629"/>
                    <a:pt x="1673352" y="560228"/>
                  </a:cubicBezTo>
                  <a:cubicBezTo>
                    <a:pt x="1659004" y="552257"/>
                    <a:pt x="1642313" y="549281"/>
                    <a:pt x="1627632" y="541940"/>
                  </a:cubicBezTo>
                  <a:cubicBezTo>
                    <a:pt x="1603329" y="529789"/>
                    <a:pt x="1504526" y="464554"/>
                    <a:pt x="1499616" y="459644"/>
                  </a:cubicBezTo>
                  <a:cubicBezTo>
                    <a:pt x="1490472" y="450500"/>
                    <a:pt x="1482392" y="440151"/>
                    <a:pt x="1472184" y="432212"/>
                  </a:cubicBezTo>
                  <a:cubicBezTo>
                    <a:pt x="1403686" y="378936"/>
                    <a:pt x="1432170" y="414583"/>
                    <a:pt x="1371600" y="359060"/>
                  </a:cubicBezTo>
                  <a:cubicBezTo>
                    <a:pt x="1312030" y="304454"/>
                    <a:pt x="1289707" y="266033"/>
                    <a:pt x="1216152" y="221900"/>
                  </a:cubicBezTo>
                  <a:cubicBezTo>
                    <a:pt x="1088985" y="145600"/>
                    <a:pt x="1249155" y="238402"/>
                    <a:pt x="1124712" y="176180"/>
                  </a:cubicBezTo>
                  <a:cubicBezTo>
                    <a:pt x="1045617" y="136633"/>
                    <a:pt x="1112214" y="157053"/>
                    <a:pt x="1042416" y="139604"/>
                  </a:cubicBezTo>
                  <a:cubicBezTo>
                    <a:pt x="1033272" y="133508"/>
                    <a:pt x="1024814" y="126231"/>
                    <a:pt x="1014984" y="121316"/>
                  </a:cubicBezTo>
                  <a:cubicBezTo>
                    <a:pt x="1000368" y="114008"/>
                    <a:pt x="964648" y="106934"/>
                    <a:pt x="950976" y="103028"/>
                  </a:cubicBezTo>
                  <a:cubicBezTo>
                    <a:pt x="941708" y="100380"/>
                    <a:pt x="932812" y="96532"/>
                    <a:pt x="923544" y="93884"/>
                  </a:cubicBezTo>
                  <a:cubicBezTo>
                    <a:pt x="911460" y="90432"/>
                    <a:pt x="898735" y="89153"/>
                    <a:pt x="886968" y="84740"/>
                  </a:cubicBezTo>
                  <a:cubicBezTo>
                    <a:pt x="874205" y="79954"/>
                    <a:pt x="863324" y="70763"/>
                    <a:pt x="850392" y="66452"/>
                  </a:cubicBezTo>
                  <a:cubicBezTo>
                    <a:pt x="826547" y="58504"/>
                    <a:pt x="800577" y="57499"/>
                    <a:pt x="777240" y="48164"/>
                  </a:cubicBezTo>
                  <a:cubicBezTo>
                    <a:pt x="711509" y="21872"/>
                    <a:pt x="747769" y="32197"/>
                    <a:pt x="667512" y="20732"/>
                  </a:cubicBezTo>
                  <a:cubicBezTo>
                    <a:pt x="658368" y="17684"/>
                    <a:pt x="649431" y="13926"/>
                    <a:pt x="640080" y="11588"/>
                  </a:cubicBezTo>
                  <a:cubicBezTo>
                    <a:pt x="549761" y="-10992"/>
                    <a:pt x="534689" y="5285"/>
                    <a:pt x="402336" y="11588"/>
                  </a:cubicBezTo>
                  <a:cubicBezTo>
                    <a:pt x="393192" y="14636"/>
                    <a:pt x="383525" y="16421"/>
                    <a:pt x="374904" y="20732"/>
                  </a:cubicBezTo>
                  <a:cubicBezTo>
                    <a:pt x="365074" y="25647"/>
                    <a:pt x="357573" y="34691"/>
                    <a:pt x="347472" y="39020"/>
                  </a:cubicBezTo>
                  <a:cubicBezTo>
                    <a:pt x="335921" y="43970"/>
                    <a:pt x="323088" y="45116"/>
                    <a:pt x="310896" y="48164"/>
                  </a:cubicBezTo>
                  <a:cubicBezTo>
                    <a:pt x="301752" y="57308"/>
                    <a:pt x="294374" y="68653"/>
                    <a:pt x="283464" y="75596"/>
                  </a:cubicBezTo>
                  <a:cubicBezTo>
                    <a:pt x="260464" y="90232"/>
                    <a:pt x="210312" y="112172"/>
                    <a:pt x="210312" y="112172"/>
                  </a:cubicBezTo>
                  <a:cubicBezTo>
                    <a:pt x="198120" y="127412"/>
                    <a:pt x="183965" y="141270"/>
                    <a:pt x="173736" y="157892"/>
                  </a:cubicBezTo>
                  <a:cubicBezTo>
                    <a:pt x="159448" y="181110"/>
                    <a:pt x="154191" y="209756"/>
                    <a:pt x="137160" y="231044"/>
                  </a:cubicBezTo>
                  <a:cubicBezTo>
                    <a:pt x="61124" y="326089"/>
                    <a:pt x="130925" y="232292"/>
                    <a:pt x="82296" y="313340"/>
                  </a:cubicBezTo>
                  <a:cubicBezTo>
                    <a:pt x="70988" y="332187"/>
                    <a:pt x="57912" y="349916"/>
                    <a:pt x="45720" y="368204"/>
                  </a:cubicBezTo>
                  <a:lnTo>
                    <a:pt x="27432" y="395636"/>
                  </a:lnTo>
                  <a:cubicBezTo>
                    <a:pt x="-1154" y="509979"/>
                    <a:pt x="35380" y="367817"/>
                    <a:pt x="9144" y="459644"/>
                  </a:cubicBezTo>
                  <a:cubicBezTo>
                    <a:pt x="5692" y="471728"/>
                    <a:pt x="3048" y="484028"/>
                    <a:pt x="0" y="496220"/>
                  </a:cubicBezTo>
                  <a:cubicBezTo>
                    <a:pt x="3048" y="560228"/>
                    <a:pt x="3822" y="624385"/>
                    <a:pt x="9144" y="688244"/>
                  </a:cubicBezTo>
                  <a:cubicBezTo>
                    <a:pt x="9944" y="697849"/>
                    <a:pt x="15950" y="706325"/>
                    <a:pt x="18288" y="715676"/>
                  </a:cubicBezTo>
                  <a:cubicBezTo>
                    <a:pt x="22057" y="730754"/>
                    <a:pt x="21120" y="747194"/>
                    <a:pt x="27432" y="761396"/>
                  </a:cubicBezTo>
                  <a:cubicBezTo>
                    <a:pt x="33622" y="775322"/>
                    <a:pt x="45720" y="785780"/>
                    <a:pt x="54864" y="797972"/>
                  </a:cubicBezTo>
                  <a:cubicBezTo>
                    <a:pt x="63337" y="823392"/>
                    <a:pt x="63388" y="831565"/>
                    <a:pt x="82296" y="852836"/>
                  </a:cubicBezTo>
                  <a:cubicBezTo>
                    <a:pt x="99479" y="872166"/>
                    <a:pt x="118872" y="889412"/>
                    <a:pt x="137160" y="907700"/>
                  </a:cubicBezTo>
                  <a:cubicBezTo>
                    <a:pt x="146304" y="916844"/>
                    <a:pt x="157419" y="924372"/>
                    <a:pt x="164592" y="935132"/>
                  </a:cubicBezTo>
                  <a:cubicBezTo>
                    <a:pt x="176784" y="953420"/>
                    <a:pt x="185626" y="974454"/>
                    <a:pt x="201168" y="989996"/>
                  </a:cubicBezTo>
                  <a:cubicBezTo>
                    <a:pt x="213360" y="1002188"/>
                    <a:pt x="224768" y="1015218"/>
                    <a:pt x="237744" y="1026572"/>
                  </a:cubicBezTo>
                  <a:cubicBezTo>
                    <a:pt x="265047" y="1050462"/>
                    <a:pt x="316291" y="1082785"/>
                    <a:pt x="347472" y="1090580"/>
                  </a:cubicBezTo>
                  <a:cubicBezTo>
                    <a:pt x="371856" y="1096676"/>
                    <a:pt x="395832" y="1104736"/>
                    <a:pt x="420624" y="1108868"/>
                  </a:cubicBezTo>
                  <a:cubicBezTo>
                    <a:pt x="484995" y="1119597"/>
                    <a:pt x="457899" y="1112149"/>
                    <a:pt x="502920" y="1127156"/>
                  </a:cubicBezTo>
                  <a:lnTo>
                    <a:pt x="1197864" y="1118012"/>
                  </a:lnTo>
                  <a:cubicBezTo>
                    <a:pt x="1219410" y="1117493"/>
                    <a:pt x="1240583" y="1112229"/>
                    <a:pt x="1261872" y="1108868"/>
                  </a:cubicBezTo>
                  <a:cubicBezTo>
                    <a:pt x="1298499" y="1103085"/>
                    <a:pt x="1335240" y="1097852"/>
                    <a:pt x="1371600" y="1090580"/>
                  </a:cubicBezTo>
                  <a:cubicBezTo>
                    <a:pt x="1509493" y="1063001"/>
                    <a:pt x="1337675" y="1098119"/>
                    <a:pt x="1453896" y="1072292"/>
                  </a:cubicBezTo>
                  <a:cubicBezTo>
                    <a:pt x="1469068" y="1068921"/>
                    <a:pt x="1484538" y="1066917"/>
                    <a:pt x="1499616" y="1063148"/>
                  </a:cubicBezTo>
                  <a:cubicBezTo>
                    <a:pt x="1508967" y="1060810"/>
                    <a:pt x="1517780" y="1056652"/>
                    <a:pt x="1527048" y="1054004"/>
                  </a:cubicBezTo>
                  <a:cubicBezTo>
                    <a:pt x="1539132" y="1050552"/>
                    <a:pt x="1551356" y="1047586"/>
                    <a:pt x="1563624" y="1044860"/>
                  </a:cubicBezTo>
                  <a:cubicBezTo>
                    <a:pt x="1578796" y="1041489"/>
                    <a:pt x="1594458" y="1040182"/>
                    <a:pt x="1609344" y="1035716"/>
                  </a:cubicBezTo>
                  <a:cubicBezTo>
                    <a:pt x="1625066" y="1030999"/>
                    <a:pt x="1639638" y="1023037"/>
                    <a:pt x="1655064" y="1017428"/>
                  </a:cubicBezTo>
                  <a:cubicBezTo>
                    <a:pt x="1694319" y="1003153"/>
                    <a:pt x="1712867" y="1001875"/>
                    <a:pt x="1746504" y="980852"/>
                  </a:cubicBezTo>
                  <a:cubicBezTo>
                    <a:pt x="1782258" y="958506"/>
                    <a:pt x="1779938" y="948371"/>
                    <a:pt x="1819656" y="935132"/>
                  </a:cubicBezTo>
                  <a:cubicBezTo>
                    <a:pt x="1843501" y="927184"/>
                    <a:pt x="1870327" y="928084"/>
                    <a:pt x="1892808" y="916844"/>
                  </a:cubicBezTo>
                  <a:cubicBezTo>
                    <a:pt x="1905000" y="910748"/>
                    <a:pt x="1916728" y="903618"/>
                    <a:pt x="1929384" y="898556"/>
                  </a:cubicBezTo>
                  <a:cubicBezTo>
                    <a:pt x="1947282" y="891397"/>
                    <a:pt x="1965960" y="886364"/>
                    <a:pt x="1984248" y="880268"/>
                  </a:cubicBezTo>
                  <a:lnTo>
                    <a:pt x="2066544" y="852836"/>
                  </a:lnTo>
                  <a:lnTo>
                    <a:pt x="2093976" y="843692"/>
                  </a:lnTo>
                  <a:lnTo>
                    <a:pt x="2121408" y="834548"/>
                  </a:lnTo>
                  <a:cubicBezTo>
                    <a:pt x="2161032" y="837596"/>
                    <a:pt x="2201220" y="836368"/>
                    <a:pt x="2240280" y="843692"/>
                  </a:cubicBezTo>
                  <a:cubicBezTo>
                    <a:pt x="2251081" y="845717"/>
                    <a:pt x="2267712" y="861980"/>
                    <a:pt x="2267712" y="861980"/>
                  </a:cubicBezTo>
                  <a:lnTo>
                    <a:pt x="2414016" y="91684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9758766" y="36374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自動測重</a:t>
            </a:r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351" y="5348202"/>
            <a:ext cx="1342696" cy="134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2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5400000" flipV="1">
            <a:off x="5473007" y="3287094"/>
            <a:ext cx="5123172" cy="907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7918954" y="4732447"/>
            <a:ext cx="218440" cy="218440"/>
            <a:chOff x="7363602" y="438027"/>
            <a:chExt cx="218440" cy="218440"/>
          </a:xfrm>
          <a:solidFill>
            <a:schemeClr val="tx1"/>
          </a:solidFill>
        </p:grpSpPr>
        <p:sp>
          <p:nvSpPr>
            <p:cNvPr id="13" name="橢圓 12"/>
            <p:cNvSpPr/>
            <p:nvPr/>
          </p:nvSpPr>
          <p:spPr>
            <a:xfrm rot="5400000" flipV="1">
              <a:off x="7363602" y="438027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 rot="5400000" flipV="1">
              <a:off x="7415043" y="489468"/>
              <a:ext cx="115557" cy="1155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8175946" y="1653342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Affinity Diagram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56228" y="3738590"/>
            <a:ext cx="203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Brain Storming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855354" y="4456945"/>
            <a:ext cx="2901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en-US" altLang="zh-TW" sz="4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rototype</a:t>
            </a:r>
            <a:endParaRPr lang="en-US" altLang="zh-TW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8156228" y="670955"/>
            <a:ext cx="2557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Contextual Inquiry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8175946" y="5556367"/>
            <a:ext cx="2237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 Demo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橢圓 24"/>
          <p:cNvSpPr/>
          <p:nvPr/>
        </p:nvSpPr>
        <p:spPr>
          <a:xfrm rot="5400000" flipV="1">
            <a:off x="7929316" y="2786801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 rot="5400000" flipV="1">
            <a:off x="7920759" y="3814234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 rot="5400000" flipV="1">
            <a:off x="7921584" y="5703116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 rot="5400000" flipV="1">
            <a:off x="7918954" y="1759368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 rot="5400000" flipV="1">
            <a:off x="7928221" y="760242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166591" y="2695966"/>
            <a:ext cx="3168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</a:t>
            </a:r>
            <a:r>
              <a:rPr lang="zh-TW" alt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Task Analysis</a:t>
            </a:r>
            <a:endParaRPr lang="zh-TW" altLang="en-US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265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文字方塊 119">
            <a:extLst>
              <a:ext uri="{FF2B5EF4-FFF2-40B4-BE49-F238E27FC236}">
                <a16:creationId xmlns:a16="http://schemas.microsoft.com/office/drawing/2014/main" xmlns="" id="{2E27D68C-58AF-0444-A406-EA20399F322B}"/>
              </a:ext>
            </a:extLst>
          </p:cNvPr>
          <p:cNvSpPr txBox="1"/>
          <p:nvPr/>
        </p:nvSpPr>
        <p:spPr>
          <a:xfrm>
            <a:off x="8945893" y="4442315"/>
            <a:ext cx="271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滾筒改良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621792" y="1078470"/>
            <a:ext cx="11173146" cy="4753248"/>
            <a:chOff x="381924" y="1096274"/>
            <a:chExt cx="11961654" cy="5156262"/>
          </a:xfrm>
        </p:grpSpPr>
        <p:cxnSp>
          <p:nvCxnSpPr>
            <p:cNvPr id="211" name="直線接點 210">
              <a:extLst>
                <a:ext uri="{FF2B5EF4-FFF2-40B4-BE49-F238E27FC236}">
                  <a16:creationId xmlns:a16="http://schemas.microsoft.com/office/drawing/2014/main" xmlns="" id="{26EE2F5D-3C4B-C741-B3ED-E22DBCA710F8}"/>
                </a:ext>
              </a:extLst>
            </p:cNvPr>
            <p:cNvCxnSpPr/>
            <p:nvPr/>
          </p:nvCxnSpPr>
          <p:spPr>
            <a:xfrm flipH="1" flipV="1">
              <a:off x="7408212" y="1574576"/>
              <a:ext cx="1275" cy="14756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xmlns="" id="{9766642D-C68A-FA48-A350-8D4EC35BE872}"/>
                </a:ext>
              </a:extLst>
            </p:cNvPr>
            <p:cNvGrpSpPr/>
            <p:nvPr/>
          </p:nvGrpSpPr>
          <p:grpSpPr>
            <a:xfrm>
              <a:off x="1352405" y="1635708"/>
              <a:ext cx="5015972" cy="4613410"/>
              <a:chOff x="3271343" y="794931"/>
              <a:chExt cx="5887844" cy="5415309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xmlns="" id="{0DDC007F-0610-634A-8EB1-8E09D6AC7462}"/>
                  </a:ext>
                </a:extLst>
              </p:cNvPr>
              <p:cNvSpPr/>
              <p:nvPr/>
            </p:nvSpPr>
            <p:spPr>
              <a:xfrm>
                <a:off x="4016513" y="1225866"/>
                <a:ext cx="4716379" cy="4716379"/>
              </a:xfrm>
              <a:prstGeom prst="rect">
                <a:avLst/>
              </a:prstGeom>
              <a:noFill/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xmlns="" id="{F4D58AB1-8F0B-D749-A351-3BC31C6631FA}"/>
                  </a:ext>
                </a:extLst>
              </p:cNvPr>
              <p:cNvSpPr/>
              <p:nvPr/>
            </p:nvSpPr>
            <p:spPr>
              <a:xfrm>
                <a:off x="4262996" y="1487114"/>
                <a:ext cx="4223259" cy="4223259"/>
              </a:xfrm>
              <a:prstGeom prst="rect">
                <a:avLst/>
              </a:prstGeom>
              <a:noFill/>
              <a:ln w="254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xmlns="" id="{BD78A52D-BB18-7449-89AA-142CE7BCF495}"/>
                  </a:ext>
                </a:extLst>
              </p:cNvPr>
              <p:cNvCxnSpPr>
                <a:stCxn id="42" idx="1"/>
                <a:endCxn id="42" idx="3"/>
              </p:cNvCxnSpPr>
              <p:nvPr/>
            </p:nvCxnSpPr>
            <p:spPr>
              <a:xfrm>
                <a:off x="4262996" y="3598744"/>
                <a:ext cx="4223259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xmlns="" id="{A4C753F8-3762-8443-A043-98A07D9BA138}"/>
                  </a:ext>
                </a:extLst>
              </p:cNvPr>
              <p:cNvCxnSpPr>
                <a:stCxn id="42" idx="0"/>
                <a:endCxn id="42" idx="2"/>
              </p:cNvCxnSpPr>
              <p:nvPr/>
            </p:nvCxnSpPr>
            <p:spPr>
              <a:xfrm>
                <a:off x="6374626" y="1487114"/>
                <a:ext cx="0" cy="4223259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81" name="群組 180">
                <a:extLst>
                  <a:ext uri="{FF2B5EF4-FFF2-40B4-BE49-F238E27FC236}">
                    <a16:creationId xmlns:a16="http://schemas.microsoft.com/office/drawing/2014/main" xmlns="" id="{BAB8730F-B7B5-4B48-9826-D748D65E0281}"/>
                  </a:ext>
                </a:extLst>
              </p:cNvPr>
              <p:cNvGrpSpPr/>
              <p:nvPr/>
            </p:nvGrpSpPr>
            <p:grpSpPr>
              <a:xfrm>
                <a:off x="4062620" y="1268721"/>
                <a:ext cx="206062" cy="206062"/>
                <a:chOff x="4062620" y="1268721"/>
                <a:chExt cx="206062" cy="206062"/>
              </a:xfrm>
            </p:grpSpPr>
            <p:sp>
              <p:nvSpPr>
                <p:cNvPr id="52" name="橢圓 51">
                  <a:extLst>
                    <a:ext uri="{FF2B5EF4-FFF2-40B4-BE49-F238E27FC236}">
                      <a16:creationId xmlns:a16="http://schemas.microsoft.com/office/drawing/2014/main" xmlns="" id="{A7B2BF70-D4FF-EA47-8741-EB0E32EB1069}"/>
                    </a:ext>
                  </a:extLst>
                </p:cNvPr>
                <p:cNvSpPr/>
                <p:nvPr/>
              </p:nvSpPr>
              <p:spPr>
                <a:xfrm>
                  <a:off x="4062620" y="1268721"/>
                  <a:ext cx="206062" cy="20606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xmlns="" id="{7EAEC5D0-61CC-E147-A002-C2AD9438524D}"/>
                    </a:ext>
                  </a:extLst>
                </p:cNvPr>
                <p:cNvSpPr/>
                <p:nvPr/>
              </p:nvSpPr>
              <p:spPr>
                <a:xfrm rot="2872407">
                  <a:off x="4137065" y="1290410"/>
                  <a:ext cx="50488" cy="16268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  <p:grpSp>
            <p:nvGrpSpPr>
              <p:cNvPr id="100" name="群組 99">
                <a:extLst>
                  <a:ext uri="{FF2B5EF4-FFF2-40B4-BE49-F238E27FC236}">
                    <a16:creationId xmlns:a16="http://schemas.microsoft.com/office/drawing/2014/main" xmlns="" id="{87887D3C-BFAE-FF41-BCA0-4C924E091907}"/>
                  </a:ext>
                </a:extLst>
              </p:cNvPr>
              <p:cNvGrpSpPr/>
              <p:nvPr/>
            </p:nvGrpSpPr>
            <p:grpSpPr>
              <a:xfrm>
                <a:off x="4416869" y="1616535"/>
                <a:ext cx="1697840" cy="1661375"/>
                <a:chOff x="4602061" y="1697553"/>
                <a:chExt cx="1697840" cy="1661375"/>
              </a:xfrm>
              <a:solidFill>
                <a:schemeClr val="bg1"/>
              </a:solidFill>
            </p:grpSpPr>
            <p:sp>
              <p:nvSpPr>
                <p:cNvPr id="101" name="橢圓 100">
                  <a:extLst>
                    <a:ext uri="{FF2B5EF4-FFF2-40B4-BE49-F238E27FC236}">
                      <a16:creationId xmlns:a16="http://schemas.microsoft.com/office/drawing/2014/main" xmlns="" id="{D5AF8522-AB23-FA4C-8C07-45044B7F370F}"/>
                    </a:ext>
                  </a:extLst>
                </p:cNvPr>
                <p:cNvSpPr/>
                <p:nvPr/>
              </p:nvSpPr>
              <p:spPr>
                <a:xfrm>
                  <a:off x="4602061" y="1697553"/>
                  <a:ext cx="1661375" cy="166137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02" name="橢圓 101">
                  <a:extLst>
                    <a:ext uri="{FF2B5EF4-FFF2-40B4-BE49-F238E27FC236}">
                      <a16:creationId xmlns:a16="http://schemas.microsoft.com/office/drawing/2014/main" xmlns="" id="{8871F08A-B1A0-9F43-B49D-FF596D1D2CE8}"/>
                    </a:ext>
                  </a:extLst>
                </p:cNvPr>
                <p:cNvSpPr/>
                <p:nvPr/>
              </p:nvSpPr>
              <p:spPr>
                <a:xfrm>
                  <a:off x="4795580" y="1891072"/>
                  <a:ext cx="1274336" cy="127433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03" name="橢圓 102">
                  <a:extLst>
                    <a:ext uri="{FF2B5EF4-FFF2-40B4-BE49-F238E27FC236}">
                      <a16:creationId xmlns:a16="http://schemas.microsoft.com/office/drawing/2014/main" xmlns="" id="{715229E1-A7F6-684B-A4B5-53FF25C9D2AF}"/>
                    </a:ext>
                  </a:extLst>
                </p:cNvPr>
                <p:cNvSpPr/>
                <p:nvPr/>
              </p:nvSpPr>
              <p:spPr>
                <a:xfrm>
                  <a:off x="4849052" y="1944544"/>
                  <a:ext cx="1167391" cy="1167391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dirty="0"/>
                </a:p>
              </p:txBody>
            </p:sp>
            <p:grpSp>
              <p:nvGrpSpPr>
                <p:cNvPr id="104" name="群組 103">
                  <a:extLst>
                    <a:ext uri="{FF2B5EF4-FFF2-40B4-BE49-F238E27FC236}">
                      <a16:creationId xmlns:a16="http://schemas.microsoft.com/office/drawing/2014/main" xmlns="" id="{5EE6B891-074C-C24A-9D54-C76B7D02BEF2}"/>
                    </a:ext>
                  </a:extLst>
                </p:cNvPr>
                <p:cNvGrpSpPr/>
                <p:nvPr/>
              </p:nvGrpSpPr>
              <p:grpSpPr>
                <a:xfrm>
                  <a:off x="5991283" y="2459619"/>
                  <a:ext cx="308618" cy="165379"/>
                  <a:chOff x="3815255" y="3193548"/>
                  <a:chExt cx="245942" cy="165379"/>
                </a:xfrm>
                <a:grpFill/>
              </p:grpSpPr>
              <p:sp>
                <p:nvSpPr>
                  <p:cNvPr id="109" name="矩形 108">
                    <a:extLst>
                      <a:ext uri="{FF2B5EF4-FFF2-40B4-BE49-F238E27FC236}">
                        <a16:creationId xmlns:a16="http://schemas.microsoft.com/office/drawing/2014/main" xmlns="" id="{269E2D36-491B-2B4B-8DEA-07197EA5B048}"/>
                      </a:ext>
                    </a:extLst>
                  </p:cNvPr>
                  <p:cNvSpPr/>
                  <p:nvPr/>
                </p:nvSpPr>
                <p:spPr>
                  <a:xfrm>
                    <a:off x="3815255" y="3193548"/>
                    <a:ext cx="245942" cy="165379"/>
                  </a:xfrm>
                  <a:prstGeom prst="rect">
                    <a:avLst/>
                  </a:prstGeom>
                  <a:grp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  <p:sp>
                <p:nvSpPr>
                  <p:cNvPr id="110" name="矩形 109">
                    <a:extLst>
                      <a:ext uri="{FF2B5EF4-FFF2-40B4-BE49-F238E27FC236}">
                        <a16:creationId xmlns:a16="http://schemas.microsoft.com/office/drawing/2014/main" xmlns="" id="{66BEDC86-0AEC-6445-AAF2-6B3447081910}"/>
                      </a:ext>
                    </a:extLst>
                  </p:cNvPr>
                  <p:cNvSpPr/>
                  <p:nvPr/>
                </p:nvSpPr>
                <p:spPr>
                  <a:xfrm>
                    <a:off x="3850539" y="3228273"/>
                    <a:ext cx="175373" cy="10289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</p:grpSp>
            <p:cxnSp>
              <p:nvCxnSpPr>
                <p:cNvPr id="105" name="直線箭頭接點 104">
                  <a:extLst>
                    <a:ext uri="{FF2B5EF4-FFF2-40B4-BE49-F238E27FC236}">
                      <a16:creationId xmlns:a16="http://schemas.microsoft.com/office/drawing/2014/main" xmlns="" id="{D67A9E54-DE31-1145-B603-48C59172EBA4}"/>
                    </a:ext>
                  </a:extLst>
                </p:cNvPr>
                <p:cNvCxnSpPr>
                  <a:stCxn id="102" idx="1"/>
                </p:cNvCxnSpPr>
                <p:nvPr/>
              </p:nvCxnSpPr>
              <p:spPr>
                <a:xfrm>
                  <a:off x="4969291" y="2074742"/>
                  <a:ext cx="914400" cy="914400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線箭頭接點 105">
                  <a:extLst>
                    <a:ext uri="{FF2B5EF4-FFF2-40B4-BE49-F238E27FC236}">
                      <a16:creationId xmlns:a16="http://schemas.microsoft.com/office/drawing/2014/main" xmlns="" id="{4CFDBF30-C3B3-F949-ACF0-B4681F56F53D}"/>
                    </a:ext>
                  </a:extLst>
                </p:cNvPr>
                <p:cNvCxnSpPr>
                  <a:cxnSpLocks/>
                  <a:stCxn id="101" idx="0"/>
                  <a:endCxn id="101" idx="4"/>
                </p:cNvCxnSpPr>
                <p:nvPr/>
              </p:nvCxnSpPr>
              <p:spPr>
                <a:xfrm>
                  <a:off x="5432749" y="1697553"/>
                  <a:ext cx="0" cy="1661375"/>
                </a:xfrm>
                <a:prstGeom prst="straightConnector1">
                  <a:avLst/>
                </a:prstGeom>
                <a:grpFill/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xmlns="" id="{00825D8A-71A7-4046-BF9A-9DB5CB927A09}"/>
                    </a:ext>
                  </a:extLst>
                </p:cNvPr>
                <p:cNvSpPr txBox="1"/>
                <p:nvPr/>
              </p:nvSpPr>
              <p:spPr>
                <a:xfrm rot="2870931">
                  <a:off x="5500559" y="2420666"/>
                  <a:ext cx="316112" cy="261610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100" dirty="0">
                      <a:latin typeface="Avenir Next Condensed" panose="020B0506020202020204" pitchFamily="34" charset="0"/>
                    </a:rPr>
                    <a:t>60</a:t>
                  </a:r>
                  <a:endParaRPr kumimoji="1" lang="zh-TW" altLang="en-US" sz="1100" dirty="0">
                    <a:latin typeface="Avenir Next Condensed" panose="020B0506020202020204" pitchFamily="34" charset="0"/>
                  </a:endParaRPr>
                </a:p>
              </p:txBody>
            </p:sp>
            <p:sp>
              <p:nvSpPr>
                <p:cNvPr id="108" name="文字方塊 107">
                  <a:extLst>
                    <a:ext uri="{FF2B5EF4-FFF2-40B4-BE49-F238E27FC236}">
                      <a16:creationId xmlns:a16="http://schemas.microsoft.com/office/drawing/2014/main" xmlns="" id="{0BF354DC-EBE9-6843-9383-5BEDAA85261D}"/>
                    </a:ext>
                  </a:extLst>
                </p:cNvPr>
                <p:cNvSpPr txBox="1"/>
                <p:nvPr/>
              </p:nvSpPr>
              <p:spPr>
                <a:xfrm rot="5400000">
                  <a:off x="5436403" y="2058406"/>
                  <a:ext cx="316112" cy="261610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100" dirty="0">
                      <a:latin typeface="Avenir Next Condensed" panose="020B0506020202020204" pitchFamily="34" charset="0"/>
                    </a:rPr>
                    <a:t>80</a:t>
                  </a:r>
                  <a:endParaRPr kumimoji="1" lang="zh-TW" altLang="en-US" sz="1100" dirty="0">
                    <a:latin typeface="Avenir Next Condensed" panose="020B0506020202020204" pitchFamily="34" charset="0"/>
                  </a:endParaRPr>
                </a:p>
              </p:txBody>
            </p:sp>
          </p:grpSp>
          <p:grpSp>
            <p:nvGrpSpPr>
              <p:cNvPr id="113" name="群組 112">
                <a:extLst>
                  <a:ext uri="{FF2B5EF4-FFF2-40B4-BE49-F238E27FC236}">
                    <a16:creationId xmlns:a16="http://schemas.microsoft.com/office/drawing/2014/main" xmlns="" id="{8576CC5B-3D50-5A45-A010-F6E34CB95CBA}"/>
                  </a:ext>
                </a:extLst>
              </p:cNvPr>
              <p:cNvGrpSpPr/>
              <p:nvPr/>
            </p:nvGrpSpPr>
            <p:grpSpPr>
              <a:xfrm>
                <a:off x="6493046" y="1636389"/>
                <a:ext cx="1697840" cy="1661375"/>
                <a:chOff x="4602061" y="1697553"/>
                <a:chExt cx="1697840" cy="1661375"/>
              </a:xfrm>
              <a:solidFill>
                <a:schemeClr val="bg1"/>
              </a:solidFill>
            </p:grpSpPr>
            <p:sp>
              <p:nvSpPr>
                <p:cNvPr id="114" name="橢圓 113">
                  <a:extLst>
                    <a:ext uri="{FF2B5EF4-FFF2-40B4-BE49-F238E27FC236}">
                      <a16:creationId xmlns:a16="http://schemas.microsoft.com/office/drawing/2014/main" xmlns="" id="{8B51052B-D16F-7044-85D1-F38034137572}"/>
                    </a:ext>
                  </a:extLst>
                </p:cNvPr>
                <p:cNvSpPr/>
                <p:nvPr/>
              </p:nvSpPr>
              <p:spPr>
                <a:xfrm>
                  <a:off x="4602061" y="1697553"/>
                  <a:ext cx="1661375" cy="166137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15" name="橢圓 114">
                  <a:extLst>
                    <a:ext uri="{FF2B5EF4-FFF2-40B4-BE49-F238E27FC236}">
                      <a16:creationId xmlns:a16="http://schemas.microsoft.com/office/drawing/2014/main" xmlns="" id="{C7F3DA14-6190-7E41-8008-5B61D83D8C5A}"/>
                    </a:ext>
                  </a:extLst>
                </p:cNvPr>
                <p:cNvSpPr/>
                <p:nvPr/>
              </p:nvSpPr>
              <p:spPr>
                <a:xfrm>
                  <a:off x="4795580" y="1891072"/>
                  <a:ext cx="1274336" cy="127433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16" name="橢圓 115">
                  <a:extLst>
                    <a:ext uri="{FF2B5EF4-FFF2-40B4-BE49-F238E27FC236}">
                      <a16:creationId xmlns:a16="http://schemas.microsoft.com/office/drawing/2014/main" xmlns="" id="{F88260D9-1E18-8A44-91B7-1B5E0F04E17D}"/>
                    </a:ext>
                  </a:extLst>
                </p:cNvPr>
                <p:cNvSpPr/>
                <p:nvPr/>
              </p:nvSpPr>
              <p:spPr>
                <a:xfrm>
                  <a:off x="4849052" y="1944544"/>
                  <a:ext cx="1167391" cy="1167391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dirty="0"/>
                </a:p>
              </p:txBody>
            </p:sp>
            <p:grpSp>
              <p:nvGrpSpPr>
                <p:cNvPr id="117" name="群組 116">
                  <a:extLst>
                    <a:ext uri="{FF2B5EF4-FFF2-40B4-BE49-F238E27FC236}">
                      <a16:creationId xmlns:a16="http://schemas.microsoft.com/office/drawing/2014/main" xmlns="" id="{5FDA9A2D-FA6F-484C-9C94-5F25EC364570}"/>
                    </a:ext>
                  </a:extLst>
                </p:cNvPr>
                <p:cNvGrpSpPr/>
                <p:nvPr/>
              </p:nvGrpSpPr>
              <p:grpSpPr>
                <a:xfrm>
                  <a:off x="5991283" y="2459619"/>
                  <a:ext cx="308618" cy="165379"/>
                  <a:chOff x="3815255" y="3193548"/>
                  <a:chExt cx="245942" cy="165379"/>
                </a:xfrm>
                <a:grpFill/>
              </p:grpSpPr>
              <p:sp>
                <p:nvSpPr>
                  <p:cNvPr id="122" name="矩形 121">
                    <a:extLst>
                      <a:ext uri="{FF2B5EF4-FFF2-40B4-BE49-F238E27FC236}">
                        <a16:creationId xmlns:a16="http://schemas.microsoft.com/office/drawing/2014/main" xmlns="" id="{0E3D3D84-BCB3-4140-AEE8-F4F6D5B3A11F}"/>
                      </a:ext>
                    </a:extLst>
                  </p:cNvPr>
                  <p:cNvSpPr/>
                  <p:nvPr/>
                </p:nvSpPr>
                <p:spPr>
                  <a:xfrm>
                    <a:off x="3815255" y="3193548"/>
                    <a:ext cx="245942" cy="165379"/>
                  </a:xfrm>
                  <a:prstGeom prst="rect">
                    <a:avLst/>
                  </a:prstGeom>
                  <a:grp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  <p:sp>
                <p:nvSpPr>
                  <p:cNvPr id="123" name="矩形 122">
                    <a:extLst>
                      <a:ext uri="{FF2B5EF4-FFF2-40B4-BE49-F238E27FC236}">
                        <a16:creationId xmlns:a16="http://schemas.microsoft.com/office/drawing/2014/main" xmlns="" id="{805CD6E8-D5C6-304E-A147-4B10995E7615}"/>
                      </a:ext>
                    </a:extLst>
                  </p:cNvPr>
                  <p:cNvSpPr/>
                  <p:nvPr/>
                </p:nvSpPr>
                <p:spPr>
                  <a:xfrm>
                    <a:off x="3850539" y="3228273"/>
                    <a:ext cx="175373" cy="10289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</p:grpSp>
          </p:grp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xmlns="" id="{ADF959A5-5C49-154F-BDD7-4CCC5789D195}"/>
                  </a:ext>
                </a:extLst>
              </p:cNvPr>
              <p:cNvSpPr/>
              <p:nvPr/>
            </p:nvSpPr>
            <p:spPr>
              <a:xfrm>
                <a:off x="5762150" y="3339976"/>
                <a:ext cx="447791" cy="19098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xmlns="" id="{F0D490AC-9E82-2448-96F3-6D3CC7D5C07B}"/>
                  </a:ext>
                </a:extLst>
              </p:cNvPr>
              <p:cNvSpPr/>
              <p:nvPr/>
            </p:nvSpPr>
            <p:spPr>
              <a:xfrm>
                <a:off x="7882268" y="3339976"/>
                <a:ext cx="447791" cy="19098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grpSp>
            <p:nvGrpSpPr>
              <p:cNvPr id="126" name="群組 125">
                <a:extLst>
                  <a:ext uri="{FF2B5EF4-FFF2-40B4-BE49-F238E27FC236}">
                    <a16:creationId xmlns:a16="http://schemas.microsoft.com/office/drawing/2014/main" xmlns="" id="{9E600355-AC6E-EA42-AFC2-1392A9341392}"/>
                  </a:ext>
                </a:extLst>
              </p:cNvPr>
              <p:cNvGrpSpPr/>
              <p:nvPr/>
            </p:nvGrpSpPr>
            <p:grpSpPr>
              <a:xfrm>
                <a:off x="6488237" y="3748648"/>
                <a:ext cx="1697840" cy="1661375"/>
                <a:chOff x="4602061" y="1697553"/>
                <a:chExt cx="1697840" cy="1661375"/>
              </a:xfrm>
              <a:solidFill>
                <a:schemeClr val="bg1"/>
              </a:solidFill>
            </p:grpSpPr>
            <p:sp>
              <p:nvSpPr>
                <p:cNvPr id="127" name="橢圓 126">
                  <a:extLst>
                    <a:ext uri="{FF2B5EF4-FFF2-40B4-BE49-F238E27FC236}">
                      <a16:creationId xmlns:a16="http://schemas.microsoft.com/office/drawing/2014/main" xmlns="" id="{EF819D26-3FC7-E249-B821-3EFB7B7A6E51}"/>
                    </a:ext>
                  </a:extLst>
                </p:cNvPr>
                <p:cNvSpPr/>
                <p:nvPr/>
              </p:nvSpPr>
              <p:spPr>
                <a:xfrm>
                  <a:off x="4602061" y="1697553"/>
                  <a:ext cx="1661375" cy="166137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28" name="橢圓 127">
                  <a:extLst>
                    <a:ext uri="{FF2B5EF4-FFF2-40B4-BE49-F238E27FC236}">
                      <a16:creationId xmlns:a16="http://schemas.microsoft.com/office/drawing/2014/main" xmlns="" id="{E4EF463E-D927-1740-A82A-B63C22D525A1}"/>
                    </a:ext>
                  </a:extLst>
                </p:cNvPr>
                <p:cNvSpPr/>
                <p:nvPr/>
              </p:nvSpPr>
              <p:spPr>
                <a:xfrm>
                  <a:off x="4795580" y="1891072"/>
                  <a:ext cx="1274336" cy="127433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29" name="橢圓 128">
                  <a:extLst>
                    <a:ext uri="{FF2B5EF4-FFF2-40B4-BE49-F238E27FC236}">
                      <a16:creationId xmlns:a16="http://schemas.microsoft.com/office/drawing/2014/main" xmlns="" id="{12A19398-0A52-E049-96FC-0BFF00B2440C}"/>
                    </a:ext>
                  </a:extLst>
                </p:cNvPr>
                <p:cNvSpPr/>
                <p:nvPr/>
              </p:nvSpPr>
              <p:spPr>
                <a:xfrm>
                  <a:off x="4849052" y="1944544"/>
                  <a:ext cx="1167391" cy="1167391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dirty="0"/>
                </a:p>
              </p:txBody>
            </p:sp>
            <p:grpSp>
              <p:nvGrpSpPr>
                <p:cNvPr id="130" name="群組 129">
                  <a:extLst>
                    <a:ext uri="{FF2B5EF4-FFF2-40B4-BE49-F238E27FC236}">
                      <a16:creationId xmlns:a16="http://schemas.microsoft.com/office/drawing/2014/main" xmlns="" id="{1A4D8072-6E71-C544-BD43-39337C06DE80}"/>
                    </a:ext>
                  </a:extLst>
                </p:cNvPr>
                <p:cNvGrpSpPr/>
                <p:nvPr/>
              </p:nvGrpSpPr>
              <p:grpSpPr>
                <a:xfrm>
                  <a:off x="5991283" y="2459619"/>
                  <a:ext cx="308618" cy="165379"/>
                  <a:chOff x="3815255" y="3193548"/>
                  <a:chExt cx="245942" cy="165379"/>
                </a:xfrm>
                <a:grpFill/>
              </p:grpSpPr>
              <p:sp>
                <p:nvSpPr>
                  <p:cNvPr id="131" name="矩形 130">
                    <a:extLst>
                      <a:ext uri="{FF2B5EF4-FFF2-40B4-BE49-F238E27FC236}">
                        <a16:creationId xmlns:a16="http://schemas.microsoft.com/office/drawing/2014/main" xmlns="" id="{FC103FF0-2244-9B4A-AD48-4BB51BFD0E33}"/>
                      </a:ext>
                    </a:extLst>
                  </p:cNvPr>
                  <p:cNvSpPr/>
                  <p:nvPr/>
                </p:nvSpPr>
                <p:spPr>
                  <a:xfrm>
                    <a:off x="3815255" y="3193548"/>
                    <a:ext cx="245942" cy="165379"/>
                  </a:xfrm>
                  <a:prstGeom prst="rect">
                    <a:avLst/>
                  </a:prstGeom>
                  <a:grp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  <p:sp>
                <p:nvSpPr>
                  <p:cNvPr id="132" name="矩形 131">
                    <a:extLst>
                      <a:ext uri="{FF2B5EF4-FFF2-40B4-BE49-F238E27FC236}">
                        <a16:creationId xmlns:a16="http://schemas.microsoft.com/office/drawing/2014/main" xmlns="" id="{283BEE1B-7436-1F40-B878-EA1DF47D6D17}"/>
                      </a:ext>
                    </a:extLst>
                  </p:cNvPr>
                  <p:cNvSpPr/>
                  <p:nvPr/>
                </p:nvSpPr>
                <p:spPr>
                  <a:xfrm>
                    <a:off x="3850539" y="3228273"/>
                    <a:ext cx="175373" cy="10289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</p:grpSp>
          </p:grp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xmlns="" id="{E612A807-F8D4-5244-A9AD-6B445D178FC9}"/>
                  </a:ext>
                </a:extLst>
              </p:cNvPr>
              <p:cNvSpPr/>
              <p:nvPr/>
            </p:nvSpPr>
            <p:spPr>
              <a:xfrm>
                <a:off x="7877459" y="5452235"/>
                <a:ext cx="447791" cy="19098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grpSp>
            <p:nvGrpSpPr>
              <p:cNvPr id="134" name="群組 133">
                <a:extLst>
                  <a:ext uri="{FF2B5EF4-FFF2-40B4-BE49-F238E27FC236}">
                    <a16:creationId xmlns:a16="http://schemas.microsoft.com/office/drawing/2014/main" xmlns="" id="{A1B5135D-C956-794D-BCC8-F9311AE1B792}"/>
                  </a:ext>
                </a:extLst>
              </p:cNvPr>
              <p:cNvGrpSpPr/>
              <p:nvPr/>
            </p:nvGrpSpPr>
            <p:grpSpPr>
              <a:xfrm>
                <a:off x="4416274" y="3789570"/>
                <a:ext cx="1697840" cy="1661375"/>
                <a:chOff x="4602061" y="1697553"/>
                <a:chExt cx="1697840" cy="1661375"/>
              </a:xfrm>
              <a:solidFill>
                <a:schemeClr val="bg1"/>
              </a:solidFill>
            </p:grpSpPr>
            <p:sp>
              <p:nvSpPr>
                <p:cNvPr id="135" name="橢圓 134">
                  <a:extLst>
                    <a:ext uri="{FF2B5EF4-FFF2-40B4-BE49-F238E27FC236}">
                      <a16:creationId xmlns:a16="http://schemas.microsoft.com/office/drawing/2014/main" xmlns="" id="{860676CB-F5D2-A249-B797-B084005648AE}"/>
                    </a:ext>
                  </a:extLst>
                </p:cNvPr>
                <p:cNvSpPr/>
                <p:nvPr/>
              </p:nvSpPr>
              <p:spPr>
                <a:xfrm>
                  <a:off x="4602061" y="1697553"/>
                  <a:ext cx="1661375" cy="1661375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36" name="橢圓 135">
                  <a:extLst>
                    <a:ext uri="{FF2B5EF4-FFF2-40B4-BE49-F238E27FC236}">
                      <a16:creationId xmlns:a16="http://schemas.microsoft.com/office/drawing/2014/main" xmlns="" id="{D4D5C5F1-19CA-6547-AB8B-BC55010E5DE2}"/>
                    </a:ext>
                  </a:extLst>
                </p:cNvPr>
                <p:cNvSpPr/>
                <p:nvPr/>
              </p:nvSpPr>
              <p:spPr>
                <a:xfrm>
                  <a:off x="4795580" y="1891072"/>
                  <a:ext cx="1274336" cy="127433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37" name="橢圓 136">
                  <a:extLst>
                    <a:ext uri="{FF2B5EF4-FFF2-40B4-BE49-F238E27FC236}">
                      <a16:creationId xmlns:a16="http://schemas.microsoft.com/office/drawing/2014/main" xmlns="" id="{1F6A8989-3143-8F42-84E6-3EACACD28FBE}"/>
                    </a:ext>
                  </a:extLst>
                </p:cNvPr>
                <p:cNvSpPr/>
                <p:nvPr/>
              </p:nvSpPr>
              <p:spPr>
                <a:xfrm>
                  <a:off x="4849052" y="1944544"/>
                  <a:ext cx="1167391" cy="1167391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dirty="0"/>
                </a:p>
              </p:txBody>
            </p:sp>
            <p:grpSp>
              <p:nvGrpSpPr>
                <p:cNvPr id="138" name="群組 137">
                  <a:extLst>
                    <a:ext uri="{FF2B5EF4-FFF2-40B4-BE49-F238E27FC236}">
                      <a16:creationId xmlns:a16="http://schemas.microsoft.com/office/drawing/2014/main" xmlns="" id="{CE2F8734-7735-C345-8BCC-3E81A2DDBCF2}"/>
                    </a:ext>
                  </a:extLst>
                </p:cNvPr>
                <p:cNvGrpSpPr/>
                <p:nvPr/>
              </p:nvGrpSpPr>
              <p:grpSpPr>
                <a:xfrm>
                  <a:off x="5991283" y="2459619"/>
                  <a:ext cx="308618" cy="165379"/>
                  <a:chOff x="3815255" y="3193548"/>
                  <a:chExt cx="245942" cy="165379"/>
                </a:xfrm>
                <a:grpFill/>
              </p:grpSpPr>
              <p:sp>
                <p:nvSpPr>
                  <p:cNvPr id="139" name="矩形 138">
                    <a:extLst>
                      <a:ext uri="{FF2B5EF4-FFF2-40B4-BE49-F238E27FC236}">
                        <a16:creationId xmlns:a16="http://schemas.microsoft.com/office/drawing/2014/main" xmlns="" id="{BEB54437-58DE-FF46-9CDA-8C675A41F3CA}"/>
                      </a:ext>
                    </a:extLst>
                  </p:cNvPr>
                  <p:cNvSpPr/>
                  <p:nvPr/>
                </p:nvSpPr>
                <p:spPr>
                  <a:xfrm>
                    <a:off x="3815255" y="3193548"/>
                    <a:ext cx="245942" cy="165379"/>
                  </a:xfrm>
                  <a:prstGeom prst="rect">
                    <a:avLst/>
                  </a:prstGeom>
                  <a:grpFill/>
                  <a:ln w="222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  <p:sp>
                <p:nvSpPr>
                  <p:cNvPr id="140" name="矩形 139">
                    <a:extLst>
                      <a:ext uri="{FF2B5EF4-FFF2-40B4-BE49-F238E27FC236}">
                        <a16:creationId xmlns:a16="http://schemas.microsoft.com/office/drawing/2014/main" xmlns="" id="{D5EB680C-8363-1440-A928-051B51D3786C}"/>
                      </a:ext>
                    </a:extLst>
                  </p:cNvPr>
                  <p:cNvSpPr/>
                  <p:nvPr/>
                </p:nvSpPr>
                <p:spPr>
                  <a:xfrm>
                    <a:off x="3850539" y="3228273"/>
                    <a:ext cx="175373" cy="102891"/>
                  </a:xfrm>
                  <a:prstGeom prst="rect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/>
                  </a:p>
                </p:txBody>
              </p:sp>
            </p:grpSp>
          </p:grpSp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xmlns="" id="{44A4D45A-BC21-504A-859A-CCCFB718FAE7}"/>
                  </a:ext>
                </a:extLst>
              </p:cNvPr>
              <p:cNvSpPr/>
              <p:nvPr/>
            </p:nvSpPr>
            <p:spPr>
              <a:xfrm>
                <a:off x="5805496" y="5493157"/>
                <a:ext cx="447791" cy="19098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cxnSp>
            <p:nvCxnSpPr>
              <p:cNvPr id="143" name="直線接點 142">
                <a:extLst>
                  <a:ext uri="{FF2B5EF4-FFF2-40B4-BE49-F238E27FC236}">
                    <a16:creationId xmlns:a16="http://schemas.microsoft.com/office/drawing/2014/main" xmlns="" id="{67E2FBC7-8926-494A-A637-FB9F44B0E0CE}"/>
                  </a:ext>
                </a:extLst>
              </p:cNvPr>
              <p:cNvCxnSpPr/>
              <p:nvPr/>
            </p:nvCxnSpPr>
            <p:spPr>
              <a:xfrm flipV="1">
                <a:off x="4006549" y="893621"/>
                <a:ext cx="0" cy="24938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直線接點 143">
                <a:extLst>
                  <a:ext uri="{FF2B5EF4-FFF2-40B4-BE49-F238E27FC236}">
                    <a16:creationId xmlns:a16="http://schemas.microsoft.com/office/drawing/2014/main" xmlns="" id="{3E837E8D-7EBC-244F-8FA1-1AC8D2528C4A}"/>
                  </a:ext>
                </a:extLst>
              </p:cNvPr>
              <p:cNvCxnSpPr/>
              <p:nvPr/>
            </p:nvCxnSpPr>
            <p:spPr>
              <a:xfrm flipV="1">
                <a:off x="8722247" y="893621"/>
                <a:ext cx="0" cy="24938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直線接點 144">
                <a:extLst>
                  <a:ext uri="{FF2B5EF4-FFF2-40B4-BE49-F238E27FC236}">
                    <a16:creationId xmlns:a16="http://schemas.microsoft.com/office/drawing/2014/main" xmlns="" id="{C116F490-64D4-6646-93C6-D1BC0C6A8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9230" y="1225866"/>
                <a:ext cx="27170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xmlns="" id="{411EF60D-4B14-C843-B5FC-B079FF927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7113" y="6201163"/>
                <a:ext cx="27170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直線箭頭接點 152">
                <a:extLst>
                  <a:ext uri="{FF2B5EF4-FFF2-40B4-BE49-F238E27FC236}">
                    <a16:creationId xmlns:a16="http://schemas.microsoft.com/office/drawing/2014/main" xmlns="" id="{C0CBDF7F-A85D-9748-9C68-DB29BD09876F}"/>
                  </a:ext>
                </a:extLst>
              </p:cNvPr>
              <p:cNvCxnSpPr/>
              <p:nvPr/>
            </p:nvCxnSpPr>
            <p:spPr>
              <a:xfrm>
                <a:off x="4006549" y="1016876"/>
                <a:ext cx="471569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直線箭頭接點 154">
                <a:extLst>
                  <a:ext uri="{FF2B5EF4-FFF2-40B4-BE49-F238E27FC236}">
                    <a16:creationId xmlns:a16="http://schemas.microsoft.com/office/drawing/2014/main" xmlns="" id="{003F4ECE-1F53-884E-8E9A-518B468411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6931" y="1225866"/>
                <a:ext cx="0" cy="49752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xmlns="" id="{F8FB4CE4-8CCB-E14A-B402-C6186A6760F8}"/>
                  </a:ext>
                </a:extLst>
              </p:cNvPr>
              <p:cNvSpPr txBox="1"/>
              <p:nvPr/>
            </p:nvSpPr>
            <p:spPr>
              <a:xfrm>
                <a:off x="6168893" y="794931"/>
                <a:ext cx="3818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latin typeface="Avenir Next Condensed" panose="020B0506020202020204" pitchFamily="34" charset="0"/>
                  </a:rPr>
                  <a:t>200</a:t>
                </a:r>
                <a:endParaRPr kumimoji="1" lang="zh-TW" altLang="en-US" sz="1100" dirty="0"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xmlns="" id="{78FDABC8-4138-4B43-BA7B-2626A2EC9DEB}"/>
                  </a:ext>
                </a:extLst>
              </p:cNvPr>
              <p:cNvSpPr/>
              <p:nvPr/>
            </p:nvSpPr>
            <p:spPr>
              <a:xfrm>
                <a:off x="4105340" y="5943186"/>
                <a:ext cx="157656" cy="26705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xmlns="" id="{8BD56D64-127B-7143-A43E-C195E2934637}"/>
                  </a:ext>
                </a:extLst>
              </p:cNvPr>
              <p:cNvSpPr/>
              <p:nvPr/>
            </p:nvSpPr>
            <p:spPr>
              <a:xfrm>
                <a:off x="8484190" y="5942772"/>
                <a:ext cx="157656" cy="26705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xmlns="" id="{95D6A3A8-D8C9-9A4B-99E7-F43B98C44C88}"/>
                  </a:ext>
                </a:extLst>
              </p:cNvPr>
              <p:cNvSpPr txBox="1"/>
              <p:nvPr/>
            </p:nvSpPr>
            <p:spPr>
              <a:xfrm rot="5400000">
                <a:off x="8837464" y="3591071"/>
                <a:ext cx="3818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latin typeface="Avenir Next Condensed" panose="020B0506020202020204" pitchFamily="34" charset="0"/>
                  </a:rPr>
                  <a:t>210</a:t>
                </a:r>
                <a:endParaRPr kumimoji="1" lang="zh-TW" altLang="en-US" sz="1100" dirty="0">
                  <a:latin typeface="Avenir Next Condensed" panose="020B0506020202020204" pitchFamily="34" charset="0"/>
                </a:endParaRPr>
              </a:p>
            </p:txBody>
          </p:sp>
          <p:cxnSp>
            <p:nvCxnSpPr>
              <p:cNvPr id="163" name="肘形接點 162">
                <a:extLst>
                  <a:ext uri="{FF2B5EF4-FFF2-40B4-BE49-F238E27FC236}">
                    <a16:creationId xmlns:a16="http://schemas.microsoft.com/office/drawing/2014/main" xmlns="" id="{B9E80BC8-B6C9-CB4E-A9D6-75588C010C34}"/>
                  </a:ext>
                </a:extLst>
              </p:cNvPr>
              <p:cNvCxnSpPr>
                <a:cxnSpLocks/>
                <a:endCxn id="52" idx="2"/>
              </p:cNvCxnSpPr>
              <p:nvPr/>
            </p:nvCxnSpPr>
            <p:spPr>
              <a:xfrm>
                <a:off x="3318641" y="1132919"/>
                <a:ext cx="743979" cy="238833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xmlns="" id="{8B30F868-346A-604B-B820-A73ADBDE3BAF}"/>
                  </a:ext>
                </a:extLst>
              </p:cNvPr>
              <p:cNvSpPr txBox="1"/>
              <p:nvPr/>
            </p:nvSpPr>
            <p:spPr>
              <a:xfrm>
                <a:off x="3271343" y="931533"/>
                <a:ext cx="37702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latin typeface="Avenir Next Condensed" panose="020B0506020202020204" pitchFamily="34" charset="0"/>
                  </a:rPr>
                  <a:t>m 6</a:t>
                </a:r>
                <a:endParaRPr kumimoji="1" lang="zh-TW" altLang="en-US" sz="1100" dirty="0"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0" name="文字方塊 169">
                <a:extLst>
                  <a:ext uri="{FF2B5EF4-FFF2-40B4-BE49-F238E27FC236}">
                    <a16:creationId xmlns:a16="http://schemas.microsoft.com/office/drawing/2014/main" xmlns="" id="{ECC3BF46-3D2E-2849-A1BF-02BA1973E3E4}"/>
                  </a:ext>
                </a:extLst>
              </p:cNvPr>
              <p:cNvSpPr txBox="1"/>
              <p:nvPr/>
            </p:nvSpPr>
            <p:spPr>
              <a:xfrm>
                <a:off x="5745285" y="3339976"/>
                <a:ext cx="50526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solidFill>
                      <a:schemeClr val="bg1"/>
                    </a:solidFill>
                    <a:latin typeface="Avenir Next Condensed" panose="020B0506020202020204" pitchFamily="34" charset="0"/>
                  </a:rPr>
                  <a:t>W / 26</a:t>
                </a:r>
                <a:endParaRPr kumimoji="1" lang="zh-TW" altLang="en-US" sz="1100" dirty="0">
                  <a:solidFill>
                    <a:schemeClr val="bg1"/>
                  </a:solidFill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xmlns="" id="{A227A3B7-D196-6A4B-A5E7-CBD4FE99E309}"/>
                  </a:ext>
                </a:extLst>
              </p:cNvPr>
              <p:cNvSpPr txBox="1"/>
              <p:nvPr/>
            </p:nvSpPr>
            <p:spPr>
              <a:xfrm>
                <a:off x="5784229" y="5489465"/>
                <a:ext cx="48282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solidFill>
                      <a:schemeClr val="bg1"/>
                    </a:solidFill>
                    <a:latin typeface="Avenir Next Condensed" panose="020B0506020202020204" pitchFamily="34" charset="0"/>
                  </a:rPr>
                  <a:t>H / 47</a:t>
                </a:r>
                <a:endParaRPr kumimoji="1" lang="zh-TW" altLang="en-US" sz="1100" dirty="0">
                  <a:solidFill>
                    <a:schemeClr val="bg1"/>
                  </a:solidFill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xmlns="" id="{E1AB975A-53DF-E345-B889-D3702A745764}"/>
                  </a:ext>
                </a:extLst>
              </p:cNvPr>
              <p:cNvSpPr txBox="1"/>
              <p:nvPr/>
            </p:nvSpPr>
            <p:spPr>
              <a:xfrm>
                <a:off x="7862347" y="3335126"/>
                <a:ext cx="50526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solidFill>
                      <a:schemeClr val="bg1"/>
                    </a:solidFill>
                    <a:latin typeface="Avenir Next Condensed" panose="020B0506020202020204" pitchFamily="34" charset="0"/>
                  </a:rPr>
                  <a:t>W / 03</a:t>
                </a:r>
                <a:endParaRPr kumimoji="1" lang="zh-TW" altLang="en-US" sz="1100" dirty="0">
                  <a:solidFill>
                    <a:schemeClr val="bg1"/>
                  </a:solidFill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xmlns="" id="{224B4B5F-69A4-CF4D-8195-AE5026FD999C}"/>
                  </a:ext>
                </a:extLst>
              </p:cNvPr>
              <p:cNvSpPr txBox="1"/>
              <p:nvPr/>
            </p:nvSpPr>
            <p:spPr>
              <a:xfrm>
                <a:off x="7881272" y="5430736"/>
                <a:ext cx="4411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solidFill>
                      <a:schemeClr val="bg1"/>
                    </a:solidFill>
                    <a:latin typeface="Avenir Next Condensed" panose="020B0506020202020204" pitchFamily="34" charset="0"/>
                  </a:rPr>
                  <a:t>--------</a:t>
                </a:r>
                <a:endParaRPr kumimoji="1" lang="zh-TW" altLang="en-US" sz="1100" dirty="0">
                  <a:solidFill>
                    <a:schemeClr val="bg1"/>
                  </a:solidFill>
                  <a:latin typeface="Avenir Next Condensed" panose="020B0506020202020204" pitchFamily="34" charset="0"/>
                </a:endParaRPr>
              </a:p>
            </p:txBody>
          </p:sp>
          <p:cxnSp>
            <p:nvCxnSpPr>
              <p:cNvPr id="175" name="直線接點 174">
                <a:extLst>
                  <a:ext uri="{FF2B5EF4-FFF2-40B4-BE49-F238E27FC236}">
                    <a16:creationId xmlns:a16="http://schemas.microsoft.com/office/drawing/2014/main" xmlns="" id="{53E50D76-72EC-884B-A8DE-7B6A9D74B0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6754" y="3604861"/>
                <a:ext cx="27170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6" name="直線接點 175">
                <a:extLst>
                  <a:ext uri="{FF2B5EF4-FFF2-40B4-BE49-F238E27FC236}">
                    <a16:creationId xmlns:a16="http://schemas.microsoft.com/office/drawing/2014/main" xmlns="" id="{94D02071-0F19-DB4A-8DC7-24390D6E8D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7327" y="5916564"/>
                <a:ext cx="27170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直線箭頭接點 176">
                <a:extLst>
                  <a:ext uri="{FF2B5EF4-FFF2-40B4-BE49-F238E27FC236}">
                    <a16:creationId xmlns:a16="http://schemas.microsoft.com/office/drawing/2014/main" xmlns="" id="{E2E8BC8C-A2F5-D841-A1A9-34C4847AF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47192" y="3604861"/>
                <a:ext cx="0" cy="23373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xmlns="" id="{4D4FF2FB-5C5D-C948-9490-9A54C87F1C3A}"/>
                  </a:ext>
                </a:extLst>
              </p:cNvPr>
              <p:cNvSpPr txBox="1"/>
              <p:nvPr/>
            </p:nvSpPr>
            <p:spPr>
              <a:xfrm rot="5400000">
                <a:off x="3654199" y="4558447"/>
                <a:ext cx="38183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latin typeface="Avenir Next Condensed" panose="020B0506020202020204" pitchFamily="34" charset="0"/>
                  </a:rPr>
                  <a:t>100</a:t>
                </a:r>
                <a:endParaRPr kumimoji="1" lang="zh-TW" altLang="en-US" sz="1100" dirty="0">
                  <a:latin typeface="Avenir Next Condensed" panose="020B0506020202020204" pitchFamily="34" charset="0"/>
                </a:endParaRPr>
              </a:p>
            </p:txBody>
          </p:sp>
          <p:grpSp>
            <p:nvGrpSpPr>
              <p:cNvPr id="182" name="群組 181">
                <a:extLst>
                  <a:ext uri="{FF2B5EF4-FFF2-40B4-BE49-F238E27FC236}">
                    <a16:creationId xmlns:a16="http://schemas.microsoft.com/office/drawing/2014/main" xmlns="" id="{45E7BA28-7C82-BA45-87BE-929246CA10E9}"/>
                  </a:ext>
                </a:extLst>
              </p:cNvPr>
              <p:cNvGrpSpPr/>
              <p:nvPr/>
            </p:nvGrpSpPr>
            <p:grpSpPr>
              <a:xfrm>
                <a:off x="8507102" y="1262501"/>
                <a:ext cx="206062" cy="206062"/>
                <a:chOff x="4062620" y="1268721"/>
                <a:chExt cx="206062" cy="206062"/>
              </a:xfrm>
            </p:grpSpPr>
            <p:sp>
              <p:nvSpPr>
                <p:cNvPr id="183" name="橢圓 182">
                  <a:extLst>
                    <a:ext uri="{FF2B5EF4-FFF2-40B4-BE49-F238E27FC236}">
                      <a16:creationId xmlns:a16="http://schemas.microsoft.com/office/drawing/2014/main" xmlns="" id="{EE814088-4A1D-AA4C-9E56-A8A6B74BFEE0}"/>
                    </a:ext>
                  </a:extLst>
                </p:cNvPr>
                <p:cNvSpPr/>
                <p:nvPr/>
              </p:nvSpPr>
              <p:spPr>
                <a:xfrm>
                  <a:off x="4062620" y="1268721"/>
                  <a:ext cx="206062" cy="20606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84" name="矩形 183">
                  <a:extLst>
                    <a:ext uri="{FF2B5EF4-FFF2-40B4-BE49-F238E27FC236}">
                      <a16:creationId xmlns:a16="http://schemas.microsoft.com/office/drawing/2014/main" xmlns="" id="{CD23DE1D-5E9F-6248-A124-E9AC69BE0E1F}"/>
                    </a:ext>
                  </a:extLst>
                </p:cNvPr>
                <p:cNvSpPr/>
                <p:nvPr/>
              </p:nvSpPr>
              <p:spPr>
                <a:xfrm rot="2872407">
                  <a:off x="4137065" y="1290410"/>
                  <a:ext cx="50488" cy="16268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  <p:grpSp>
            <p:nvGrpSpPr>
              <p:cNvPr id="185" name="群組 184">
                <a:extLst>
                  <a:ext uri="{FF2B5EF4-FFF2-40B4-BE49-F238E27FC236}">
                    <a16:creationId xmlns:a16="http://schemas.microsoft.com/office/drawing/2014/main" xmlns="" id="{01ED8D49-674B-944D-8884-2769725E56DD}"/>
                  </a:ext>
                </a:extLst>
              </p:cNvPr>
              <p:cNvGrpSpPr/>
              <p:nvPr/>
            </p:nvGrpSpPr>
            <p:grpSpPr>
              <a:xfrm>
                <a:off x="4046355" y="5701677"/>
                <a:ext cx="206062" cy="206062"/>
                <a:chOff x="4062620" y="1268721"/>
                <a:chExt cx="206062" cy="206062"/>
              </a:xfrm>
            </p:grpSpPr>
            <p:sp>
              <p:nvSpPr>
                <p:cNvPr id="186" name="橢圓 185">
                  <a:extLst>
                    <a:ext uri="{FF2B5EF4-FFF2-40B4-BE49-F238E27FC236}">
                      <a16:creationId xmlns:a16="http://schemas.microsoft.com/office/drawing/2014/main" xmlns="" id="{F973E02B-F3F9-6E4A-B5E1-D95D0214FAE2}"/>
                    </a:ext>
                  </a:extLst>
                </p:cNvPr>
                <p:cNvSpPr/>
                <p:nvPr/>
              </p:nvSpPr>
              <p:spPr>
                <a:xfrm>
                  <a:off x="4062620" y="1268721"/>
                  <a:ext cx="206062" cy="20606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87" name="矩形 186">
                  <a:extLst>
                    <a:ext uri="{FF2B5EF4-FFF2-40B4-BE49-F238E27FC236}">
                      <a16:creationId xmlns:a16="http://schemas.microsoft.com/office/drawing/2014/main" xmlns="" id="{170E871F-62BB-074E-BC57-BFC186738F3A}"/>
                    </a:ext>
                  </a:extLst>
                </p:cNvPr>
                <p:cNvSpPr/>
                <p:nvPr/>
              </p:nvSpPr>
              <p:spPr>
                <a:xfrm rot="2872407">
                  <a:off x="4137065" y="1290410"/>
                  <a:ext cx="50488" cy="16268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  <p:grpSp>
            <p:nvGrpSpPr>
              <p:cNvPr id="188" name="群組 187">
                <a:extLst>
                  <a:ext uri="{FF2B5EF4-FFF2-40B4-BE49-F238E27FC236}">
                    <a16:creationId xmlns:a16="http://schemas.microsoft.com/office/drawing/2014/main" xmlns="" id="{BA4FF4ED-5208-D44E-8C97-E9928781B8B8}"/>
                  </a:ext>
                </a:extLst>
              </p:cNvPr>
              <p:cNvGrpSpPr/>
              <p:nvPr/>
            </p:nvGrpSpPr>
            <p:grpSpPr>
              <a:xfrm>
                <a:off x="8500825" y="5710310"/>
                <a:ext cx="206062" cy="206062"/>
                <a:chOff x="4062620" y="1268721"/>
                <a:chExt cx="206062" cy="206062"/>
              </a:xfrm>
            </p:grpSpPr>
            <p:sp>
              <p:nvSpPr>
                <p:cNvPr id="189" name="橢圓 188">
                  <a:extLst>
                    <a:ext uri="{FF2B5EF4-FFF2-40B4-BE49-F238E27FC236}">
                      <a16:creationId xmlns:a16="http://schemas.microsoft.com/office/drawing/2014/main" xmlns="" id="{FFDDBEDB-2EF0-4041-8006-07423FF55FA5}"/>
                    </a:ext>
                  </a:extLst>
                </p:cNvPr>
                <p:cNvSpPr/>
                <p:nvPr/>
              </p:nvSpPr>
              <p:spPr>
                <a:xfrm>
                  <a:off x="4062620" y="1268721"/>
                  <a:ext cx="206062" cy="206062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90" name="矩形 189">
                  <a:extLst>
                    <a:ext uri="{FF2B5EF4-FFF2-40B4-BE49-F238E27FC236}">
                      <a16:creationId xmlns:a16="http://schemas.microsoft.com/office/drawing/2014/main" xmlns="" id="{D590362E-2DB7-6F49-B736-9986115A048B}"/>
                    </a:ext>
                  </a:extLst>
                </p:cNvPr>
                <p:cNvSpPr/>
                <p:nvPr/>
              </p:nvSpPr>
              <p:spPr>
                <a:xfrm rot="2872407">
                  <a:off x="4137065" y="1290410"/>
                  <a:ext cx="50488" cy="16268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</p:grp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xmlns="" id="{3DA759C5-A682-6047-849D-E0C7FF54E2F0}"/>
                </a:ext>
              </a:extLst>
            </p:cNvPr>
            <p:cNvSpPr/>
            <p:nvPr/>
          </p:nvSpPr>
          <p:spPr>
            <a:xfrm>
              <a:off x="7410486" y="2002830"/>
              <a:ext cx="3240546" cy="1963754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94" name="圓角矩形 193">
              <a:extLst>
                <a:ext uri="{FF2B5EF4-FFF2-40B4-BE49-F238E27FC236}">
                  <a16:creationId xmlns:a16="http://schemas.microsoft.com/office/drawing/2014/main" xmlns="" id="{524D66D0-985E-8644-9702-F3E504EFAE6E}"/>
                </a:ext>
              </a:extLst>
            </p:cNvPr>
            <p:cNvSpPr/>
            <p:nvPr/>
          </p:nvSpPr>
          <p:spPr>
            <a:xfrm>
              <a:off x="7321008" y="2366622"/>
              <a:ext cx="285211" cy="130880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5" name="圓角矩形 194">
              <a:extLst>
                <a:ext uri="{FF2B5EF4-FFF2-40B4-BE49-F238E27FC236}">
                  <a16:creationId xmlns:a16="http://schemas.microsoft.com/office/drawing/2014/main" xmlns="" id="{9EDA8D79-5D52-084B-9834-0FAF8D32BE86}"/>
                </a:ext>
              </a:extLst>
            </p:cNvPr>
            <p:cNvSpPr/>
            <p:nvPr/>
          </p:nvSpPr>
          <p:spPr>
            <a:xfrm>
              <a:off x="7221653" y="2542794"/>
              <a:ext cx="198709" cy="91185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xmlns="" id="{E1C241C4-F3A8-364D-AB7D-680D7C091962}"/>
                </a:ext>
              </a:extLst>
            </p:cNvPr>
            <p:cNvSpPr/>
            <p:nvPr/>
          </p:nvSpPr>
          <p:spPr>
            <a:xfrm>
              <a:off x="9778648" y="2800210"/>
              <a:ext cx="870110" cy="4375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7" name="圓角矩形 196">
              <a:extLst>
                <a:ext uri="{FF2B5EF4-FFF2-40B4-BE49-F238E27FC236}">
                  <a16:creationId xmlns:a16="http://schemas.microsoft.com/office/drawing/2014/main" xmlns="" id="{A7ABEA8E-2B6F-154D-AAF6-81258E81AC90}"/>
                </a:ext>
              </a:extLst>
            </p:cNvPr>
            <p:cNvSpPr/>
            <p:nvPr/>
          </p:nvSpPr>
          <p:spPr>
            <a:xfrm>
              <a:off x="7606219" y="2215722"/>
              <a:ext cx="2706207" cy="159745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xmlns="" id="{B319FEC7-9BFD-CF4A-A73A-78EB708EC8FE}"/>
                </a:ext>
              </a:extLst>
            </p:cNvPr>
            <p:cNvSpPr/>
            <p:nvPr/>
          </p:nvSpPr>
          <p:spPr>
            <a:xfrm>
              <a:off x="7409211" y="3989352"/>
              <a:ext cx="3240546" cy="1963754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99" name="圓角矩形 198">
              <a:extLst>
                <a:ext uri="{FF2B5EF4-FFF2-40B4-BE49-F238E27FC236}">
                  <a16:creationId xmlns:a16="http://schemas.microsoft.com/office/drawing/2014/main" xmlns="" id="{397E3FAF-64B4-C548-8CE4-014E9042760A}"/>
                </a:ext>
              </a:extLst>
            </p:cNvPr>
            <p:cNvSpPr/>
            <p:nvPr/>
          </p:nvSpPr>
          <p:spPr>
            <a:xfrm>
              <a:off x="7319733" y="4353144"/>
              <a:ext cx="285211" cy="1308807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0" name="圓角矩形 199">
              <a:extLst>
                <a:ext uri="{FF2B5EF4-FFF2-40B4-BE49-F238E27FC236}">
                  <a16:creationId xmlns:a16="http://schemas.microsoft.com/office/drawing/2014/main" xmlns="" id="{47803DCE-47C3-624B-A930-D7385CA740AE}"/>
                </a:ext>
              </a:extLst>
            </p:cNvPr>
            <p:cNvSpPr/>
            <p:nvPr/>
          </p:nvSpPr>
          <p:spPr>
            <a:xfrm>
              <a:off x="7220378" y="4529316"/>
              <a:ext cx="198709" cy="91185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xmlns="" id="{1B46783E-40B9-A049-9546-CCB6AE635A70}"/>
                </a:ext>
              </a:extLst>
            </p:cNvPr>
            <p:cNvSpPr/>
            <p:nvPr/>
          </p:nvSpPr>
          <p:spPr>
            <a:xfrm>
              <a:off x="9777373" y="4786732"/>
              <a:ext cx="870110" cy="4375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2" name="圓角矩形 201">
              <a:extLst>
                <a:ext uri="{FF2B5EF4-FFF2-40B4-BE49-F238E27FC236}">
                  <a16:creationId xmlns:a16="http://schemas.microsoft.com/office/drawing/2014/main" xmlns="" id="{DE9FE6B8-76C9-3B42-B7A6-C68FD41D58E2}"/>
                </a:ext>
              </a:extLst>
            </p:cNvPr>
            <p:cNvSpPr/>
            <p:nvPr/>
          </p:nvSpPr>
          <p:spPr>
            <a:xfrm>
              <a:off x="7604944" y="4202244"/>
              <a:ext cx="2706207" cy="159745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xmlns="" id="{951DF83C-341A-2C41-A5EE-C03668C8BB88}"/>
                </a:ext>
              </a:extLst>
            </p:cNvPr>
            <p:cNvSpPr/>
            <p:nvPr/>
          </p:nvSpPr>
          <p:spPr>
            <a:xfrm>
              <a:off x="7682265" y="5964257"/>
              <a:ext cx="234175" cy="28827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xmlns="" id="{1B4BA75D-E16C-2848-B1D5-CC2C453B89AC}"/>
                </a:ext>
              </a:extLst>
            </p:cNvPr>
            <p:cNvSpPr/>
            <p:nvPr/>
          </p:nvSpPr>
          <p:spPr>
            <a:xfrm>
              <a:off x="10107202" y="5960487"/>
              <a:ext cx="234175" cy="288279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xmlns="" id="{437DFF13-99FE-8B4F-B80A-C4B327EB7973}"/>
                </a:ext>
              </a:extLst>
            </p:cNvPr>
            <p:cNvSpPr/>
            <p:nvPr/>
          </p:nvSpPr>
          <p:spPr>
            <a:xfrm>
              <a:off x="7418669" y="3985077"/>
              <a:ext cx="3228814" cy="196375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207" name="直線箭頭接點 206">
              <a:extLst>
                <a:ext uri="{FF2B5EF4-FFF2-40B4-BE49-F238E27FC236}">
                  <a16:creationId xmlns:a16="http://schemas.microsoft.com/office/drawing/2014/main" xmlns="" id="{B86C78C7-4C02-A941-BB6A-8ED819ACBABE}"/>
                </a:ext>
              </a:extLst>
            </p:cNvPr>
            <p:cNvCxnSpPr>
              <a:cxnSpLocks/>
            </p:cNvCxnSpPr>
            <p:nvPr/>
          </p:nvCxnSpPr>
          <p:spPr>
            <a:xfrm>
              <a:off x="7418669" y="1790320"/>
              <a:ext cx="322881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0" name="直線接點 209">
              <a:extLst>
                <a:ext uri="{FF2B5EF4-FFF2-40B4-BE49-F238E27FC236}">
                  <a16:creationId xmlns:a16="http://schemas.microsoft.com/office/drawing/2014/main" xmlns="" id="{999F4C59-C113-4940-BC57-99764485BC1F}"/>
                </a:ext>
              </a:extLst>
            </p:cNvPr>
            <p:cNvCxnSpPr>
              <a:stCxn id="196" idx="3"/>
            </p:cNvCxnSpPr>
            <p:nvPr/>
          </p:nvCxnSpPr>
          <p:spPr>
            <a:xfrm flipH="1" flipV="1">
              <a:off x="10647483" y="1543303"/>
              <a:ext cx="1275" cy="14756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2" name="文字方塊 211">
              <a:extLst>
                <a:ext uri="{FF2B5EF4-FFF2-40B4-BE49-F238E27FC236}">
                  <a16:creationId xmlns:a16="http://schemas.microsoft.com/office/drawing/2014/main" xmlns="" id="{6F9F45FE-6B12-554B-BEB5-F23AAE0F26AC}"/>
                </a:ext>
              </a:extLst>
            </p:cNvPr>
            <p:cNvSpPr txBox="1"/>
            <p:nvPr/>
          </p:nvSpPr>
          <p:spPr>
            <a:xfrm>
              <a:off x="8795400" y="1498116"/>
              <a:ext cx="3818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latin typeface="Avenir Next Condensed" panose="020B0506020202020204" pitchFamily="34" charset="0"/>
                </a:rPr>
                <a:t>150</a:t>
              </a:r>
              <a:endParaRPr kumimoji="1" lang="zh-TW" altLang="en-US" sz="1100" dirty="0">
                <a:latin typeface="Avenir Next Condensed" panose="020B0506020202020204" pitchFamily="34" charset="0"/>
              </a:endParaRPr>
            </a:p>
          </p:txBody>
        </p:sp>
        <p:sp>
          <p:nvSpPr>
            <p:cNvPr id="214" name="文字方塊 213">
              <a:extLst>
                <a:ext uri="{FF2B5EF4-FFF2-40B4-BE49-F238E27FC236}">
                  <a16:creationId xmlns:a16="http://schemas.microsoft.com/office/drawing/2014/main" xmlns="" id="{844D1BEA-2EA4-6048-A040-1F7013716553}"/>
                </a:ext>
              </a:extLst>
            </p:cNvPr>
            <p:cNvSpPr txBox="1"/>
            <p:nvPr/>
          </p:nvSpPr>
          <p:spPr>
            <a:xfrm>
              <a:off x="381924" y="1096274"/>
              <a:ext cx="2262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DFKai-SB" panose="03000509000000000000" pitchFamily="49" charset="-120"/>
                </a:rPr>
                <a:t>四台滾筒式洗衣機</a:t>
              </a:r>
            </a:p>
          </p:txBody>
        </p:sp>
        <p:sp>
          <p:nvSpPr>
            <p:cNvPr id="215" name="文字方塊 214">
              <a:extLst>
                <a:ext uri="{FF2B5EF4-FFF2-40B4-BE49-F238E27FC236}">
                  <a16:creationId xmlns:a16="http://schemas.microsoft.com/office/drawing/2014/main" xmlns="" id="{C92CCDE3-C8DD-CA43-BF71-70BB5C0F962D}"/>
                </a:ext>
              </a:extLst>
            </p:cNvPr>
            <p:cNvSpPr txBox="1"/>
            <p:nvPr/>
          </p:nvSpPr>
          <p:spPr>
            <a:xfrm>
              <a:off x="6915078" y="1166065"/>
              <a:ext cx="271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DFKai-SB" panose="03000509000000000000" pitchFamily="49" charset="-120"/>
                </a:rPr>
                <a:t>功能</a:t>
              </a:r>
              <a:r>
                <a:rPr kumimoji="1" lang="zh-TW" altLang="en-US" dirty="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DFKai-SB" panose="03000509000000000000" pitchFamily="49" charset="-120"/>
                </a:rPr>
                <a:t>包含：洗</a:t>
              </a:r>
              <a:r>
                <a:rPr kumimoji="1" lang="zh-TW" altLang="en-US" dirty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DFKai-SB" panose="03000509000000000000" pitchFamily="49" charset="-120"/>
                </a:rPr>
                <a:t>、脫、烘</a:t>
              </a:r>
            </a:p>
          </p:txBody>
        </p:sp>
        <p:cxnSp>
          <p:nvCxnSpPr>
            <p:cNvPr id="217" name="直線箭頭接點 216">
              <a:extLst>
                <a:ext uri="{FF2B5EF4-FFF2-40B4-BE49-F238E27FC236}">
                  <a16:creationId xmlns:a16="http://schemas.microsoft.com/office/drawing/2014/main" xmlns="" id="{95D6FD55-2A57-124F-AC45-E03FDD1EDBB4}"/>
                </a:ext>
              </a:extLst>
            </p:cNvPr>
            <p:cNvCxnSpPr>
              <a:cxnSpLocks/>
              <a:stCxn id="215" idx="2"/>
            </p:cNvCxnSpPr>
            <p:nvPr/>
          </p:nvCxnSpPr>
          <p:spPr>
            <a:xfrm>
              <a:off x="8272203" y="1535397"/>
              <a:ext cx="673690" cy="1262694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線箭頭接點 217">
              <a:extLst>
                <a:ext uri="{FF2B5EF4-FFF2-40B4-BE49-F238E27FC236}">
                  <a16:creationId xmlns:a16="http://schemas.microsoft.com/office/drawing/2014/main" xmlns="" id="{38AE3151-1AD6-534E-8D07-E7FED9234B7F}"/>
                </a:ext>
              </a:extLst>
            </p:cNvPr>
            <p:cNvCxnSpPr>
              <a:cxnSpLocks/>
            </p:cNvCxnSpPr>
            <p:nvPr/>
          </p:nvCxnSpPr>
          <p:spPr>
            <a:xfrm>
              <a:off x="1367688" y="1445029"/>
              <a:ext cx="534660" cy="529924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xmlns="" id="{4C7F59A5-BC5E-D14F-A149-F7D9B88AA291}"/>
                </a:ext>
              </a:extLst>
            </p:cNvPr>
            <p:cNvSpPr txBox="1"/>
            <p:nvPr/>
          </p:nvSpPr>
          <p:spPr>
            <a:xfrm>
              <a:off x="9629328" y="1165296"/>
              <a:ext cx="2714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DFKai-SB" panose="03000509000000000000" pitchFamily="49" charset="-120"/>
                </a:rPr>
                <a:t>自動選擇模式</a:t>
              </a:r>
            </a:p>
          </p:txBody>
        </p:sp>
        <p:cxnSp>
          <p:nvCxnSpPr>
            <p:cNvPr id="121" name="直線箭頭接點 120">
              <a:extLst>
                <a:ext uri="{FF2B5EF4-FFF2-40B4-BE49-F238E27FC236}">
                  <a16:creationId xmlns:a16="http://schemas.microsoft.com/office/drawing/2014/main" xmlns="" id="{2A863E87-755E-6C41-9E65-765BC0FFF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7373" y="1513000"/>
              <a:ext cx="455840" cy="1304929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箭頭接點 141">
              <a:extLst>
                <a:ext uri="{FF2B5EF4-FFF2-40B4-BE49-F238E27FC236}">
                  <a16:creationId xmlns:a16="http://schemas.microsoft.com/office/drawing/2014/main" xmlns="" id="{D2E461DC-2E64-EA46-A0C9-D03D22624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97325" y="3791534"/>
              <a:ext cx="1313" cy="82142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字方塊 110">
            <a:extLst>
              <a:ext uri="{FF2B5EF4-FFF2-40B4-BE49-F238E27FC236}">
                <a16:creationId xmlns:a16="http://schemas.microsoft.com/office/drawing/2014/main" xmlns="" id="{704D9150-A2E4-C846-8DC7-60EBE0CE37F1}"/>
              </a:ext>
            </a:extLst>
          </p:cNvPr>
          <p:cNvSpPr txBox="1"/>
          <p:nvPr/>
        </p:nvSpPr>
        <p:spPr>
          <a:xfrm>
            <a:off x="296729" y="283711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改良式洗衣系統</a:t>
            </a: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xmlns="" id="{4C7F59A5-BC5E-D14F-A149-F7D9B88AA291}"/>
              </a:ext>
            </a:extLst>
          </p:cNvPr>
          <p:cNvSpPr txBox="1"/>
          <p:nvPr/>
        </p:nvSpPr>
        <p:spPr>
          <a:xfrm>
            <a:off x="8586984" y="4337334"/>
            <a:ext cx="11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 smtClean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滾筒改良</a:t>
            </a:r>
            <a:endParaRPr kumimoji="1" lang="zh-TW" altLang="en-US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</p:txBody>
      </p:sp>
      <p:sp>
        <p:nvSpPr>
          <p:cNvPr id="147" name="文字方塊 146"/>
          <p:cNvSpPr txBox="1"/>
          <p:nvPr/>
        </p:nvSpPr>
        <p:spPr>
          <a:xfrm>
            <a:off x="3451921" y="5939807"/>
            <a:ext cx="11079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前視圖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8" name="文字方塊 147"/>
          <p:cNvSpPr txBox="1"/>
          <p:nvPr/>
        </p:nvSpPr>
        <p:spPr>
          <a:xfrm>
            <a:off x="8168591" y="5958660"/>
            <a:ext cx="11079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剖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視圖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426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6B43FD0E-870F-4043-B12A-7174E6BFBA8F}"/>
              </a:ext>
            </a:extLst>
          </p:cNvPr>
          <p:cNvSpPr/>
          <p:nvPr/>
        </p:nvSpPr>
        <p:spPr>
          <a:xfrm>
            <a:off x="2412869" y="2116710"/>
            <a:ext cx="2374900" cy="2451100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xmlns="" id="{DB3994BD-723E-6148-92AE-408F532DB6A2}"/>
              </a:ext>
            </a:extLst>
          </p:cNvPr>
          <p:cNvGrpSpPr/>
          <p:nvPr/>
        </p:nvGrpSpPr>
        <p:grpSpPr>
          <a:xfrm>
            <a:off x="2747730" y="2455363"/>
            <a:ext cx="1697840" cy="1661375"/>
            <a:chOff x="4602061" y="1697553"/>
            <a:chExt cx="1697840" cy="1661375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xmlns="" id="{3E37D834-50FC-5940-B5FF-27F493551C70}"/>
                </a:ext>
              </a:extLst>
            </p:cNvPr>
            <p:cNvSpPr/>
            <p:nvPr/>
          </p:nvSpPr>
          <p:spPr>
            <a:xfrm>
              <a:off x="4602061" y="1697553"/>
              <a:ext cx="1661375" cy="16613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xmlns="" id="{EED301AD-BC6C-704E-B66E-52A65F7D89A3}"/>
                </a:ext>
              </a:extLst>
            </p:cNvPr>
            <p:cNvSpPr/>
            <p:nvPr/>
          </p:nvSpPr>
          <p:spPr>
            <a:xfrm>
              <a:off x="4795580" y="1891072"/>
              <a:ext cx="1274336" cy="127433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xmlns="" id="{6F88D7D4-6523-A343-B3DF-78F99BEF5A6E}"/>
                </a:ext>
              </a:extLst>
            </p:cNvPr>
            <p:cNvSpPr/>
            <p:nvPr/>
          </p:nvSpPr>
          <p:spPr>
            <a:xfrm>
              <a:off x="4849052" y="1944544"/>
              <a:ext cx="1167391" cy="11673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xmlns="" id="{8FEE7733-3564-4948-BAF2-013D10B7CDED}"/>
                </a:ext>
              </a:extLst>
            </p:cNvPr>
            <p:cNvGrpSpPr/>
            <p:nvPr/>
          </p:nvGrpSpPr>
          <p:grpSpPr>
            <a:xfrm>
              <a:off x="5991283" y="2431479"/>
              <a:ext cx="308618" cy="193520"/>
              <a:chOff x="3815255" y="3165408"/>
              <a:chExt cx="245942" cy="193520"/>
            </a:xfrm>
            <a:solidFill>
              <a:schemeClr val="bg1"/>
            </a:solidFill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id="{902B32DE-8E96-084A-B2FC-2ADF56320D0C}"/>
                  </a:ext>
                </a:extLst>
              </p:cNvPr>
              <p:cNvSpPr/>
              <p:nvPr/>
            </p:nvSpPr>
            <p:spPr>
              <a:xfrm>
                <a:off x="3815255" y="3165408"/>
                <a:ext cx="245942" cy="19352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id="{5449D881-C13F-F94A-9EDF-2B9FC6996E30}"/>
                  </a:ext>
                </a:extLst>
              </p:cNvPr>
              <p:cNvSpPr/>
              <p:nvPr/>
            </p:nvSpPr>
            <p:spPr>
              <a:xfrm>
                <a:off x="3850539" y="3193171"/>
                <a:ext cx="175373" cy="13799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cxnSp>
          <p:nvCxnSpPr>
            <p:cNvPr id="11" name="直線箭頭接點 10">
              <a:extLst>
                <a:ext uri="{FF2B5EF4-FFF2-40B4-BE49-F238E27FC236}">
                  <a16:creationId xmlns:a16="http://schemas.microsoft.com/office/drawing/2014/main" xmlns="" id="{F17C634C-6178-E445-9D05-1845036E61A4}"/>
                </a:ext>
              </a:extLst>
            </p:cNvPr>
            <p:cNvCxnSpPr>
              <a:stCxn id="5" idx="1"/>
            </p:cNvCxnSpPr>
            <p:nvPr/>
          </p:nvCxnSpPr>
          <p:spPr>
            <a:xfrm>
              <a:off x="4969291" y="2074742"/>
              <a:ext cx="914400" cy="9144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箭頭接點 15">
              <a:extLst>
                <a:ext uri="{FF2B5EF4-FFF2-40B4-BE49-F238E27FC236}">
                  <a16:creationId xmlns:a16="http://schemas.microsoft.com/office/drawing/2014/main" xmlns="" id="{3FD9817A-25A6-AB47-A059-07AAD619341C}"/>
                </a:ext>
              </a:extLst>
            </p:cNvPr>
            <p:cNvCxnSpPr>
              <a:cxnSpLocks/>
              <a:stCxn id="4" idx="0"/>
              <a:endCxn id="4" idx="4"/>
            </p:cNvCxnSpPr>
            <p:nvPr/>
          </p:nvCxnSpPr>
          <p:spPr>
            <a:xfrm>
              <a:off x="5432749" y="1697553"/>
              <a:ext cx="0" cy="166137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xmlns="" id="{705EDCD3-EDB1-FC44-A83D-475A8FC9D064}"/>
                </a:ext>
              </a:extLst>
            </p:cNvPr>
            <p:cNvSpPr txBox="1"/>
            <p:nvPr/>
          </p:nvSpPr>
          <p:spPr>
            <a:xfrm rot="2870931">
              <a:off x="5447807" y="2464626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latin typeface="Avenir Next Condensed" panose="020B0506020202020204" pitchFamily="34" charset="0"/>
                </a:rPr>
                <a:t>60</a:t>
              </a:r>
              <a:endParaRPr kumimoji="1" lang="zh-TW" altLang="en-US" sz="1100" dirty="0">
                <a:latin typeface="Avenir Next Condensed" panose="020B0506020202020204" pitchFamily="34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xmlns="" id="{8F48EA42-CBF0-3845-829F-C91EAF03008F}"/>
                </a:ext>
              </a:extLst>
            </p:cNvPr>
            <p:cNvSpPr txBox="1"/>
            <p:nvPr/>
          </p:nvSpPr>
          <p:spPr>
            <a:xfrm rot="5400000">
              <a:off x="5374859" y="2058406"/>
              <a:ext cx="31611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latin typeface="Avenir Next Condensed" panose="020B0506020202020204" pitchFamily="34" charset="0"/>
                </a:rPr>
                <a:t>80</a:t>
              </a:r>
              <a:endParaRPr kumimoji="1" lang="zh-TW" altLang="en-US" sz="1100" dirty="0">
                <a:latin typeface="Avenir Next Condensed" panose="020B0506020202020204" pitchFamily="34" charset="0"/>
              </a:endParaRP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2435BB06-E393-C146-8A73-891FA78EE529}"/>
              </a:ext>
            </a:extLst>
          </p:cNvPr>
          <p:cNvSpPr txBox="1"/>
          <p:nvPr/>
        </p:nvSpPr>
        <p:spPr>
          <a:xfrm>
            <a:off x="4224997" y="4189277"/>
            <a:ext cx="441146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--------</a:t>
            </a:r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A5FF1A8A-EC25-054E-AEA8-4EB6CFC60052}"/>
              </a:ext>
            </a:extLst>
          </p:cNvPr>
          <p:cNvSpPr/>
          <p:nvPr/>
        </p:nvSpPr>
        <p:spPr>
          <a:xfrm>
            <a:off x="6597715" y="2114477"/>
            <a:ext cx="4044754" cy="245110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xmlns="" id="{19DE26AA-BEB0-1C49-9136-8C6695FF625C}"/>
              </a:ext>
            </a:extLst>
          </p:cNvPr>
          <p:cNvSpPr/>
          <p:nvPr/>
        </p:nvSpPr>
        <p:spPr>
          <a:xfrm>
            <a:off x="6451469" y="2546624"/>
            <a:ext cx="355992" cy="163361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xmlns="" id="{7156C132-7DC9-1A48-9C34-6BC02D97684F}"/>
              </a:ext>
            </a:extLst>
          </p:cNvPr>
          <p:cNvSpPr/>
          <p:nvPr/>
        </p:nvSpPr>
        <p:spPr>
          <a:xfrm>
            <a:off x="6400668" y="2772364"/>
            <a:ext cx="248023" cy="113815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EFB188D1-4FB7-ED4D-BF03-E0FFF55EECDF}"/>
              </a:ext>
            </a:extLst>
          </p:cNvPr>
          <p:cNvSpPr/>
          <p:nvPr/>
        </p:nvSpPr>
        <p:spPr>
          <a:xfrm>
            <a:off x="9556423" y="3058959"/>
            <a:ext cx="1086046" cy="546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xmlns="" id="{AD92C6C5-B209-1546-B957-EDF1E483DDED}"/>
              </a:ext>
            </a:extLst>
          </p:cNvPr>
          <p:cNvSpPr/>
          <p:nvPr/>
        </p:nvSpPr>
        <p:spPr>
          <a:xfrm>
            <a:off x="6794761" y="2358010"/>
            <a:ext cx="3377808" cy="199390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xmlns="" id="{CFACB1D4-93A1-A343-BEC4-B38EB9DD6C30}"/>
              </a:ext>
            </a:extLst>
          </p:cNvPr>
          <p:cNvCxnSpPr>
            <a:cxnSpLocks/>
          </p:cNvCxnSpPr>
          <p:nvPr/>
        </p:nvCxnSpPr>
        <p:spPr>
          <a:xfrm>
            <a:off x="8191058" y="2358010"/>
            <a:ext cx="0" cy="196207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xmlns="" id="{0C9819AF-A204-2B4B-8B6A-16F6F3D9EAC1}"/>
              </a:ext>
            </a:extLst>
          </p:cNvPr>
          <p:cNvSpPr txBox="1"/>
          <p:nvPr/>
        </p:nvSpPr>
        <p:spPr>
          <a:xfrm rot="5400000">
            <a:off x="8163807" y="3121760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90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xmlns="" id="{414206CA-B53A-4546-A779-219DEDF674E1}"/>
              </a:ext>
            </a:extLst>
          </p:cNvPr>
          <p:cNvCxnSpPr>
            <a:cxnSpLocks/>
          </p:cNvCxnSpPr>
          <p:nvPr/>
        </p:nvCxnSpPr>
        <p:spPr>
          <a:xfrm>
            <a:off x="6807461" y="1778271"/>
            <a:ext cx="336510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xmlns="" id="{F04B878B-15C8-E64C-87BF-46D2798D5331}"/>
              </a:ext>
            </a:extLst>
          </p:cNvPr>
          <p:cNvCxnSpPr/>
          <p:nvPr/>
        </p:nvCxnSpPr>
        <p:spPr>
          <a:xfrm flipV="1">
            <a:off x="6794761" y="1529970"/>
            <a:ext cx="0" cy="145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xmlns="" id="{4B5DB142-79D2-D740-B3EE-99823A2D0C1F}"/>
              </a:ext>
            </a:extLst>
          </p:cNvPr>
          <p:cNvCxnSpPr/>
          <p:nvPr/>
        </p:nvCxnSpPr>
        <p:spPr>
          <a:xfrm flipV="1">
            <a:off x="10172569" y="1592492"/>
            <a:ext cx="0" cy="145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xmlns="" id="{C5175FA6-A9E5-3843-B0A5-27B4C29995D3}"/>
              </a:ext>
            </a:extLst>
          </p:cNvPr>
          <p:cNvCxnSpPr>
            <a:cxnSpLocks/>
          </p:cNvCxnSpPr>
          <p:nvPr/>
        </p:nvCxnSpPr>
        <p:spPr>
          <a:xfrm>
            <a:off x="6597715" y="1382031"/>
            <a:ext cx="404475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xmlns="" id="{9BC1D3B4-417E-AF4E-9050-6D00DF8E4D41}"/>
              </a:ext>
            </a:extLst>
          </p:cNvPr>
          <p:cNvCxnSpPr>
            <a:cxnSpLocks/>
          </p:cNvCxnSpPr>
          <p:nvPr/>
        </p:nvCxnSpPr>
        <p:spPr>
          <a:xfrm flipV="1">
            <a:off x="6596837" y="1082930"/>
            <a:ext cx="0" cy="14232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xmlns="" id="{640862B4-79D8-CD48-82C9-B032A028BBC3}"/>
              </a:ext>
            </a:extLst>
          </p:cNvPr>
          <p:cNvCxnSpPr>
            <a:cxnSpLocks/>
          </p:cNvCxnSpPr>
          <p:nvPr/>
        </p:nvCxnSpPr>
        <p:spPr>
          <a:xfrm flipV="1">
            <a:off x="10642469" y="1196252"/>
            <a:ext cx="0" cy="145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xmlns="" id="{7FC6B5BC-E24A-6C4B-BFED-C5F749D1AA1E}"/>
              </a:ext>
            </a:extLst>
          </p:cNvPr>
          <p:cNvCxnSpPr>
            <a:cxnSpLocks/>
          </p:cNvCxnSpPr>
          <p:nvPr/>
        </p:nvCxnSpPr>
        <p:spPr>
          <a:xfrm>
            <a:off x="10294178" y="3046684"/>
            <a:ext cx="0" cy="55837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xmlns="" id="{A0A0BE00-D7F1-9647-AB6C-B57055D4F293}"/>
              </a:ext>
            </a:extLst>
          </p:cNvPr>
          <p:cNvSpPr txBox="1"/>
          <p:nvPr/>
        </p:nvSpPr>
        <p:spPr>
          <a:xfrm rot="5400000">
            <a:off x="10283608" y="3244303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30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xmlns="" id="{2AF20266-C4F5-244F-BEFD-C1E23422F1DC}"/>
              </a:ext>
            </a:extLst>
          </p:cNvPr>
          <p:cNvCxnSpPr>
            <a:cxnSpLocks/>
          </p:cNvCxnSpPr>
          <p:nvPr/>
        </p:nvCxnSpPr>
        <p:spPr>
          <a:xfrm flipV="1">
            <a:off x="6807461" y="3923219"/>
            <a:ext cx="0" cy="9900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xmlns="" id="{C51947E4-E4C6-7A4B-9926-E19C3832BBB5}"/>
              </a:ext>
            </a:extLst>
          </p:cNvPr>
          <p:cNvCxnSpPr>
            <a:cxnSpLocks/>
          </p:cNvCxnSpPr>
          <p:nvPr/>
        </p:nvCxnSpPr>
        <p:spPr>
          <a:xfrm flipV="1">
            <a:off x="6451469" y="3920679"/>
            <a:ext cx="0" cy="99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xmlns="" id="{70641413-D35C-7848-AE3A-C99B689490F9}"/>
              </a:ext>
            </a:extLst>
          </p:cNvPr>
          <p:cNvCxnSpPr>
            <a:cxnSpLocks/>
          </p:cNvCxnSpPr>
          <p:nvPr/>
        </p:nvCxnSpPr>
        <p:spPr>
          <a:xfrm flipV="1">
            <a:off x="6629465" y="3869746"/>
            <a:ext cx="0" cy="1460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xmlns="" id="{E8A493AB-4AB8-774E-BDDB-57338B6A98A6}"/>
              </a:ext>
            </a:extLst>
          </p:cNvPr>
          <p:cNvCxnSpPr>
            <a:cxnSpLocks/>
          </p:cNvCxnSpPr>
          <p:nvPr/>
        </p:nvCxnSpPr>
        <p:spPr>
          <a:xfrm flipV="1">
            <a:off x="6380348" y="3746953"/>
            <a:ext cx="0" cy="1582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xmlns="" id="{1476A2EB-7CAB-3F4E-BD88-A865F290E00E}"/>
              </a:ext>
            </a:extLst>
          </p:cNvPr>
          <p:cNvCxnSpPr/>
          <p:nvPr/>
        </p:nvCxnSpPr>
        <p:spPr>
          <a:xfrm>
            <a:off x="6451469" y="4821810"/>
            <a:ext cx="6832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xmlns="" id="{F1A8422A-A379-1E46-A3AB-F5D5FA23C855}"/>
              </a:ext>
            </a:extLst>
          </p:cNvPr>
          <p:cNvCxnSpPr>
            <a:cxnSpLocks/>
          </p:cNvCxnSpPr>
          <p:nvPr/>
        </p:nvCxnSpPr>
        <p:spPr>
          <a:xfrm flipH="1">
            <a:off x="6807462" y="4821810"/>
            <a:ext cx="5609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xmlns="" id="{71C59620-96A5-2E4F-8DA2-B46661617B34}"/>
              </a:ext>
            </a:extLst>
          </p:cNvPr>
          <p:cNvCxnSpPr>
            <a:cxnSpLocks/>
          </p:cNvCxnSpPr>
          <p:nvPr/>
        </p:nvCxnSpPr>
        <p:spPr>
          <a:xfrm>
            <a:off x="6128889" y="4821810"/>
            <a:ext cx="322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xmlns="" id="{A982DE81-3976-5545-8E2C-D58E5219FD9A}"/>
              </a:ext>
            </a:extLst>
          </p:cNvPr>
          <p:cNvCxnSpPr/>
          <p:nvPr/>
        </p:nvCxnSpPr>
        <p:spPr>
          <a:xfrm>
            <a:off x="6386306" y="5157090"/>
            <a:ext cx="6832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箭頭接點 75">
            <a:extLst>
              <a:ext uri="{FF2B5EF4-FFF2-40B4-BE49-F238E27FC236}">
                <a16:creationId xmlns:a16="http://schemas.microsoft.com/office/drawing/2014/main" xmlns="" id="{6B8AFBA0-1D26-214D-BF85-4ECBF96E8E51}"/>
              </a:ext>
            </a:extLst>
          </p:cNvPr>
          <p:cNvCxnSpPr>
            <a:cxnSpLocks/>
          </p:cNvCxnSpPr>
          <p:nvPr/>
        </p:nvCxnSpPr>
        <p:spPr>
          <a:xfrm flipH="1">
            <a:off x="6620379" y="5157090"/>
            <a:ext cx="5609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xmlns="" id="{82BFB3D1-1F2D-E944-A9C7-375DD79123D1}"/>
              </a:ext>
            </a:extLst>
          </p:cNvPr>
          <p:cNvCxnSpPr>
            <a:cxnSpLocks/>
          </p:cNvCxnSpPr>
          <p:nvPr/>
        </p:nvCxnSpPr>
        <p:spPr>
          <a:xfrm>
            <a:off x="6063726" y="5157090"/>
            <a:ext cx="322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xmlns="" id="{B7A0C3E8-D3E7-A040-8382-FCDA397C4BAB}"/>
              </a:ext>
            </a:extLst>
          </p:cNvPr>
          <p:cNvSpPr txBox="1"/>
          <p:nvPr/>
        </p:nvSpPr>
        <p:spPr>
          <a:xfrm>
            <a:off x="8405906" y="1180456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150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xmlns="" id="{83FD4828-5C32-F74F-8944-DF3999096127}"/>
              </a:ext>
            </a:extLst>
          </p:cNvPr>
          <p:cNvSpPr txBox="1"/>
          <p:nvPr/>
        </p:nvSpPr>
        <p:spPr>
          <a:xfrm>
            <a:off x="8238256" y="1575152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120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xmlns="" id="{392F9D28-E4AC-294D-9809-38D0991CFF77}"/>
              </a:ext>
            </a:extLst>
          </p:cNvPr>
          <p:cNvSpPr txBox="1"/>
          <p:nvPr/>
        </p:nvSpPr>
        <p:spPr>
          <a:xfrm>
            <a:off x="7002653" y="4633628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15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xmlns="" id="{7C8149CE-68F5-7E49-A580-AEF2B0FEF62E}"/>
              </a:ext>
            </a:extLst>
          </p:cNvPr>
          <p:cNvSpPr txBox="1"/>
          <p:nvPr/>
        </p:nvSpPr>
        <p:spPr>
          <a:xfrm>
            <a:off x="6678046" y="4970627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82" name="直線箭頭接點 81">
            <a:extLst>
              <a:ext uri="{FF2B5EF4-FFF2-40B4-BE49-F238E27FC236}">
                <a16:creationId xmlns:a16="http://schemas.microsoft.com/office/drawing/2014/main" xmlns="" id="{DE8CD856-6950-414D-9EBC-5AA81AF19990}"/>
              </a:ext>
            </a:extLst>
          </p:cNvPr>
          <p:cNvCxnSpPr>
            <a:cxnSpLocks/>
          </p:cNvCxnSpPr>
          <p:nvPr/>
        </p:nvCxnSpPr>
        <p:spPr>
          <a:xfrm>
            <a:off x="2413747" y="1610362"/>
            <a:ext cx="23740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xmlns="" id="{14899E3E-9BF5-9F48-A2F8-97A3AC9616E7}"/>
              </a:ext>
            </a:extLst>
          </p:cNvPr>
          <p:cNvCxnSpPr>
            <a:cxnSpLocks/>
          </p:cNvCxnSpPr>
          <p:nvPr/>
        </p:nvCxnSpPr>
        <p:spPr>
          <a:xfrm flipV="1">
            <a:off x="2412869" y="1311261"/>
            <a:ext cx="0" cy="14232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xmlns="" id="{B706DF58-B110-0448-8993-A50F7F80AAB7}"/>
              </a:ext>
            </a:extLst>
          </p:cNvPr>
          <p:cNvCxnSpPr>
            <a:cxnSpLocks/>
          </p:cNvCxnSpPr>
          <p:nvPr/>
        </p:nvCxnSpPr>
        <p:spPr>
          <a:xfrm flipV="1">
            <a:off x="4787769" y="1378360"/>
            <a:ext cx="0" cy="145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xmlns="" id="{5D1C5654-3CF2-C348-AD88-2A373E71C336}"/>
              </a:ext>
            </a:extLst>
          </p:cNvPr>
          <p:cNvCxnSpPr>
            <a:cxnSpLocks/>
          </p:cNvCxnSpPr>
          <p:nvPr/>
        </p:nvCxnSpPr>
        <p:spPr>
          <a:xfrm flipH="1">
            <a:off x="1696728" y="2103326"/>
            <a:ext cx="1051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xmlns="" id="{CB17A599-F370-7A41-9086-7D16418E97A9}"/>
              </a:ext>
            </a:extLst>
          </p:cNvPr>
          <p:cNvCxnSpPr>
            <a:cxnSpLocks/>
          </p:cNvCxnSpPr>
          <p:nvPr/>
        </p:nvCxnSpPr>
        <p:spPr>
          <a:xfrm flipH="1">
            <a:off x="1707879" y="4553870"/>
            <a:ext cx="1051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箭頭接點 90">
            <a:extLst>
              <a:ext uri="{FF2B5EF4-FFF2-40B4-BE49-F238E27FC236}">
                <a16:creationId xmlns:a16="http://schemas.microsoft.com/office/drawing/2014/main" xmlns="" id="{7698A59F-73DC-8E46-8D28-6A6DA3A7BB62}"/>
              </a:ext>
            </a:extLst>
          </p:cNvPr>
          <p:cNvCxnSpPr>
            <a:cxnSpLocks/>
          </p:cNvCxnSpPr>
          <p:nvPr/>
        </p:nvCxnSpPr>
        <p:spPr>
          <a:xfrm>
            <a:off x="2038262" y="2114477"/>
            <a:ext cx="11263" cy="24511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字方塊 93">
            <a:extLst>
              <a:ext uri="{FF2B5EF4-FFF2-40B4-BE49-F238E27FC236}">
                <a16:creationId xmlns:a16="http://schemas.microsoft.com/office/drawing/2014/main" xmlns="" id="{004D0575-9937-594A-89E4-8F36489DACAD}"/>
              </a:ext>
            </a:extLst>
          </p:cNvPr>
          <p:cNvSpPr txBox="1"/>
          <p:nvPr/>
        </p:nvSpPr>
        <p:spPr>
          <a:xfrm rot="5400000">
            <a:off x="1971954" y="3311623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100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xmlns="" id="{EA928E5A-6CBE-DB42-B447-BEAD01B4D1C2}"/>
              </a:ext>
            </a:extLst>
          </p:cNvPr>
          <p:cNvSpPr txBox="1"/>
          <p:nvPr/>
        </p:nvSpPr>
        <p:spPr>
          <a:xfrm>
            <a:off x="3310481" y="1374400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100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97" name="肘形接點 96">
            <a:extLst>
              <a:ext uri="{FF2B5EF4-FFF2-40B4-BE49-F238E27FC236}">
                <a16:creationId xmlns:a16="http://schemas.microsoft.com/office/drawing/2014/main" xmlns="" id="{04DD8C61-5AC0-7749-A38D-8C685006FFC6}"/>
              </a:ext>
            </a:extLst>
          </p:cNvPr>
          <p:cNvCxnSpPr>
            <a:cxnSpLocks/>
            <a:endCxn id="29" idx="2"/>
          </p:cNvCxnSpPr>
          <p:nvPr/>
        </p:nvCxnSpPr>
        <p:spPr>
          <a:xfrm rot="10800000">
            <a:off x="8483665" y="4351911"/>
            <a:ext cx="2088804" cy="1116671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字方塊 100">
            <a:extLst>
              <a:ext uri="{FF2B5EF4-FFF2-40B4-BE49-F238E27FC236}">
                <a16:creationId xmlns:a16="http://schemas.microsoft.com/office/drawing/2014/main" xmlns="" id="{A69B3D6F-CA6E-BD49-B6D0-131F8D40040B}"/>
              </a:ext>
            </a:extLst>
          </p:cNvPr>
          <p:cNvSpPr txBox="1"/>
          <p:nvPr/>
        </p:nvSpPr>
        <p:spPr>
          <a:xfrm>
            <a:off x="8745769" y="480694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滾筒的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顏色</a:t>
            </a:r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能</a:t>
            </a:r>
            <a:r>
              <a:rPr kumimoji="1" lang="zh-CN" altLang="en-US" dirty="0" smtClean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改變</a:t>
            </a:r>
            <a:endParaRPr kumimoji="1" lang="en-US" altLang="zh-CN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  <a:p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白</a:t>
            </a:r>
            <a:r>
              <a:rPr kumimoji="1" lang="en-US" altLang="zh-CN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(</a:t>
            </a:r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乾淨</a:t>
            </a:r>
            <a:r>
              <a:rPr kumimoji="1" lang="en-US" altLang="zh-CN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)</a:t>
            </a:r>
            <a:r>
              <a:rPr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 → 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黑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(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髒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)</a:t>
            </a:r>
            <a:endParaRPr kumimoji="1" lang="zh-TW" altLang="en-US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xmlns="" id="{33341F93-705A-6F48-899D-E60DF2BCF65B}"/>
              </a:ext>
            </a:extLst>
          </p:cNvPr>
          <p:cNvSpPr txBox="1"/>
          <p:nvPr/>
        </p:nvSpPr>
        <p:spPr>
          <a:xfrm>
            <a:off x="4443544" y="498309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資訊</a:t>
            </a:r>
            <a:r>
              <a:rPr kumimoji="1" lang="zh-TW" altLang="en-US" dirty="0" smtClean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顯示</a:t>
            </a:r>
            <a:endParaRPr kumimoji="1" lang="en-US" altLang="zh-TW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使用者</a:t>
            </a:r>
            <a:r>
              <a:rPr kumimoji="1" lang="en-US" altLang="zh-TW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/</a:t>
            </a:r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功能</a:t>
            </a:r>
            <a:r>
              <a:rPr kumimoji="1" lang="en-US" altLang="zh-CN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/</a:t>
            </a:r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時間</a:t>
            </a:r>
            <a:endParaRPr kumimoji="1" lang="zh-TW" altLang="en-US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</p:txBody>
      </p:sp>
      <p:cxnSp>
        <p:nvCxnSpPr>
          <p:cNvPr id="108" name="肘形接點 107">
            <a:extLst>
              <a:ext uri="{FF2B5EF4-FFF2-40B4-BE49-F238E27FC236}">
                <a16:creationId xmlns:a16="http://schemas.microsoft.com/office/drawing/2014/main" xmlns="" id="{F2438669-E637-CB4B-8B29-97C13E5DF87A}"/>
              </a:ext>
            </a:extLst>
          </p:cNvPr>
          <p:cNvCxnSpPr>
            <a:cxnSpLocks/>
          </p:cNvCxnSpPr>
          <p:nvPr/>
        </p:nvCxnSpPr>
        <p:spPr>
          <a:xfrm rot="10800000">
            <a:off x="4398305" y="4523718"/>
            <a:ext cx="2088804" cy="1116671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xmlns="" id="{AAFBCAB8-5763-904B-876D-E70FA4ADAA18}"/>
              </a:ext>
            </a:extLst>
          </p:cNvPr>
          <p:cNvSpPr txBox="1"/>
          <p:nvPr/>
        </p:nvSpPr>
        <p:spPr>
          <a:xfrm>
            <a:off x="349398" y="22500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3200" b="1"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1pPr>
          </a:lstStyle>
          <a:p>
            <a:r>
              <a:rPr lang="zh-TW" altLang="en-US" dirty="0"/>
              <a:t>洗衣機主體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2994721" y="5866655"/>
            <a:ext cx="11079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前視圖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8003999" y="5885508"/>
            <a:ext cx="11079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剖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視圖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804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角矩形 86">
            <a:extLst>
              <a:ext uri="{FF2B5EF4-FFF2-40B4-BE49-F238E27FC236}">
                <a16:creationId xmlns:a16="http://schemas.microsoft.com/office/drawing/2014/main" xmlns="" id="{58AC1EF4-23EA-BB4E-A197-90B3D46638C7}"/>
              </a:ext>
            </a:extLst>
          </p:cNvPr>
          <p:cNvSpPr/>
          <p:nvPr/>
        </p:nvSpPr>
        <p:spPr>
          <a:xfrm>
            <a:off x="3892647" y="1978363"/>
            <a:ext cx="597835" cy="2921829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xmlns="" id="{AA6737A6-18AE-E846-8061-34C1B1C2D352}"/>
              </a:ext>
            </a:extLst>
          </p:cNvPr>
          <p:cNvSpPr/>
          <p:nvPr/>
        </p:nvSpPr>
        <p:spPr>
          <a:xfrm>
            <a:off x="1633512" y="1895778"/>
            <a:ext cx="597835" cy="2921829"/>
          </a:xfrm>
          <a:prstGeom prst="round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xmlns="" id="{F7C47377-5CC7-2E4E-BD4A-E40EAAB7A648}"/>
              </a:ext>
            </a:extLst>
          </p:cNvPr>
          <p:cNvSpPr/>
          <p:nvPr/>
        </p:nvSpPr>
        <p:spPr>
          <a:xfrm>
            <a:off x="988237" y="1671125"/>
            <a:ext cx="7659589" cy="597737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xmlns="" id="{29E35F3A-C417-F54D-A584-6655ED8204FD}"/>
              </a:ext>
            </a:extLst>
          </p:cNvPr>
          <p:cNvGrpSpPr/>
          <p:nvPr/>
        </p:nvGrpSpPr>
        <p:grpSpPr>
          <a:xfrm>
            <a:off x="6162271" y="936445"/>
            <a:ext cx="4726343" cy="5415309"/>
            <a:chOff x="4006549" y="794931"/>
            <a:chExt cx="4726343" cy="541530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0DDC007F-0610-634A-8EB1-8E09D6AC7462}"/>
                </a:ext>
              </a:extLst>
            </p:cNvPr>
            <p:cNvSpPr/>
            <p:nvPr/>
          </p:nvSpPr>
          <p:spPr>
            <a:xfrm>
              <a:off x="4016513" y="1225866"/>
              <a:ext cx="4716379" cy="4716379"/>
            </a:xfrm>
            <a:prstGeom prst="rect">
              <a:avLst/>
            </a:prstGeom>
            <a:solidFill>
              <a:schemeClr val="bg1"/>
            </a:solidFill>
            <a:ln w="254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xmlns="" id="{F4D58AB1-8F0B-D749-A351-3BC31C6631FA}"/>
                </a:ext>
              </a:extLst>
            </p:cNvPr>
            <p:cNvSpPr/>
            <p:nvPr/>
          </p:nvSpPr>
          <p:spPr>
            <a:xfrm>
              <a:off x="4262996" y="1487114"/>
              <a:ext cx="4223259" cy="4223259"/>
            </a:xfrm>
            <a:prstGeom prst="rect">
              <a:avLst/>
            </a:prstGeom>
            <a:noFill/>
            <a:ln w="254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xmlns="" id="{BD78A52D-BB18-7449-89AA-142CE7BCF495}"/>
                </a:ext>
              </a:extLst>
            </p:cNvPr>
            <p:cNvCxnSpPr>
              <a:stCxn id="42" idx="1"/>
              <a:endCxn id="42" idx="3"/>
            </p:cNvCxnSpPr>
            <p:nvPr/>
          </p:nvCxnSpPr>
          <p:spPr>
            <a:xfrm>
              <a:off x="4262996" y="3598744"/>
              <a:ext cx="4223259" cy="0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xmlns="" id="{A4C753F8-3762-8443-A043-98A07D9BA138}"/>
                </a:ext>
              </a:extLst>
            </p:cNvPr>
            <p:cNvCxnSpPr>
              <a:stCxn id="42" idx="0"/>
              <a:endCxn id="42" idx="2"/>
            </p:cNvCxnSpPr>
            <p:nvPr/>
          </p:nvCxnSpPr>
          <p:spPr>
            <a:xfrm>
              <a:off x="6374626" y="1487114"/>
              <a:ext cx="0" cy="4223259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1" name="群組 180">
              <a:extLst>
                <a:ext uri="{FF2B5EF4-FFF2-40B4-BE49-F238E27FC236}">
                  <a16:creationId xmlns:a16="http://schemas.microsoft.com/office/drawing/2014/main" xmlns="" id="{BAB8730F-B7B5-4B48-9826-D748D65E0281}"/>
                </a:ext>
              </a:extLst>
            </p:cNvPr>
            <p:cNvGrpSpPr/>
            <p:nvPr/>
          </p:nvGrpSpPr>
          <p:grpSpPr>
            <a:xfrm>
              <a:off x="4062620" y="1268721"/>
              <a:ext cx="206062" cy="206062"/>
              <a:chOff x="4062620" y="1268721"/>
              <a:chExt cx="206062" cy="206062"/>
            </a:xfrm>
          </p:grpSpPr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xmlns="" id="{A7B2BF70-D4FF-EA47-8741-EB0E32EB1069}"/>
                  </a:ext>
                </a:extLst>
              </p:cNvPr>
              <p:cNvSpPr/>
              <p:nvPr/>
            </p:nvSpPr>
            <p:spPr>
              <a:xfrm>
                <a:off x="4062620" y="1268721"/>
                <a:ext cx="206062" cy="2060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xmlns="" id="{7EAEC5D0-61CC-E147-A002-C2AD9438524D}"/>
                  </a:ext>
                </a:extLst>
              </p:cNvPr>
              <p:cNvSpPr/>
              <p:nvPr/>
            </p:nvSpPr>
            <p:spPr>
              <a:xfrm rot="2872407">
                <a:off x="4137065" y="1290410"/>
                <a:ext cx="50488" cy="16268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xmlns="" id="{87887D3C-BFAE-FF41-BCA0-4C924E091907}"/>
                </a:ext>
              </a:extLst>
            </p:cNvPr>
            <p:cNvGrpSpPr/>
            <p:nvPr/>
          </p:nvGrpSpPr>
          <p:grpSpPr>
            <a:xfrm>
              <a:off x="4416869" y="1616535"/>
              <a:ext cx="1697840" cy="1661375"/>
              <a:chOff x="4602061" y="1697553"/>
              <a:chExt cx="1697840" cy="1661375"/>
            </a:xfrm>
            <a:solidFill>
              <a:schemeClr val="bg1"/>
            </a:solidFill>
          </p:grpSpPr>
          <p:sp>
            <p:nvSpPr>
              <p:cNvPr id="101" name="橢圓 100">
                <a:extLst>
                  <a:ext uri="{FF2B5EF4-FFF2-40B4-BE49-F238E27FC236}">
                    <a16:creationId xmlns:a16="http://schemas.microsoft.com/office/drawing/2014/main" xmlns="" id="{D5AF8522-AB23-FA4C-8C07-45044B7F370F}"/>
                  </a:ext>
                </a:extLst>
              </p:cNvPr>
              <p:cNvSpPr/>
              <p:nvPr/>
            </p:nvSpPr>
            <p:spPr>
              <a:xfrm>
                <a:off x="4602061" y="1697553"/>
                <a:ext cx="1661375" cy="1661375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2" name="橢圓 101">
                <a:extLst>
                  <a:ext uri="{FF2B5EF4-FFF2-40B4-BE49-F238E27FC236}">
                    <a16:creationId xmlns:a16="http://schemas.microsoft.com/office/drawing/2014/main" xmlns="" id="{8871F08A-B1A0-9F43-B49D-FF596D1D2CE8}"/>
                  </a:ext>
                </a:extLst>
              </p:cNvPr>
              <p:cNvSpPr/>
              <p:nvPr/>
            </p:nvSpPr>
            <p:spPr>
              <a:xfrm>
                <a:off x="4795580" y="1891072"/>
                <a:ext cx="1274336" cy="127433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03" name="橢圓 102">
                <a:extLst>
                  <a:ext uri="{FF2B5EF4-FFF2-40B4-BE49-F238E27FC236}">
                    <a16:creationId xmlns:a16="http://schemas.microsoft.com/office/drawing/2014/main" xmlns="" id="{715229E1-A7F6-684B-A4B5-53FF25C9D2AF}"/>
                  </a:ext>
                </a:extLst>
              </p:cNvPr>
              <p:cNvSpPr/>
              <p:nvPr/>
            </p:nvSpPr>
            <p:spPr>
              <a:xfrm>
                <a:off x="4849052" y="1944544"/>
                <a:ext cx="1167391" cy="1167391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grpSp>
            <p:nvGrpSpPr>
              <p:cNvPr id="104" name="群組 103">
                <a:extLst>
                  <a:ext uri="{FF2B5EF4-FFF2-40B4-BE49-F238E27FC236}">
                    <a16:creationId xmlns:a16="http://schemas.microsoft.com/office/drawing/2014/main" xmlns="" id="{5EE6B891-074C-C24A-9D54-C76B7D02BEF2}"/>
                  </a:ext>
                </a:extLst>
              </p:cNvPr>
              <p:cNvGrpSpPr/>
              <p:nvPr/>
            </p:nvGrpSpPr>
            <p:grpSpPr>
              <a:xfrm>
                <a:off x="5991283" y="2459619"/>
                <a:ext cx="308618" cy="165379"/>
                <a:chOff x="3815255" y="3193548"/>
                <a:chExt cx="245942" cy="165379"/>
              </a:xfrm>
              <a:grpFill/>
            </p:grpSpPr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xmlns="" id="{269E2D36-491B-2B4B-8DEA-07197EA5B048}"/>
                    </a:ext>
                  </a:extLst>
                </p:cNvPr>
                <p:cNvSpPr/>
                <p:nvPr/>
              </p:nvSpPr>
              <p:spPr>
                <a:xfrm>
                  <a:off x="3815255" y="3193548"/>
                  <a:ext cx="245942" cy="165379"/>
                </a:xfrm>
                <a:prstGeom prst="rect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xmlns="" id="{66BEDC86-0AEC-6445-AAF2-6B3447081910}"/>
                    </a:ext>
                  </a:extLst>
                </p:cNvPr>
                <p:cNvSpPr/>
                <p:nvPr/>
              </p:nvSpPr>
              <p:spPr>
                <a:xfrm>
                  <a:off x="3850539" y="3228273"/>
                  <a:ext cx="175373" cy="10289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  <p:cxnSp>
            <p:nvCxnSpPr>
              <p:cNvPr id="105" name="直線箭頭接點 104">
                <a:extLst>
                  <a:ext uri="{FF2B5EF4-FFF2-40B4-BE49-F238E27FC236}">
                    <a16:creationId xmlns:a16="http://schemas.microsoft.com/office/drawing/2014/main" xmlns="" id="{D67A9E54-DE31-1145-B603-48C59172EBA4}"/>
                  </a:ext>
                </a:extLst>
              </p:cNvPr>
              <p:cNvCxnSpPr>
                <a:stCxn id="102" idx="1"/>
              </p:cNvCxnSpPr>
              <p:nvPr/>
            </p:nvCxnSpPr>
            <p:spPr>
              <a:xfrm>
                <a:off x="4969291" y="2074742"/>
                <a:ext cx="914400" cy="914400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箭頭接點 105">
                <a:extLst>
                  <a:ext uri="{FF2B5EF4-FFF2-40B4-BE49-F238E27FC236}">
                    <a16:creationId xmlns:a16="http://schemas.microsoft.com/office/drawing/2014/main" xmlns="" id="{4CFDBF30-C3B3-F949-ACF0-B4681F56F53D}"/>
                  </a:ext>
                </a:extLst>
              </p:cNvPr>
              <p:cNvCxnSpPr>
                <a:cxnSpLocks/>
                <a:stCxn id="101" idx="0"/>
                <a:endCxn id="101" idx="4"/>
              </p:cNvCxnSpPr>
              <p:nvPr/>
            </p:nvCxnSpPr>
            <p:spPr>
              <a:xfrm>
                <a:off x="5432749" y="1697553"/>
                <a:ext cx="0" cy="1661375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xmlns="" id="{00825D8A-71A7-4046-BF9A-9DB5CB927A09}"/>
                  </a:ext>
                </a:extLst>
              </p:cNvPr>
              <p:cNvSpPr txBox="1"/>
              <p:nvPr/>
            </p:nvSpPr>
            <p:spPr>
              <a:xfrm rot="2870931">
                <a:off x="5500559" y="2420666"/>
                <a:ext cx="316112" cy="2616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latin typeface="Avenir Next Condensed" panose="020B0506020202020204" pitchFamily="34" charset="0"/>
                  </a:rPr>
                  <a:t>60</a:t>
                </a:r>
                <a:endParaRPr kumimoji="1" lang="zh-TW" altLang="en-US" sz="1100" dirty="0">
                  <a:latin typeface="Avenir Next Condensed" panose="020B0506020202020204" pitchFamily="34" charset="0"/>
                </a:endParaRPr>
              </a:p>
            </p:txBody>
          </p:sp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xmlns="" id="{0BF354DC-EBE9-6843-9383-5BEDAA85261D}"/>
                  </a:ext>
                </a:extLst>
              </p:cNvPr>
              <p:cNvSpPr txBox="1"/>
              <p:nvPr/>
            </p:nvSpPr>
            <p:spPr>
              <a:xfrm rot="5400000">
                <a:off x="5436403" y="2058406"/>
                <a:ext cx="316112" cy="261610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100" dirty="0">
                    <a:latin typeface="Avenir Next Condensed" panose="020B0506020202020204" pitchFamily="34" charset="0"/>
                  </a:rPr>
                  <a:t>80</a:t>
                </a:r>
                <a:endParaRPr kumimoji="1" lang="zh-TW" altLang="en-US" sz="1100" dirty="0">
                  <a:latin typeface="Avenir Next Condensed" panose="020B0506020202020204" pitchFamily="34" charset="0"/>
                </a:endParaRPr>
              </a:p>
            </p:txBody>
          </p:sp>
        </p:grpSp>
        <p:grpSp>
          <p:nvGrpSpPr>
            <p:cNvPr id="113" name="群組 112">
              <a:extLst>
                <a:ext uri="{FF2B5EF4-FFF2-40B4-BE49-F238E27FC236}">
                  <a16:creationId xmlns:a16="http://schemas.microsoft.com/office/drawing/2014/main" xmlns="" id="{8576CC5B-3D50-5A45-A010-F6E34CB95CBA}"/>
                </a:ext>
              </a:extLst>
            </p:cNvPr>
            <p:cNvGrpSpPr/>
            <p:nvPr/>
          </p:nvGrpSpPr>
          <p:grpSpPr>
            <a:xfrm>
              <a:off x="6493046" y="1636389"/>
              <a:ext cx="1697840" cy="1661375"/>
              <a:chOff x="4602061" y="1697553"/>
              <a:chExt cx="1697840" cy="1661375"/>
            </a:xfrm>
            <a:solidFill>
              <a:schemeClr val="bg1"/>
            </a:solidFill>
          </p:grpSpPr>
          <p:sp>
            <p:nvSpPr>
              <p:cNvPr id="114" name="橢圓 113">
                <a:extLst>
                  <a:ext uri="{FF2B5EF4-FFF2-40B4-BE49-F238E27FC236}">
                    <a16:creationId xmlns:a16="http://schemas.microsoft.com/office/drawing/2014/main" xmlns="" id="{8B51052B-D16F-7044-85D1-F38034137572}"/>
                  </a:ext>
                </a:extLst>
              </p:cNvPr>
              <p:cNvSpPr/>
              <p:nvPr/>
            </p:nvSpPr>
            <p:spPr>
              <a:xfrm>
                <a:off x="4602061" y="1697553"/>
                <a:ext cx="1661375" cy="1661375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15" name="橢圓 114">
                <a:extLst>
                  <a:ext uri="{FF2B5EF4-FFF2-40B4-BE49-F238E27FC236}">
                    <a16:creationId xmlns:a16="http://schemas.microsoft.com/office/drawing/2014/main" xmlns="" id="{C7F3DA14-6190-7E41-8008-5B61D83D8C5A}"/>
                  </a:ext>
                </a:extLst>
              </p:cNvPr>
              <p:cNvSpPr/>
              <p:nvPr/>
            </p:nvSpPr>
            <p:spPr>
              <a:xfrm>
                <a:off x="4795580" y="1891072"/>
                <a:ext cx="1274336" cy="127433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16" name="橢圓 115">
                <a:extLst>
                  <a:ext uri="{FF2B5EF4-FFF2-40B4-BE49-F238E27FC236}">
                    <a16:creationId xmlns:a16="http://schemas.microsoft.com/office/drawing/2014/main" xmlns="" id="{F88260D9-1E18-8A44-91B7-1B5E0F04E17D}"/>
                  </a:ext>
                </a:extLst>
              </p:cNvPr>
              <p:cNvSpPr/>
              <p:nvPr/>
            </p:nvSpPr>
            <p:spPr>
              <a:xfrm>
                <a:off x="4849052" y="1944544"/>
                <a:ext cx="1167391" cy="1167391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grpSp>
            <p:nvGrpSpPr>
              <p:cNvPr id="117" name="群組 116">
                <a:extLst>
                  <a:ext uri="{FF2B5EF4-FFF2-40B4-BE49-F238E27FC236}">
                    <a16:creationId xmlns:a16="http://schemas.microsoft.com/office/drawing/2014/main" xmlns="" id="{5FDA9A2D-FA6F-484C-9C94-5F25EC364570}"/>
                  </a:ext>
                </a:extLst>
              </p:cNvPr>
              <p:cNvGrpSpPr/>
              <p:nvPr/>
            </p:nvGrpSpPr>
            <p:grpSpPr>
              <a:xfrm>
                <a:off x="5991283" y="2459619"/>
                <a:ext cx="308618" cy="165379"/>
                <a:chOff x="3815255" y="3193548"/>
                <a:chExt cx="245942" cy="165379"/>
              </a:xfrm>
              <a:grpFill/>
            </p:grpSpPr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xmlns="" id="{0E3D3D84-BCB3-4140-AEE8-F4F6D5B3A11F}"/>
                    </a:ext>
                  </a:extLst>
                </p:cNvPr>
                <p:cNvSpPr/>
                <p:nvPr/>
              </p:nvSpPr>
              <p:spPr>
                <a:xfrm>
                  <a:off x="3815255" y="3193548"/>
                  <a:ext cx="245942" cy="165379"/>
                </a:xfrm>
                <a:prstGeom prst="rect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23" name="矩形 122">
                  <a:extLst>
                    <a:ext uri="{FF2B5EF4-FFF2-40B4-BE49-F238E27FC236}">
                      <a16:creationId xmlns:a16="http://schemas.microsoft.com/office/drawing/2014/main" xmlns="" id="{805CD6E8-D5C6-304E-A147-4B10995E7615}"/>
                    </a:ext>
                  </a:extLst>
                </p:cNvPr>
                <p:cNvSpPr/>
                <p:nvPr/>
              </p:nvSpPr>
              <p:spPr>
                <a:xfrm>
                  <a:off x="3850539" y="3228273"/>
                  <a:ext cx="175373" cy="10289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</p:grp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xmlns="" id="{ADF959A5-5C49-154F-BDD7-4CCC5789D195}"/>
                </a:ext>
              </a:extLst>
            </p:cNvPr>
            <p:cNvSpPr/>
            <p:nvPr/>
          </p:nvSpPr>
          <p:spPr>
            <a:xfrm>
              <a:off x="5762150" y="3339976"/>
              <a:ext cx="447791" cy="19098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xmlns="" id="{F0D490AC-9E82-2448-96F3-6D3CC7D5C07B}"/>
                </a:ext>
              </a:extLst>
            </p:cNvPr>
            <p:cNvSpPr/>
            <p:nvPr/>
          </p:nvSpPr>
          <p:spPr>
            <a:xfrm>
              <a:off x="7882268" y="3339976"/>
              <a:ext cx="447791" cy="19098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126" name="群組 125">
              <a:extLst>
                <a:ext uri="{FF2B5EF4-FFF2-40B4-BE49-F238E27FC236}">
                  <a16:creationId xmlns:a16="http://schemas.microsoft.com/office/drawing/2014/main" xmlns="" id="{9E600355-AC6E-EA42-AFC2-1392A9341392}"/>
                </a:ext>
              </a:extLst>
            </p:cNvPr>
            <p:cNvGrpSpPr/>
            <p:nvPr/>
          </p:nvGrpSpPr>
          <p:grpSpPr>
            <a:xfrm>
              <a:off x="6488237" y="3748648"/>
              <a:ext cx="1697840" cy="1661375"/>
              <a:chOff x="4602061" y="1697553"/>
              <a:chExt cx="1697840" cy="1661375"/>
            </a:xfrm>
            <a:solidFill>
              <a:schemeClr val="bg1"/>
            </a:solidFill>
          </p:grpSpPr>
          <p:sp>
            <p:nvSpPr>
              <p:cNvPr id="127" name="橢圓 126">
                <a:extLst>
                  <a:ext uri="{FF2B5EF4-FFF2-40B4-BE49-F238E27FC236}">
                    <a16:creationId xmlns:a16="http://schemas.microsoft.com/office/drawing/2014/main" xmlns="" id="{EF819D26-3FC7-E249-B821-3EFB7B7A6E51}"/>
                  </a:ext>
                </a:extLst>
              </p:cNvPr>
              <p:cNvSpPr/>
              <p:nvPr/>
            </p:nvSpPr>
            <p:spPr>
              <a:xfrm>
                <a:off x="4602061" y="1697553"/>
                <a:ext cx="1661375" cy="1661375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28" name="橢圓 127">
                <a:extLst>
                  <a:ext uri="{FF2B5EF4-FFF2-40B4-BE49-F238E27FC236}">
                    <a16:creationId xmlns:a16="http://schemas.microsoft.com/office/drawing/2014/main" xmlns="" id="{E4EF463E-D927-1740-A82A-B63C22D525A1}"/>
                  </a:ext>
                </a:extLst>
              </p:cNvPr>
              <p:cNvSpPr/>
              <p:nvPr/>
            </p:nvSpPr>
            <p:spPr>
              <a:xfrm>
                <a:off x="4795580" y="1891072"/>
                <a:ext cx="1274336" cy="127433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29" name="橢圓 128">
                <a:extLst>
                  <a:ext uri="{FF2B5EF4-FFF2-40B4-BE49-F238E27FC236}">
                    <a16:creationId xmlns:a16="http://schemas.microsoft.com/office/drawing/2014/main" xmlns="" id="{12A19398-0A52-E049-96FC-0BFF00B2440C}"/>
                  </a:ext>
                </a:extLst>
              </p:cNvPr>
              <p:cNvSpPr/>
              <p:nvPr/>
            </p:nvSpPr>
            <p:spPr>
              <a:xfrm>
                <a:off x="4849052" y="1944544"/>
                <a:ext cx="1167391" cy="1167391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grpSp>
            <p:nvGrpSpPr>
              <p:cNvPr id="130" name="群組 129">
                <a:extLst>
                  <a:ext uri="{FF2B5EF4-FFF2-40B4-BE49-F238E27FC236}">
                    <a16:creationId xmlns:a16="http://schemas.microsoft.com/office/drawing/2014/main" xmlns="" id="{1A4D8072-6E71-C544-BD43-39337C06DE80}"/>
                  </a:ext>
                </a:extLst>
              </p:cNvPr>
              <p:cNvGrpSpPr/>
              <p:nvPr/>
            </p:nvGrpSpPr>
            <p:grpSpPr>
              <a:xfrm>
                <a:off x="5991283" y="2459619"/>
                <a:ext cx="308618" cy="165379"/>
                <a:chOff x="3815255" y="3193548"/>
                <a:chExt cx="245942" cy="165379"/>
              </a:xfrm>
              <a:grpFill/>
            </p:grpSpPr>
            <p:sp>
              <p:nvSpPr>
                <p:cNvPr id="131" name="矩形 130">
                  <a:extLst>
                    <a:ext uri="{FF2B5EF4-FFF2-40B4-BE49-F238E27FC236}">
                      <a16:creationId xmlns:a16="http://schemas.microsoft.com/office/drawing/2014/main" xmlns="" id="{FC103FF0-2244-9B4A-AD48-4BB51BFD0E33}"/>
                    </a:ext>
                  </a:extLst>
                </p:cNvPr>
                <p:cNvSpPr/>
                <p:nvPr/>
              </p:nvSpPr>
              <p:spPr>
                <a:xfrm>
                  <a:off x="3815255" y="3193548"/>
                  <a:ext cx="245942" cy="165379"/>
                </a:xfrm>
                <a:prstGeom prst="rect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32" name="矩形 131">
                  <a:extLst>
                    <a:ext uri="{FF2B5EF4-FFF2-40B4-BE49-F238E27FC236}">
                      <a16:creationId xmlns:a16="http://schemas.microsoft.com/office/drawing/2014/main" xmlns="" id="{283BEE1B-7436-1F40-B878-EA1DF47D6D17}"/>
                    </a:ext>
                  </a:extLst>
                </p:cNvPr>
                <p:cNvSpPr/>
                <p:nvPr/>
              </p:nvSpPr>
              <p:spPr>
                <a:xfrm>
                  <a:off x="3850539" y="3228273"/>
                  <a:ext cx="175373" cy="10289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</p:grp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xmlns="" id="{E612A807-F8D4-5244-A9AD-6B445D178FC9}"/>
                </a:ext>
              </a:extLst>
            </p:cNvPr>
            <p:cNvSpPr/>
            <p:nvPr/>
          </p:nvSpPr>
          <p:spPr>
            <a:xfrm>
              <a:off x="7877459" y="5452235"/>
              <a:ext cx="447791" cy="19098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134" name="群組 133">
              <a:extLst>
                <a:ext uri="{FF2B5EF4-FFF2-40B4-BE49-F238E27FC236}">
                  <a16:creationId xmlns:a16="http://schemas.microsoft.com/office/drawing/2014/main" xmlns="" id="{A1B5135D-C956-794D-BCC8-F9311AE1B792}"/>
                </a:ext>
              </a:extLst>
            </p:cNvPr>
            <p:cNvGrpSpPr/>
            <p:nvPr/>
          </p:nvGrpSpPr>
          <p:grpSpPr>
            <a:xfrm>
              <a:off x="4416274" y="3789570"/>
              <a:ext cx="1697840" cy="1661375"/>
              <a:chOff x="4602061" y="1697553"/>
              <a:chExt cx="1697840" cy="1661375"/>
            </a:xfrm>
            <a:solidFill>
              <a:schemeClr val="bg1"/>
            </a:solidFill>
          </p:grpSpPr>
          <p:sp>
            <p:nvSpPr>
              <p:cNvPr id="135" name="橢圓 134">
                <a:extLst>
                  <a:ext uri="{FF2B5EF4-FFF2-40B4-BE49-F238E27FC236}">
                    <a16:creationId xmlns:a16="http://schemas.microsoft.com/office/drawing/2014/main" xmlns="" id="{860676CB-F5D2-A249-B797-B084005648AE}"/>
                  </a:ext>
                </a:extLst>
              </p:cNvPr>
              <p:cNvSpPr/>
              <p:nvPr/>
            </p:nvSpPr>
            <p:spPr>
              <a:xfrm>
                <a:off x="4602061" y="1697553"/>
                <a:ext cx="1661375" cy="1661375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36" name="橢圓 135">
                <a:extLst>
                  <a:ext uri="{FF2B5EF4-FFF2-40B4-BE49-F238E27FC236}">
                    <a16:creationId xmlns:a16="http://schemas.microsoft.com/office/drawing/2014/main" xmlns="" id="{D4D5C5F1-19CA-6547-AB8B-BC55010E5DE2}"/>
                  </a:ext>
                </a:extLst>
              </p:cNvPr>
              <p:cNvSpPr/>
              <p:nvPr/>
            </p:nvSpPr>
            <p:spPr>
              <a:xfrm>
                <a:off x="4795580" y="1891072"/>
                <a:ext cx="1274336" cy="127433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37" name="橢圓 136">
                <a:extLst>
                  <a:ext uri="{FF2B5EF4-FFF2-40B4-BE49-F238E27FC236}">
                    <a16:creationId xmlns:a16="http://schemas.microsoft.com/office/drawing/2014/main" xmlns="" id="{1F6A8989-3143-8F42-84E6-3EACACD28FBE}"/>
                  </a:ext>
                </a:extLst>
              </p:cNvPr>
              <p:cNvSpPr/>
              <p:nvPr/>
            </p:nvSpPr>
            <p:spPr>
              <a:xfrm>
                <a:off x="4849052" y="1944544"/>
                <a:ext cx="1167391" cy="1167391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dirty="0"/>
              </a:p>
            </p:txBody>
          </p:sp>
          <p:grpSp>
            <p:nvGrpSpPr>
              <p:cNvPr id="138" name="群組 137">
                <a:extLst>
                  <a:ext uri="{FF2B5EF4-FFF2-40B4-BE49-F238E27FC236}">
                    <a16:creationId xmlns:a16="http://schemas.microsoft.com/office/drawing/2014/main" xmlns="" id="{CE2F8734-7735-C345-8BCC-3E81A2DDBCF2}"/>
                  </a:ext>
                </a:extLst>
              </p:cNvPr>
              <p:cNvGrpSpPr/>
              <p:nvPr/>
            </p:nvGrpSpPr>
            <p:grpSpPr>
              <a:xfrm>
                <a:off x="5991283" y="2459619"/>
                <a:ext cx="308618" cy="165379"/>
                <a:chOff x="3815255" y="3193548"/>
                <a:chExt cx="245942" cy="165379"/>
              </a:xfrm>
              <a:grpFill/>
            </p:grpSpPr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xmlns="" id="{BEB54437-58DE-FF46-9CDA-8C675A41F3CA}"/>
                    </a:ext>
                  </a:extLst>
                </p:cNvPr>
                <p:cNvSpPr/>
                <p:nvPr/>
              </p:nvSpPr>
              <p:spPr>
                <a:xfrm>
                  <a:off x="3815255" y="3193548"/>
                  <a:ext cx="245942" cy="165379"/>
                </a:xfrm>
                <a:prstGeom prst="rect">
                  <a:avLst/>
                </a:prstGeom>
                <a:grpFill/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  <p:sp>
              <p:nvSpPr>
                <p:cNvPr id="140" name="矩形 139">
                  <a:extLst>
                    <a:ext uri="{FF2B5EF4-FFF2-40B4-BE49-F238E27FC236}">
                      <a16:creationId xmlns:a16="http://schemas.microsoft.com/office/drawing/2014/main" xmlns="" id="{D5EB680C-8363-1440-A928-051B51D3786C}"/>
                    </a:ext>
                  </a:extLst>
                </p:cNvPr>
                <p:cNvSpPr/>
                <p:nvPr/>
              </p:nvSpPr>
              <p:spPr>
                <a:xfrm>
                  <a:off x="3850539" y="3228273"/>
                  <a:ext cx="175373" cy="10289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/>
                </a:p>
              </p:txBody>
            </p:sp>
          </p:grpSp>
        </p:grp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xmlns="" id="{44A4D45A-BC21-504A-859A-CCCFB718FAE7}"/>
                </a:ext>
              </a:extLst>
            </p:cNvPr>
            <p:cNvSpPr/>
            <p:nvPr/>
          </p:nvSpPr>
          <p:spPr>
            <a:xfrm>
              <a:off x="5805496" y="5493157"/>
              <a:ext cx="447791" cy="19098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43" name="直線接點 142">
              <a:extLst>
                <a:ext uri="{FF2B5EF4-FFF2-40B4-BE49-F238E27FC236}">
                  <a16:creationId xmlns:a16="http://schemas.microsoft.com/office/drawing/2014/main" xmlns="" id="{67E2FBC7-8926-494A-A637-FB9F44B0E0CE}"/>
                </a:ext>
              </a:extLst>
            </p:cNvPr>
            <p:cNvCxnSpPr/>
            <p:nvPr/>
          </p:nvCxnSpPr>
          <p:spPr>
            <a:xfrm flipV="1">
              <a:off x="4006549" y="893621"/>
              <a:ext cx="0" cy="2493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線接點 143">
              <a:extLst>
                <a:ext uri="{FF2B5EF4-FFF2-40B4-BE49-F238E27FC236}">
                  <a16:creationId xmlns:a16="http://schemas.microsoft.com/office/drawing/2014/main" xmlns="" id="{3E837E8D-7EBC-244F-8FA1-1AC8D2528C4A}"/>
                </a:ext>
              </a:extLst>
            </p:cNvPr>
            <p:cNvCxnSpPr/>
            <p:nvPr/>
          </p:nvCxnSpPr>
          <p:spPr>
            <a:xfrm flipV="1">
              <a:off x="8722247" y="893621"/>
              <a:ext cx="0" cy="2493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線箭頭接點 152">
              <a:extLst>
                <a:ext uri="{FF2B5EF4-FFF2-40B4-BE49-F238E27FC236}">
                  <a16:creationId xmlns:a16="http://schemas.microsoft.com/office/drawing/2014/main" xmlns="" id="{C0CBDF7F-A85D-9748-9C68-DB29BD09876F}"/>
                </a:ext>
              </a:extLst>
            </p:cNvPr>
            <p:cNvCxnSpPr/>
            <p:nvPr/>
          </p:nvCxnSpPr>
          <p:spPr>
            <a:xfrm>
              <a:off x="4006549" y="1016876"/>
              <a:ext cx="471569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xmlns="" id="{F8FB4CE4-8CCB-E14A-B402-C6186A6760F8}"/>
                </a:ext>
              </a:extLst>
            </p:cNvPr>
            <p:cNvSpPr txBox="1"/>
            <p:nvPr/>
          </p:nvSpPr>
          <p:spPr>
            <a:xfrm>
              <a:off x="6168893" y="794931"/>
              <a:ext cx="3818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latin typeface="Avenir Next Condensed" panose="020B0506020202020204" pitchFamily="34" charset="0"/>
                </a:rPr>
                <a:t>200</a:t>
              </a:r>
              <a:endParaRPr kumimoji="1" lang="zh-TW" altLang="en-US" sz="1100" dirty="0">
                <a:latin typeface="Avenir Next Condensed" panose="020B0506020202020204" pitchFamily="34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xmlns="" id="{78FDABC8-4138-4B43-BA7B-2626A2EC9DEB}"/>
                </a:ext>
              </a:extLst>
            </p:cNvPr>
            <p:cNvSpPr/>
            <p:nvPr/>
          </p:nvSpPr>
          <p:spPr>
            <a:xfrm>
              <a:off x="4105340" y="5943186"/>
              <a:ext cx="157656" cy="26705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xmlns="" id="{8BD56D64-127B-7143-A43E-C195E2934637}"/>
                </a:ext>
              </a:extLst>
            </p:cNvPr>
            <p:cNvSpPr/>
            <p:nvPr/>
          </p:nvSpPr>
          <p:spPr>
            <a:xfrm>
              <a:off x="8484190" y="5942772"/>
              <a:ext cx="157656" cy="26705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xmlns="" id="{ECC3BF46-3D2E-2849-A1BF-02BA1973E3E4}"/>
                </a:ext>
              </a:extLst>
            </p:cNvPr>
            <p:cNvSpPr txBox="1"/>
            <p:nvPr/>
          </p:nvSpPr>
          <p:spPr>
            <a:xfrm>
              <a:off x="5745285" y="3339976"/>
              <a:ext cx="5052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W / 26</a:t>
              </a:r>
              <a:endParaRPr kumimoji="1" lang="zh-TW" altLang="en-US" sz="1100" dirty="0">
                <a:solidFill>
                  <a:schemeClr val="bg1"/>
                </a:solidFill>
                <a:latin typeface="Avenir Next Condensed" panose="020B0506020202020204" pitchFamily="34" charset="0"/>
              </a:endParaRPr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xmlns="" id="{A227A3B7-D196-6A4B-A5E7-CBD4FE99E309}"/>
                </a:ext>
              </a:extLst>
            </p:cNvPr>
            <p:cNvSpPr txBox="1"/>
            <p:nvPr/>
          </p:nvSpPr>
          <p:spPr>
            <a:xfrm>
              <a:off x="5784229" y="5489465"/>
              <a:ext cx="482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H / 47</a:t>
              </a:r>
              <a:endParaRPr kumimoji="1" lang="zh-TW" altLang="en-US" sz="1100" dirty="0">
                <a:solidFill>
                  <a:schemeClr val="bg1"/>
                </a:solidFill>
                <a:latin typeface="Avenir Next Condensed" panose="020B0506020202020204" pitchFamily="34" charset="0"/>
              </a:endParaRPr>
            </a:p>
          </p:txBody>
        </p:sp>
        <p:sp>
          <p:nvSpPr>
            <p:cNvPr id="173" name="文字方塊 172">
              <a:extLst>
                <a:ext uri="{FF2B5EF4-FFF2-40B4-BE49-F238E27FC236}">
                  <a16:creationId xmlns:a16="http://schemas.microsoft.com/office/drawing/2014/main" xmlns="" id="{E1AB975A-53DF-E345-B889-D3702A745764}"/>
                </a:ext>
              </a:extLst>
            </p:cNvPr>
            <p:cNvSpPr txBox="1"/>
            <p:nvPr/>
          </p:nvSpPr>
          <p:spPr>
            <a:xfrm>
              <a:off x="7862347" y="3335126"/>
              <a:ext cx="5052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W / 03</a:t>
              </a:r>
              <a:endParaRPr kumimoji="1" lang="zh-TW" altLang="en-US" sz="1100" dirty="0">
                <a:solidFill>
                  <a:schemeClr val="bg1"/>
                </a:solidFill>
                <a:latin typeface="Avenir Next Condensed" panose="020B0506020202020204" pitchFamily="34" charset="0"/>
              </a:endParaRPr>
            </a:p>
          </p:txBody>
        </p:sp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xmlns="" id="{224B4B5F-69A4-CF4D-8195-AE5026FD999C}"/>
                </a:ext>
              </a:extLst>
            </p:cNvPr>
            <p:cNvSpPr txBox="1"/>
            <p:nvPr/>
          </p:nvSpPr>
          <p:spPr>
            <a:xfrm>
              <a:off x="7881272" y="5430736"/>
              <a:ext cx="4411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>
                  <a:solidFill>
                    <a:schemeClr val="bg1"/>
                  </a:solidFill>
                  <a:latin typeface="Avenir Next Condensed" panose="020B0506020202020204" pitchFamily="34" charset="0"/>
                </a:rPr>
                <a:t>--------</a:t>
              </a:r>
              <a:endParaRPr kumimoji="1" lang="zh-TW" altLang="en-US" sz="1100" dirty="0">
                <a:solidFill>
                  <a:schemeClr val="bg1"/>
                </a:solidFill>
                <a:latin typeface="Avenir Next Condensed" panose="020B0506020202020204" pitchFamily="34" charset="0"/>
              </a:endParaRPr>
            </a:p>
          </p:txBody>
        </p:sp>
        <p:grpSp>
          <p:nvGrpSpPr>
            <p:cNvPr id="182" name="群組 181">
              <a:extLst>
                <a:ext uri="{FF2B5EF4-FFF2-40B4-BE49-F238E27FC236}">
                  <a16:creationId xmlns:a16="http://schemas.microsoft.com/office/drawing/2014/main" xmlns="" id="{45E7BA28-7C82-BA45-87BE-929246CA10E9}"/>
                </a:ext>
              </a:extLst>
            </p:cNvPr>
            <p:cNvGrpSpPr/>
            <p:nvPr/>
          </p:nvGrpSpPr>
          <p:grpSpPr>
            <a:xfrm>
              <a:off x="8507102" y="1262501"/>
              <a:ext cx="206062" cy="206062"/>
              <a:chOff x="4062620" y="1268721"/>
              <a:chExt cx="206062" cy="206062"/>
            </a:xfrm>
          </p:grpSpPr>
          <p:sp>
            <p:nvSpPr>
              <p:cNvPr id="183" name="橢圓 182">
                <a:extLst>
                  <a:ext uri="{FF2B5EF4-FFF2-40B4-BE49-F238E27FC236}">
                    <a16:creationId xmlns:a16="http://schemas.microsoft.com/office/drawing/2014/main" xmlns="" id="{EE814088-4A1D-AA4C-9E56-A8A6B74BFEE0}"/>
                  </a:ext>
                </a:extLst>
              </p:cNvPr>
              <p:cNvSpPr/>
              <p:nvPr/>
            </p:nvSpPr>
            <p:spPr>
              <a:xfrm>
                <a:off x="4062620" y="1268721"/>
                <a:ext cx="206062" cy="2060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xmlns="" id="{CD23DE1D-5E9F-6248-A124-E9AC69BE0E1F}"/>
                  </a:ext>
                </a:extLst>
              </p:cNvPr>
              <p:cNvSpPr/>
              <p:nvPr/>
            </p:nvSpPr>
            <p:spPr>
              <a:xfrm rot="2872407">
                <a:off x="4137065" y="1290410"/>
                <a:ext cx="50488" cy="16268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xmlns="" id="{01ED8D49-674B-944D-8884-2769725E56DD}"/>
                </a:ext>
              </a:extLst>
            </p:cNvPr>
            <p:cNvGrpSpPr/>
            <p:nvPr/>
          </p:nvGrpSpPr>
          <p:grpSpPr>
            <a:xfrm>
              <a:off x="4046355" y="5701677"/>
              <a:ext cx="206062" cy="206062"/>
              <a:chOff x="4062620" y="1268721"/>
              <a:chExt cx="206062" cy="206062"/>
            </a:xfrm>
          </p:grpSpPr>
          <p:sp>
            <p:nvSpPr>
              <p:cNvPr id="186" name="橢圓 185">
                <a:extLst>
                  <a:ext uri="{FF2B5EF4-FFF2-40B4-BE49-F238E27FC236}">
                    <a16:creationId xmlns:a16="http://schemas.microsoft.com/office/drawing/2014/main" xmlns="" id="{F973E02B-F3F9-6E4A-B5E1-D95D0214FAE2}"/>
                  </a:ext>
                </a:extLst>
              </p:cNvPr>
              <p:cNvSpPr/>
              <p:nvPr/>
            </p:nvSpPr>
            <p:spPr>
              <a:xfrm>
                <a:off x="4062620" y="1268721"/>
                <a:ext cx="206062" cy="2060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xmlns="" id="{170E871F-62BB-074E-BC57-BFC186738F3A}"/>
                  </a:ext>
                </a:extLst>
              </p:cNvPr>
              <p:cNvSpPr/>
              <p:nvPr/>
            </p:nvSpPr>
            <p:spPr>
              <a:xfrm rot="2872407">
                <a:off x="4137065" y="1290410"/>
                <a:ext cx="50488" cy="16268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  <p:grpSp>
          <p:nvGrpSpPr>
            <p:cNvPr id="188" name="群組 187">
              <a:extLst>
                <a:ext uri="{FF2B5EF4-FFF2-40B4-BE49-F238E27FC236}">
                  <a16:creationId xmlns:a16="http://schemas.microsoft.com/office/drawing/2014/main" xmlns="" id="{BA4FF4ED-5208-D44E-8C97-E9928781B8B8}"/>
                </a:ext>
              </a:extLst>
            </p:cNvPr>
            <p:cNvGrpSpPr/>
            <p:nvPr/>
          </p:nvGrpSpPr>
          <p:grpSpPr>
            <a:xfrm>
              <a:off x="8500825" y="5710310"/>
              <a:ext cx="206062" cy="206062"/>
              <a:chOff x="4062620" y="1268721"/>
              <a:chExt cx="206062" cy="206062"/>
            </a:xfrm>
          </p:grpSpPr>
          <p:sp>
            <p:nvSpPr>
              <p:cNvPr id="189" name="橢圓 188">
                <a:extLst>
                  <a:ext uri="{FF2B5EF4-FFF2-40B4-BE49-F238E27FC236}">
                    <a16:creationId xmlns:a16="http://schemas.microsoft.com/office/drawing/2014/main" xmlns="" id="{FFDDBEDB-2EF0-4041-8006-07423FF55FA5}"/>
                  </a:ext>
                </a:extLst>
              </p:cNvPr>
              <p:cNvSpPr/>
              <p:nvPr/>
            </p:nvSpPr>
            <p:spPr>
              <a:xfrm>
                <a:off x="4062620" y="1268721"/>
                <a:ext cx="206062" cy="20606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xmlns="" id="{D590362E-2DB7-6F49-B736-9986115A048B}"/>
                  </a:ext>
                </a:extLst>
              </p:cNvPr>
              <p:cNvSpPr/>
              <p:nvPr/>
            </p:nvSpPr>
            <p:spPr>
              <a:xfrm rot="2872407">
                <a:off x="4137065" y="1290410"/>
                <a:ext cx="50488" cy="16268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</p:grp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7415731F-FD08-3047-9903-717C3C03D523}"/>
              </a:ext>
            </a:extLst>
          </p:cNvPr>
          <p:cNvSpPr/>
          <p:nvPr/>
        </p:nvSpPr>
        <p:spPr>
          <a:xfrm>
            <a:off x="1290962" y="1507684"/>
            <a:ext cx="189272" cy="89301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5073A1D2-1713-9D4D-99CF-D70EDBCD169C}"/>
              </a:ext>
            </a:extLst>
          </p:cNvPr>
          <p:cNvSpPr/>
          <p:nvPr/>
        </p:nvSpPr>
        <p:spPr>
          <a:xfrm>
            <a:off x="1230300" y="4178075"/>
            <a:ext cx="1404257" cy="20679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xmlns="" id="{4DBB2BCC-2C4B-9447-BFD2-A3C49D3B5151}"/>
              </a:ext>
            </a:extLst>
          </p:cNvPr>
          <p:cNvSpPr/>
          <p:nvPr/>
        </p:nvSpPr>
        <p:spPr>
          <a:xfrm>
            <a:off x="3511629" y="4178075"/>
            <a:ext cx="1404257" cy="206791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xmlns="" id="{E9406327-3019-2947-90B0-22E16DE6A21A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385598" y="0"/>
            <a:ext cx="0" cy="150768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xmlns="" id="{15EC88FB-C7AE-264F-A677-2C80FEAAB48C}"/>
              </a:ext>
            </a:extLst>
          </p:cNvPr>
          <p:cNvSpPr/>
          <p:nvPr/>
        </p:nvSpPr>
        <p:spPr>
          <a:xfrm>
            <a:off x="3279372" y="1505059"/>
            <a:ext cx="189272" cy="89301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xmlns="" id="{A31BD246-8ED4-4145-B082-F7090F0A42CC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3374008" y="-2625"/>
            <a:ext cx="0" cy="150768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xmlns="" id="{CD2C0671-4F62-494A-8B2D-8E12C5FF9C4B}"/>
              </a:ext>
            </a:extLst>
          </p:cNvPr>
          <p:cNvSpPr/>
          <p:nvPr/>
        </p:nvSpPr>
        <p:spPr>
          <a:xfrm>
            <a:off x="1444785" y="4534643"/>
            <a:ext cx="987543" cy="14542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xmlns="" id="{E8A4CC5F-C040-BE4C-969D-C6C9B261B1D7}"/>
              </a:ext>
            </a:extLst>
          </p:cNvPr>
          <p:cNvSpPr/>
          <p:nvPr/>
        </p:nvSpPr>
        <p:spPr>
          <a:xfrm>
            <a:off x="1497718" y="4580822"/>
            <a:ext cx="855186" cy="136277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xmlns="" id="{658FB0CC-B2EC-7B45-9538-1EFD2485F067}"/>
              </a:ext>
            </a:extLst>
          </p:cNvPr>
          <p:cNvSpPr/>
          <p:nvPr/>
        </p:nvSpPr>
        <p:spPr>
          <a:xfrm>
            <a:off x="2339030" y="5196998"/>
            <a:ext cx="308618" cy="165379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xmlns="" id="{11EB7088-F35B-A74C-B738-1323BEDAEBA2}"/>
              </a:ext>
            </a:extLst>
          </p:cNvPr>
          <p:cNvSpPr/>
          <p:nvPr/>
        </p:nvSpPr>
        <p:spPr>
          <a:xfrm>
            <a:off x="3742300" y="4563243"/>
            <a:ext cx="987543" cy="145425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xmlns="" id="{F57837EC-E578-DB47-8702-4852390EDDCC}"/>
              </a:ext>
            </a:extLst>
          </p:cNvPr>
          <p:cNvSpPr/>
          <p:nvPr/>
        </p:nvSpPr>
        <p:spPr>
          <a:xfrm>
            <a:off x="3795233" y="4609422"/>
            <a:ext cx="855186" cy="136277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xmlns="" id="{7CED19CB-E6B5-BC4D-A501-FCDBBC431D52}"/>
              </a:ext>
            </a:extLst>
          </p:cNvPr>
          <p:cNvSpPr/>
          <p:nvPr/>
        </p:nvSpPr>
        <p:spPr>
          <a:xfrm>
            <a:off x="4636545" y="5225598"/>
            <a:ext cx="308618" cy="165379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2" name="直線箭頭接點 111">
            <a:extLst>
              <a:ext uri="{FF2B5EF4-FFF2-40B4-BE49-F238E27FC236}">
                <a16:creationId xmlns:a16="http://schemas.microsoft.com/office/drawing/2014/main" xmlns="" id="{A48DCF5C-95B3-5D4F-BC97-BC15BA4C52AB}"/>
              </a:ext>
            </a:extLst>
          </p:cNvPr>
          <p:cNvCxnSpPr>
            <a:cxnSpLocks/>
          </p:cNvCxnSpPr>
          <p:nvPr/>
        </p:nvCxnSpPr>
        <p:spPr>
          <a:xfrm>
            <a:off x="5019426" y="1673976"/>
            <a:ext cx="0" cy="575731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>
            <a:extLst>
              <a:ext uri="{FF2B5EF4-FFF2-40B4-BE49-F238E27FC236}">
                <a16:creationId xmlns:a16="http://schemas.microsoft.com/office/drawing/2014/main" xmlns="" id="{5C0CD109-88F8-D548-B394-5DFD4C4E3184}"/>
              </a:ext>
            </a:extLst>
          </p:cNvPr>
          <p:cNvSpPr txBox="1"/>
          <p:nvPr/>
        </p:nvSpPr>
        <p:spPr>
          <a:xfrm rot="5400000">
            <a:off x="5034817" y="1874235"/>
            <a:ext cx="31611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40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119" name="直線箭頭接點 118">
            <a:extLst>
              <a:ext uri="{FF2B5EF4-FFF2-40B4-BE49-F238E27FC236}">
                <a16:creationId xmlns:a16="http://schemas.microsoft.com/office/drawing/2014/main" xmlns="" id="{D50CCF0F-14DA-C94E-9A91-2BF692F6C100}"/>
              </a:ext>
            </a:extLst>
          </p:cNvPr>
          <p:cNvCxnSpPr>
            <a:cxnSpLocks/>
          </p:cNvCxnSpPr>
          <p:nvPr/>
        </p:nvCxnSpPr>
        <p:spPr>
          <a:xfrm>
            <a:off x="3388137" y="1516860"/>
            <a:ext cx="0" cy="861446"/>
          </a:xfrm>
          <a:prstGeom prst="straightConnector1">
            <a:avLst/>
          </a:prstGeom>
          <a:solidFill>
            <a:schemeClr val="bg1"/>
          </a:solidFill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字方塊 119">
            <a:extLst>
              <a:ext uri="{FF2B5EF4-FFF2-40B4-BE49-F238E27FC236}">
                <a16:creationId xmlns:a16="http://schemas.microsoft.com/office/drawing/2014/main" xmlns="" id="{2B3FBDCD-5DBB-AB40-A4DF-077126744E13}"/>
              </a:ext>
            </a:extLst>
          </p:cNvPr>
          <p:cNvSpPr txBox="1"/>
          <p:nvPr/>
        </p:nvSpPr>
        <p:spPr>
          <a:xfrm rot="5400000">
            <a:off x="3324878" y="1918217"/>
            <a:ext cx="4729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45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xmlns="" id="{B6833501-2858-1D41-9FBA-B4CFC17105EE}"/>
              </a:ext>
            </a:extLst>
          </p:cNvPr>
          <p:cNvSpPr txBox="1"/>
          <p:nvPr/>
        </p:nvSpPr>
        <p:spPr>
          <a:xfrm>
            <a:off x="1943820" y="4227642"/>
            <a:ext cx="382119" cy="2616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1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02 </a:t>
            </a:r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xmlns="" id="{8CFB7E19-50BF-EA4A-ADDC-904C6744BF65}"/>
              </a:ext>
            </a:extLst>
          </p:cNvPr>
          <p:cNvSpPr txBox="1"/>
          <p:nvPr/>
        </p:nvSpPr>
        <p:spPr>
          <a:xfrm rot="5400000">
            <a:off x="2355608" y="4266376"/>
            <a:ext cx="276143" cy="1934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xmlns="" id="{BE60DD32-06EB-944B-9111-22F59EE2BBA2}"/>
              </a:ext>
            </a:extLst>
          </p:cNvPr>
          <p:cNvSpPr txBox="1"/>
          <p:nvPr/>
        </p:nvSpPr>
        <p:spPr>
          <a:xfrm>
            <a:off x="4215936" y="4232588"/>
            <a:ext cx="382119" cy="2616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1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05 </a:t>
            </a:r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xmlns="" id="{FE8801CB-09F0-6048-B0EC-8421330F854C}"/>
              </a:ext>
            </a:extLst>
          </p:cNvPr>
          <p:cNvSpPr txBox="1"/>
          <p:nvPr/>
        </p:nvSpPr>
        <p:spPr>
          <a:xfrm rot="5400000">
            <a:off x="4627724" y="4271322"/>
            <a:ext cx="276143" cy="1934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xmlns="" id="{5307FB70-DF8B-AB44-B79D-33B82E801221}"/>
              </a:ext>
            </a:extLst>
          </p:cNvPr>
          <p:cNvCxnSpPr>
            <a:cxnSpLocks/>
          </p:cNvCxnSpPr>
          <p:nvPr/>
        </p:nvCxnSpPr>
        <p:spPr>
          <a:xfrm flipV="1">
            <a:off x="988237" y="1035135"/>
            <a:ext cx="0" cy="7229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線箭頭接點 148">
            <a:extLst>
              <a:ext uri="{FF2B5EF4-FFF2-40B4-BE49-F238E27FC236}">
                <a16:creationId xmlns:a16="http://schemas.microsoft.com/office/drawing/2014/main" xmlns="" id="{D8FA4F04-77D9-404E-87EC-F1B5DAF6249A}"/>
              </a:ext>
            </a:extLst>
          </p:cNvPr>
          <p:cNvCxnSpPr>
            <a:cxnSpLocks/>
          </p:cNvCxnSpPr>
          <p:nvPr/>
        </p:nvCxnSpPr>
        <p:spPr>
          <a:xfrm>
            <a:off x="988237" y="1158390"/>
            <a:ext cx="51130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文字方塊 149">
            <a:extLst>
              <a:ext uri="{FF2B5EF4-FFF2-40B4-BE49-F238E27FC236}">
                <a16:creationId xmlns:a16="http://schemas.microsoft.com/office/drawing/2014/main" xmlns="" id="{95AC914A-E4CD-A24C-9C80-4270DC1B2854}"/>
              </a:ext>
            </a:extLst>
          </p:cNvPr>
          <p:cNvSpPr txBox="1"/>
          <p:nvPr/>
        </p:nvSpPr>
        <p:spPr>
          <a:xfrm>
            <a:off x="3580415" y="936445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230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xmlns="" id="{793BB59D-9628-DB45-9D07-08874B7C0DB4}"/>
              </a:ext>
            </a:extLst>
          </p:cNvPr>
          <p:cNvCxnSpPr>
            <a:cxnSpLocks/>
          </p:cNvCxnSpPr>
          <p:nvPr/>
        </p:nvCxnSpPr>
        <p:spPr>
          <a:xfrm>
            <a:off x="10930802" y="1373359"/>
            <a:ext cx="2314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xmlns="" id="{AF5A1051-D1C4-1E4A-9EB6-F01BDCE71BC4}"/>
              </a:ext>
            </a:extLst>
          </p:cNvPr>
          <p:cNvCxnSpPr>
            <a:cxnSpLocks/>
          </p:cNvCxnSpPr>
          <p:nvPr/>
        </p:nvCxnSpPr>
        <p:spPr>
          <a:xfrm>
            <a:off x="10930802" y="6083759"/>
            <a:ext cx="2314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線箭頭接點 155">
            <a:extLst>
              <a:ext uri="{FF2B5EF4-FFF2-40B4-BE49-F238E27FC236}">
                <a16:creationId xmlns:a16="http://schemas.microsoft.com/office/drawing/2014/main" xmlns="" id="{C2D3D754-7C77-8549-999C-05DB8F9A5E39}"/>
              </a:ext>
            </a:extLst>
          </p:cNvPr>
          <p:cNvCxnSpPr>
            <a:cxnSpLocks/>
          </p:cNvCxnSpPr>
          <p:nvPr/>
        </p:nvCxnSpPr>
        <p:spPr>
          <a:xfrm>
            <a:off x="11084161" y="1392424"/>
            <a:ext cx="0" cy="469133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字方塊 159">
            <a:extLst>
              <a:ext uri="{FF2B5EF4-FFF2-40B4-BE49-F238E27FC236}">
                <a16:creationId xmlns:a16="http://schemas.microsoft.com/office/drawing/2014/main" xmlns="" id="{6B5E25B2-EC50-704F-B348-7621EF091154}"/>
              </a:ext>
            </a:extLst>
          </p:cNvPr>
          <p:cNvSpPr txBox="1"/>
          <p:nvPr/>
        </p:nvSpPr>
        <p:spPr>
          <a:xfrm rot="5400000">
            <a:off x="11044063" y="3622499"/>
            <a:ext cx="325294" cy="222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210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xmlns="" id="{AF9EC6F8-3EC1-9B4F-9CC3-E854F3646988}"/>
              </a:ext>
            </a:extLst>
          </p:cNvPr>
          <p:cNvCxnSpPr>
            <a:cxnSpLocks/>
          </p:cNvCxnSpPr>
          <p:nvPr/>
        </p:nvCxnSpPr>
        <p:spPr>
          <a:xfrm>
            <a:off x="5737006" y="3746685"/>
            <a:ext cx="355583" cy="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直線接點 163">
            <a:extLst>
              <a:ext uri="{FF2B5EF4-FFF2-40B4-BE49-F238E27FC236}">
                <a16:creationId xmlns:a16="http://schemas.microsoft.com/office/drawing/2014/main" xmlns="" id="{11C9A453-E9CD-A040-9FAC-715795EC7A25}"/>
              </a:ext>
            </a:extLst>
          </p:cNvPr>
          <p:cNvCxnSpPr>
            <a:cxnSpLocks/>
          </p:cNvCxnSpPr>
          <p:nvPr/>
        </p:nvCxnSpPr>
        <p:spPr>
          <a:xfrm>
            <a:off x="5737006" y="6057886"/>
            <a:ext cx="3837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線箭頭接點 164">
            <a:extLst>
              <a:ext uri="{FF2B5EF4-FFF2-40B4-BE49-F238E27FC236}">
                <a16:creationId xmlns:a16="http://schemas.microsoft.com/office/drawing/2014/main" xmlns="" id="{AC31D9F1-B66D-9940-81FF-1B20A79C20F1}"/>
              </a:ext>
            </a:extLst>
          </p:cNvPr>
          <p:cNvCxnSpPr>
            <a:cxnSpLocks/>
          </p:cNvCxnSpPr>
          <p:nvPr/>
        </p:nvCxnSpPr>
        <p:spPr>
          <a:xfrm>
            <a:off x="5801254" y="3743100"/>
            <a:ext cx="0" cy="23126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字方塊 165">
            <a:extLst>
              <a:ext uri="{FF2B5EF4-FFF2-40B4-BE49-F238E27FC236}">
                <a16:creationId xmlns:a16="http://schemas.microsoft.com/office/drawing/2014/main" xmlns="" id="{94239D7D-3D2C-674D-AB09-06D126097470}"/>
              </a:ext>
            </a:extLst>
          </p:cNvPr>
          <p:cNvSpPr txBox="1"/>
          <p:nvPr/>
        </p:nvSpPr>
        <p:spPr>
          <a:xfrm rot="5400000">
            <a:off x="5847352" y="4830401"/>
            <a:ext cx="325294" cy="222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100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xmlns="" id="{D8CC14A2-B80D-334D-8D0F-FB9AD418DF1B}"/>
              </a:ext>
            </a:extLst>
          </p:cNvPr>
          <p:cNvSpPr txBox="1"/>
          <p:nvPr/>
        </p:nvSpPr>
        <p:spPr>
          <a:xfrm>
            <a:off x="4630362" y="694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輸送帶</a:t>
            </a:r>
          </a:p>
        </p:txBody>
      </p:sp>
      <p:cxnSp>
        <p:nvCxnSpPr>
          <p:cNvPr id="151" name="直線箭頭接點 150">
            <a:extLst>
              <a:ext uri="{FF2B5EF4-FFF2-40B4-BE49-F238E27FC236}">
                <a16:creationId xmlns:a16="http://schemas.microsoft.com/office/drawing/2014/main" xmlns="" id="{71E7574C-3F1B-054B-A3AC-19F411F49579}"/>
              </a:ext>
            </a:extLst>
          </p:cNvPr>
          <p:cNvCxnSpPr>
            <a:cxnSpLocks/>
            <a:stCxn id="145" idx="2"/>
            <a:endCxn id="2" idx="0"/>
          </p:cNvCxnSpPr>
          <p:nvPr/>
        </p:nvCxnSpPr>
        <p:spPr>
          <a:xfrm flipH="1">
            <a:off x="4818032" y="1063820"/>
            <a:ext cx="250912" cy="60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95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993FD02-88CB-6D4B-A02D-95130CAA4388}"/>
              </a:ext>
            </a:extLst>
          </p:cNvPr>
          <p:cNvSpPr/>
          <p:nvPr/>
        </p:nvSpPr>
        <p:spPr>
          <a:xfrm>
            <a:off x="2079525" y="2425667"/>
            <a:ext cx="2003923" cy="295097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BA6BED07-51C8-D54A-A37E-DDEB0477E9FC}"/>
              </a:ext>
            </a:extLst>
          </p:cNvPr>
          <p:cNvSpPr/>
          <p:nvPr/>
        </p:nvSpPr>
        <p:spPr>
          <a:xfrm>
            <a:off x="2408700" y="2975315"/>
            <a:ext cx="1409258" cy="207527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0574002-B549-E146-8880-71434BBDDA5B}"/>
              </a:ext>
            </a:extLst>
          </p:cNvPr>
          <p:cNvSpPr/>
          <p:nvPr/>
        </p:nvSpPr>
        <p:spPr>
          <a:xfrm>
            <a:off x="2484238" y="3041214"/>
            <a:ext cx="1220380" cy="19447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0B72D238-ABD1-7848-A6D7-FEF462A0652C}"/>
              </a:ext>
            </a:extLst>
          </p:cNvPr>
          <p:cNvSpPr/>
          <p:nvPr/>
        </p:nvSpPr>
        <p:spPr>
          <a:xfrm>
            <a:off x="3684819" y="3920518"/>
            <a:ext cx="440408" cy="236001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A11F9983-18E3-F449-908A-7EF2CB67E84F}"/>
              </a:ext>
            </a:extLst>
          </p:cNvPr>
          <p:cNvSpPr txBox="1"/>
          <p:nvPr/>
        </p:nvSpPr>
        <p:spPr>
          <a:xfrm>
            <a:off x="3096225" y="2519217"/>
            <a:ext cx="493431" cy="2616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100" dirty="0">
                <a:solidFill>
                  <a:schemeClr val="bg1"/>
                </a:solidFill>
                <a:latin typeface="Avenir Next Condensed" panose="020B0506020202020204" pitchFamily="34" charset="0"/>
              </a:rPr>
              <a:t>05 </a:t>
            </a:r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BB4E4E97-7916-E049-8FA2-89FEA822CC6C}"/>
              </a:ext>
            </a:extLst>
          </p:cNvPr>
          <p:cNvSpPr txBox="1"/>
          <p:nvPr/>
        </p:nvSpPr>
        <p:spPr>
          <a:xfrm rot="5400000">
            <a:off x="3672231" y="2558734"/>
            <a:ext cx="394065" cy="2761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kumimoji="1" lang="zh-TW" altLang="en-US" sz="1100" dirty="0">
              <a:solidFill>
                <a:schemeClr val="bg1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A96BC336-7393-E64C-B757-4BECD3EDB8D5}"/>
              </a:ext>
            </a:extLst>
          </p:cNvPr>
          <p:cNvSpPr/>
          <p:nvPr/>
        </p:nvSpPr>
        <p:spPr>
          <a:xfrm>
            <a:off x="6014293" y="2380035"/>
            <a:ext cx="3891776" cy="2950978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42F1A675-EEE5-7648-87C3-D9D47D1F88C3}"/>
              </a:ext>
            </a:extLst>
          </p:cNvPr>
          <p:cNvSpPr/>
          <p:nvPr/>
        </p:nvSpPr>
        <p:spPr>
          <a:xfrm>
            <a:off x="6227317" y="2670947"/>
            <a:ext cx="3427141" cy="240787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951E404A-A6D4-D34A-B288-5196014BF8B9}"/>
              </a:ext>
            </a:extLst>
          </p:cNvPr>
          <p:cNvSpPr/>
          <p:nvPr/>
        </p:nvSpPr>
        <p:spPr>
          <a:xfrm>
            <a:off x="8277991" y="2380035"/>
            <a:ext cx="826341" cy="29091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703EA2DD-5C70-FA41-8A40-7B24CBFE0B12}"/>
              </a:ext>
            </a:extLst>
          </p:cNvPr>
          <p:cNvSpPr/>
          <p:nvPr/>
        </p:nvSpPr>
        <p:spPr>
          <a:xfrm>
            <a:off x="5833441" y="2929683"/>
            <a:ext cx="393876" cy="207527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xmlns="" id="{742C7980-6AF9-C140-B0B0-A21390F66EDC}"/>
              </a:ext>
            </a:extLst>
          </p:cNvPr>
          <p:cNvSpPr/>
          <p:nvPr/>
        </p:nvSpPr>
        <p:spPr>
          <a:xfrm flipH="1">
            <a:off x="6353697" y="4220181"/>
            <a:ext cx="3300761" cy="858644"/>
          </a:xfrm>
          <a:prstGeom prst="rtTriangle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xmlns="" id="{A923AEE1-EEA9-F24F-8159-2B09C7F05147}"/>
              </a:ext>
            </a:extLst>
          </p:cNvPr>
          <p:cNvCxnSpPr>
            <a:cxnSpLocks/>
          </p:cNvCxnSpPr>
          <p:nvPr/>
        </p:nvCxnSpPr>
        <p:spPr>
          <a:xfrm flipV="1">
            <a:off x="2075808" y="2066859"/>
            <a:ext cx="0" cy="276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xmlns="" id="{5A6FBADC-FFE1-554D-8E7E-D6176F94490B}"/>
              </a:ext>
            </a:extLst>
          </p:cNvPr>
          <p:cNvCxnSpPr>
            <a:cxnSpLocks/>
          </p:cNvCxnSpPr>
          <p:nvPr/>
        </p:nvCxnSpPr>
        <p:spPr>
          <a:xfrm flipV="1">
            <a:off x="4076643" y="2084327"/>
            <a:ext cx="0" cy="25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xmlns="" id="{2FE49B83-F7B0-2C4A-A54A-B3301D631A14}"/>
              </a:ext>
            </a:extLst>
          </p:cNvPr>
          <p:cNvCxnSpPr>
            <a:cxnSpLocks/>
          </p:cNvCxnSpPr>
          <p:nvPr/>
        </p:nvCxnSpPr>
        <p:spPr>
          <a:xfrm flipH="1" flipV="1">
            <a:off x="5824722" y="1630446"/>
            <a:ext cx="7434" cy="12415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xmlns="" id="{92330DB3-CF52-5644-99D9-E390F01DEE85}"/>
              </a:ext>
            </a:extLst>
          </p:cNvPr>
          <p:cNvCxnSpPr>
            <a:cxnSpLocks/>
          </p:cNvCxnSpPr>
          <p:nvPr/>
        </p:nvCxnSpPr>
        <p:spPr>
          <a:xfrm flipV="1">
            <a:off x="9911465" y="1630446"/>
            <a:ext cx="0" cy="6715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xmlns="" id="{C5C3678D-5865-E044-B78C-0C4D62F0B665}"/>
              </a:ext>
            </a:extLst>
          </p:cNvPr>
          <p:cNvCxnSpPr>
            <a:cxnSpLocks/>
          </p:cNvCxnSpPr>
          <p:nvPr/>
        </p:nvCxnSpPr>
        <p:spPr>
          <a:xfrm flipV="1">
            <a:off x="6009922" y="1913415"/>
            <a:ext cx="0" cy="384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xmlns="" id="{FD49DB68-B4A6-EF44-BEB5-EDBDAB5C9E0F}"/>
              </a:ext>
            </a:extLst>
          </p:cNvPr>
          <p:cNvCxnSpPr/>
          <p:nvPr/>
        </p:nvCxnSpPr>
        <p:spPr>
          <a:xfrm>
            <a:off x="6008078" y="2097853"/>
            <a:ext cx="38979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xmlns="" id="{39EF0A55-3D29-B244-ADB2-2BB32BB97D7E}"/>
              </a:ext>
            </a:extLst>
          </p:cNvPr>
          <p:cNvCxnSpPr>
            <a:cxnSpLocks/>
          </p:cNvCxnSpPr>
          <p:nvPr/>
        </p:nvCxnSpPr>
        <p:spPr>
          <a:xfrm>
            <a:off x="5824722" y="1748449"/>
            <a:ext cx="41036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xmlns="" id="{6C1DD431-8E0F-0146-8D9D-994B12534CCC}"/>
              </a:ext>
            </a:extLst>
          </p:cNvPr>
          <p:cNvCxnSpPr>
            <a:cxnSpLocks/>
          </p:cNvCxnSpPr>
          <p:nvPr/>
        </p:nvCxnSpPr>
        <p:spPr>
          <a:xfrm>
            <a:off x="2075808" y="2190287"/>
            <a:ext cx="20008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xmlns="" id="{521FA399-34FF-CB49-8745-E8465BBBAEDC}"/>
              </a:ext>
            </a:extLst>
          </p:cNvPr>
          <p:cNvCxnSpPr>
            <a:stCxn id="24" idx="3"/>
          </p:cNvCxnSpPr>
          <p:nvPr/>
        </p:nvCxnSpPr>
        <p:spPr>
          <a:xfrm>
            <a:off x="9104332" y="2525491"/>
            <a:ext cx="0" cy="40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xmlns="" id="{48797A36-E618-234D-88ED-9B3E27BA7D66}"/>
              </a:ext>
            </a:extLst>
          </p:cNvPr>
          <p:cNvCxnSpPr/>
          <p:nvPr/>
        </p:nvCxnSpPr>
        <p:spPr>
          <a:xfrm>
            <a:off x="8277991" y="2525491"/>
            <a:ext cx="0" cy="404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xmlns="" id="{40344C00-FF12-4F42-B07F-3C3533C36F80}"/>
              </a:ext>
            </a:extLst>
          </p:cNvPr>
          <p:cNvCxnSpPr>
            <a:cxnSpLocks/>
          </p:cNvCxnSpPr>
          <p:nvPr/>
        </p:nvCxnSpPr>
        <p:spPr>
          <a:xfrm flipH="1">
            <a:off x="9968910" y="2392094"/>
            <a:ext cx="2959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xmlns="" id="{3F4D51A7-19C7-A648-8941-A57D7289DCD3}"/>
              </a:ext>
            </a:extLst>
          </p:cNvPr>
          <p:cNvCxnSpPr>
            <a:cxnSpLocks/>
          </p:cNvCxnSpPr>
          <p:nvPr/>
        </p:nvCxnSpPr>
        <p:spPr>
          <a:xfrm flipH="1">
            <a:off x="9968910" y="5331013"/>
            <a:ext cx="2959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xmlns="" id="{AD2A1BA5-B98F-8B42-B874-F2CD3134DA20}"/>
              </a:ext>
            </a:extLst>
          </p:cNvPr>
          <p:cNvCxnSpPr>
            <a:cxnSpLocks/>
          </p:cNvCxnSpPr>
          <p:nvPr/>
        </p:nvCxnSpPr>
        <p:spPr>
          <a:xfrm flipH="1">
            <a:off x="4125227" y="2448526"/>
            <a:ext cx="2959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xmlns="" id="{F5CB9B00-A01E-6542-9433-0F76363BEC43}"/>
              </a:ext>
            </a:extLst>
          </p:cNvPr>
          <p:cNvCxnSpPr>
            <a:cxnSpLocks/>
          </p:cNvCxnSpPr>
          <p:nvPr/>
        </p:nvCxnSpPr>
        <p:spPr>
          <a:xfrm flipH="1">
            <a:off x="4120873" y="5387444"/>
            <a:ext cx="2959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xmlns="" id="{B52DDB70-3449-E445-B9C9-FE92A2D4F645}"/>
              </a:ext>
            </a:extLst>
          </p:cNvPr>
          <p:cNvCxnSpPr>
            <a:cxnSpLocks/>
          </p:cNvCxnSpPr>
          <p:nvPr/>
        </p:nvCxnSpPr>
        <p:spPr>
          <a:xfrm>
            <a:off x="8277991" y="2848190"/>
            <a:ext cx="8263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xmlns="" id="{23447E38-88D0-C241-A685-3C70C9460422}"/>
              </a:ext>
            </a:extLst>
          </p:cNvPr>
          <p:cNvCxnSpPr>
            <a:cxnSpLocks/>
          </p:cNvCxnSpPr>
          <p:nvPr/>
        </p:nvCxnSpPr>
        <p:spPr>
          <a:xfrm>
            <a:off x="10116874" y="2402894"/>
            <a:ext cx="0" cy="29281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xmlns="" id="{0E50EC22-0058-FD41-AC76-C36530EFF9FA}"/>
              </a:ext>
            </a:extLst>
          </p:cNvPr>
          <p:cNvCxnSpPr>
            <a:cxnSpLocks/>
          </p:cNvCxnSpPr>
          <p:nvPr/>
        </p:nvCxnSpPr>
        <p:spPr>
          <a:xfrm>
            <a:off x="7596412" y="2714034"/>
            <a:ext cx="0" cy="23647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線箭頭接點 74">
            <a:extLst>
              <a:ext uri="{FF2B5EF4-FFF2-40B4-BE49-F238E27FC236}">
                <a16:creationId xmlns:a16="http://schemas.microsoft.com/office/drawing/2014/main" xmlns="" id="{4D75BABA-3626-C44E-8378-2B290A521226}"/>
              </a:ext>
            </a:extLst>
          </p:cNvPr>
          <p:cNvCxnSpPr>
            <a:cxnSpLocks/>
          </p:cNvCxnSpPr>
          <p:nvPr/>
        </p:nvCxnSpPr>
        <p:spPr>
          <a:xfrm>
            <a:off x="5962691" y="2929683"/>
            <a:ext cx="0" cy="2075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xmlns="" id="{82E9ADD5-824D-B54D-AB65-E59BC9FDC317}"/>
              </a:ext>
            </a:extLst>
          </p:cNvPr>
          <p:cNvCxnSpPr>
            <a:cxnSpLocks/>
          </p:cNvCxnSpPr>
          <p:nvPr/>
        </p:nvCxnSpPr>
        <p:spPr>
          <a:xfrm>
            <a:off x="4258619" y="2499757"/>
            <a:ext cx="0" cy="28768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字方塊 78">
            <a:extLst>
              <a:ext uri="{FF2B5EF4-FFF2-40B4-BE49-F238E27FC236}">
                <a16:creationId xmlns:a16="http://schemas.microsoft.com/office/drawing/2014/main" xmlns="" id="{CAD194B6-74EE-5147-8925-4D08257103B4}"/>
              </a:ext>
            </a:extLst>
          </p:cNvPr>
          <p:cNvSpPr txBox="1"/>
          <p:nvPr/>
        </p:nvSpPr>
        <p:spPr>
          <a:xfrm>
            <a:off x="7680892" y="1525459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150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xmlns="" id="{079E738B-16C4-9F40-AFDC-1CD7FE6E43D5}"/>
              </a:ext>
            </a:extLst>
          </p:cNvPr>
          <p:cNvSpPr txBox="1"/>
          <p:nvPr/>
        </p:nvSpPr>
        <p:spPr>
          <a:xfrm>
            <a:off x="8515219" y="2630148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40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xmlns="" id="{6B3A16BA-C6CF-8549-98F0-D45324BDC393}"/>
              </a:ext>
            </a:extLst>
          </p:cNvPr>
          <p:cNvSpPr txBox="1"/>
          <p:nvPr/>
        </p:nvSpPr>
        <p:spPr>
          <a:xfrm>
            <a:off x="7589039" y="1859775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145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xmlns="" id="{C8A14B1F-C376-A241-BCDA-8C1ED5B84083}"/>
              </a:ext>
            </a:extLst>
          </p:cNvPr>
          <p:cNvSpPr txBox="1"/>
          <p:nvPr/>
        </p:nvSpPr>
        <p:spPr>
          <a:xfrm>
            <a:off x="2885350" y="1969569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50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xmlns="" id="{3E4693A2-5823-A24C-B118-5CA938F69A19}"/>
              </a:ext>
            </a:extLst>
          </p:cNvPr>
          <p:cNvSpPr txBox="1"/>
          <p:nvPr/>
        </p:nvSpPr>
        <p:spPr>
          <a:xfrm rot="5400000">
            <a:off x="10119556" y="3724719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80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xmlns="" id="{8B6A9533-A640-D34A-B236-09327598993E}"/>
              </a:ext>
            </a:extLst>
          </p:cNvPr>
          <p:cNvSpPr txBox="1"/>
          <p:nvPr/>
        </p:nvSpPr>
        <p:spPr>
          <a:xfrm rot="5400000">
            <a:off x="7653641" y="3858592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60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xmlns="" id="{0C68E409-C213-2C44-95C7-FA6F1B8C7993}"/>
              </a:ext>
            </a:extLst>
          </p:cNvPr>
          <p:cNvSpPr txBox="1"/>
          <p:nvPr/>
        </p:nvSpPr>
        <p:spPr>
          <a:xfrm rot="5400000">
            <a:off x="5896217" y="3858592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50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xmlns="" id="{571DD441-0CF9-0046-A855-98C69C08DF0B}"/>
              </a:ext>
            </a:extLst>
          </p:cNvPr>
          <p:cNvSpPr txBox="1"/>
          <p:nvPr/>
        </p:nvSpPr>
        <p:spPr>
          <a:xfrm rot="5400000">
            <a:off x="4240398" y="3928407"/>
            <a:ext cx="316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Avenir Next Condensed" panose="020B0506020202020204" pitchFamily="34" charset="0"/>
              </a:rPr>
              <a:t>50</a:t>
            </a:r>
            <a:endParaRPr kumimoji="1" lang="zh-TW" altLang="en-US" sz="1100" dirty="0">
              <a:latin typeface="Avenir Next Condensed" panose="020B0506020202020204" pitchFamily="34" charset="0"/>
            </a:endParaRPr>
          </a:p>
        </p:txBody>
      </p:sp>
      <p:cxnSp>
        <p:nvCxnSpPr>
          <p:cNvPr id="87" name="肘形接點 86">
            <a:extLst>
              <a:ext uri="{FF2B5EF4-FFF2-40B4-BE49-F238E27FC236}">
                <a16:creationId xmlns:a16="http://schemas.microsoft.com/office/drawing/2014/main" xmlns="" id="{083804BE-5BEB-E240-9F08-9D1F944FB5A3}"/>
              </a:ext>
            </a:extLst>
          </p:cNvPr>
          <p:cNvCxnSpPr>
            <a:cxnSpLocks/>
          </p:cNvCxnSpPr>
          <p:nvPr/>
        </p:nvCxnSpPr>
        <p:spPr>
          <a:xfrm rot="5400000">
            <a:off x="8661322" y="1401254"/>
            <a:ext cx="1872344" cy="165351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>
            <a:extLst>
              <a:ext uri="{FF2B5EF4-FFF2-40B4-BE49-F238E27FC236}">
                <a16:creationId xmlns:a16="http://schemas.microsoft.com/office/drawing/2014/main" xmlns="" id="{C1A05A95-D3FF-1440-B368-6918AA659454}"/>
              </a:ext>
            </a:extLst>
          </p:cNvPr>
          <p:cNvSpPr txBox="1"/>
          <p:nvPr/>
        </p:nvSpPr>
        <p:spPr>
          <a:xfrm>
            <a:off x="9293170" y="618035"/>
            <a:ext cx="2262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滾筒設計為</a:t>
            </a: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斜</a:t>
            </a:r>
            <a:r>
              <a:rPr kumimoji="1" lang="zh-CN" altLang="en-US" b="1" dirty="0" smtClean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式</a:t>
            </a:r>
            <a:endParaRPr kumimoji="1" lang="en-US" altLang="zh-CN" b="1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  <a:p>
            <a:pPr algn="ctr"/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衣物易取出</a:t>
            </a:r>
            <a:endParaRPr kumimoji="1" lang="zh-TW" altLang="en-US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 panose="03000509000000000000" pitchFamily="49" charset="-12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xmlns="" id="{CF85D401-5ED5-F742-867D-9683D1FCBAE8}"/>
              </a:ext>
            </a:extLst>
          </p:cNvPr>
          <p:cNvSpPr txBox="1"/>
          <p:nvPr/>
        </p:nvSpPr>
        <p:spPr>
          <a:xfrm>
            <a:off x="3792115" y="1527669"/>
            <a:ext cx="226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學生證感應處</a:t>
            </a: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xmlns="" id="{54BB3A7B-C62F-3E41-96C7-AEAA737C2018}"/>
              </a:ext>
            </a:extLst>
          </p:cNvPr>
          <p:cNvSpPr txBox="1"/>
          <p:nvPr/>
        </p:nvSpPr>
        <p:spPr>
          <a:xfrm>
            <a:off x="3113329" y="1516435"/>
            <a:ext cx="226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 panose="03000509000000000000" pitchFamily="49" charset="-120"/>
              </a:rPr>
              <a:t>編號</a:t>
            </a:r>
          </a:p>
        </p:txBody>
      </p:sp>
      <p:cxnSp>
        <p:nvCxnSpPr>
          <p:cNvPr id="94" name="直線箭頭接點 93">
            <a:extLst>
              <a:ext uri="{FF2B5EF4-FFF2-40B4-BE49-F238E27FC236}">
                <a16:creationId xmlns:a16="http://schemas.microsoft.com/office/drawing/2014/main" xmlns="" id="{CA864694-6C9C-1C49-87D9-83E97A0F2F8F}"/>
              </a:ext>
            </a:extLst>
          </p:cNvPr>
          <p:cNvCxnSpPr>
            <a:stCxn id="92" idx="2"/>
            <a:endCxn id="22" idx="1"/>
          </p:cNvCxnSpPr>
          <p:nvPr/>
        </p:nvCxnSpPr>
        <p:spPr>
          <a:xfrm flipH="1">
            <a:off x="3869263" y="1885767"/>
            <a:ext cx="375145" cy="613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xmlns="" id="{AFDAE8B9-B8BA-724A-8754-0E3900731D0A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3342941" y="1849504"/>
            <a:ext cx="94381" cy="669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xmlns="" id="{7E87697D-2511-8C4C-90A1-55B1995593A2}"/>
              </a:ext>
            </a:extLst>
          </p:cNvPr>
          <p:cNvSpPr txBox="1"/>
          <p:nvPr/>
        </p:nvSpPr>
        <p:spPr>
          <a:xfrm>
            <a:off x="309864" y="27149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3200" b="1">
                <a:latin typeface="Yu Gothic UI Semibold" panose="020B0700000000000000" pitchFamily="34" charset="-128"/>
                <a:ea typeface="Yu Gothic UI Semibold" panose="020B0700000000000000" pitchFamily="34" charset="-128"/>
              </a:defRPr>
            </a:lvl1pPr>
          </a:lstStyle>
          <a:p>
            <a:r>
              <a:rPr lang="zh-TW" altLang="en-US" dirty="0"/>
              <a:t>儲衣機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518306" y="5695460"/>
            <a:ext cx="11079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前視圖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7508730" y="5695459"/>
            <a:ext cx="1107996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剖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視圖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91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6" t="3711" r="13122" b="3744"/>
          <a:stretch/>
        </p:blipFill>
        <p:spPr>
          <a:xfrm>
            <a:off x="2257828" y="1056525"/>
            <a:ext cx="7699696" cy="5465909"/>
          </a:xfrm>
          <a:prstGeom prst="rect">
            <a:avLst/>
          </a:prstGeom>
        </p:spPr>
      </p:pic>
      <p:sp>
        <p:nvSpPr>
          <p:cNvPr id="23" name="五邊形 22"/>
          <p:cNvSpPr/>
          <p:nvPr/>
        </p:nvSpPr>
        <p:spPr>
          <a:xfrm>
            <a:off x="-2501" y="3729744"/>
            <a:ext cx="3160480" cy="868680"/>
          </a:xfrm>
          <a:prstGeom prst="homePlate">
            <a:avLst/>
          </a:prstGeom>
          <a:solidFill>
            <a:schemeClr val="accent5">
              <a:lumMod val="60000"/>
              <a:lumOff val="40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704D9150-A2E4-C846-8DC7-60EBE0CE37F1}"/>
              </a:ext>
            </a:extLst>
          </p:cNvPr>
          <p:cNvSpPr txBox="1"/>
          <p:nvPr/>
        </p:nvSpPr>
        <p:spPr>
          <a:xfrm>
            <a:off x="259021" y="283711"/>
            <a:ext cx="4102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操作介面 </a:t>
            </a:r>
            <a:r>
              <a:rPr lang="en-US" altLang="zh-TW" sz="3200" b="1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—</a:t>
            </a:r>
            <a:r>
              <a:rPr lang="zh-TW" altLang="en-US" sz="3200" b="1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預約機台</a:t>
            </a:r>
            <a:endParaRPr lang="zh-TW" altLang="en-US" sz="3200" b="1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12" name="五邊形 11"/>
          <p:cNvSpPr/>
          <p:nvPr/>
        </p:nvSpPr>
        <p:spPr>
          <a:xfrm>
            <a:off x="-16449" y="1331143"/>
            <a:ext cx="3174428" cy="868680"/>
          </a:xfrm>
          <a:prstGeom prst="homePlate">
            <a:avLst/>
          </a:prstGeom>
          <a:solidFill>
            <a:schemeClr val="accent5">
              <a:lumMod val="60000"/>
              <a:lumOff val="4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393778" y="1396151"/>
            <a:ext cx="22621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操作面板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進行預約、顯示資</a:t>
            </a:r>
            <a:r>
              <a:rPr lang="zh-TW" altLang="en-US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393778" y="3789480"/>
            <a:ext cx="22621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刷卡區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預約</a:t>
            </a:r>
            <a:r>
              <a:rPr lang="zh-TW" altLang="en-US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取得用戶資</a:t>
            </a:r>
            <a:r>
              <a:rPr lang="zh-TW" altLang="en-US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</a:t>
            </a:r>
          </a:p>
        </p:txBody>
      </p:sp>
      <p:sp>
        <p:nvSpPr>
          <p:cNvPr id="16" name="五邊形 15"/>
          <p:cNvSpPr/>
          <p:nvPr/>
        </p:nvSpPr>
        <p:spPr>
          <a:xfrm rot="10800000">
            <a:off x="6702456" y="5316717"/>
            <a:ext cx="5485737" cy="886119"/>
          </a:xfrm>
          <a:prstGeom prst="homePlate">
            <a:avLst/>
          </a:prstGeom>
          <a:solidFill>
            <a:schemeClr val="accent5">
              <a:lumMod val="60000"/>
              <a:lumOff val="4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7450977" y="5381538"/>
            <a:ext cx="22621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訊息面板</a:t>
            </a:r>
            <a:endParaRPr lang="en-US" altLang="zh-TW" sz="2400" b="1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等待人數、使用狀況</a:t>
            </a:r>
            <a:endParaRPr lang="en-US" altLang="zh-TW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五邊形 21"/>
          <p:cNvSpPr/>
          <p:nvPr/>
        </p:nvSpPr>
        <p:spPr>
          <a:xfrm rot="10800000">
            <a:off x="9124461" y="1719328"/>
            <a:ext cx="3063734" cy="929603"/>
          </a:xfrm>
          <a:prstGeom prst="homePlate">
            <a:avLst/>
          </a:prstGeom>
          <a:solidFill>
            <a:schemeClr val="accent5">
              <a:lumMod val="60000"/>
              <a:lumOff val="4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9473459" y="1802817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樓層面板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洗衣機使用</a:t>
            </a:r>
            <a:r>
              <a:rPr lang="zh-TW" altLang="en-US" i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狀況</a:t>
            </a:r>
          </a:p>
        </p:txBody>
      </p:sp>
    </p:spTree>
    <p:extLst>
      <p:ext uri="{BB962C8B-B14F-4D97-AF65-F5344CB8AC3E}">
        <p14:creationId xmlns:p14="http://schemas.microsoft.com/office/powerpoint/2010/main" val="315974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 animBg="1"/>
      <p:bldP spid="13" grpId="0"/>
      <p:bldP spid="15" grpId="0"/>
      <p:bldP spid="16" grpId="0" animBg="1"/>
      <p:bldP spid="17" grpId="0"/>
      <p:bldP spid="22" grpId="0" animBg="1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704D9150-A2E4-C846-8DC7-60EBE0CE37F1}"/>
              </a:ext>
            </a:extLst>
          </p:cNvPr>
          <p:cNvSpPr txBox="1"/>
          <p:nvPr/>
        </p:nvSpPr>
        <p:spPr>
          <a:xfrm>
            <a:off x="259021" y="283711"/>
            <a:ext cx="4512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操作介面 </a:t>
            </a:r>
            <a:r>
              <a:rPr lang="en-US" altLang="zh-TW" sz="3200" b="1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—</a:t>
            </a:r>
            <a:r>
              <a:rPr lang="zh-TW" altLang="en-US" sz="3200" b="1" dirty="0" smtClean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洗烘衣機台</a:t>
            </a:r>
            <a:endParaRPr lang="zh-TW" altLang="en-US" sz="3200" b="1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169" y="942681"/>
            <a:ext cx="10058400" cy="5659028"/>
          </a:xfrm>
          <a:prstGeom prst="rect">
            <a:avLst/>
          </a:prstGeom>
        </p:spPr>
      </p:pic>
      <p:sp>
        <p:nvSpPr>
          <p:cNvPr id="10" name="五邊形 9"/>
          <p:cNvSpPr/>
          <p:nvPr/>
        </p:nvSpPr>
        <p:spPr>
          <a:xfrm>
            <a:off x="-1" y="1917883"/>
            <a:ext cx="3346515" cy="868680"/>
          </a:xfrm>
          <a:prstGeom prst="homePlate">
            <a:avLst/>
          </a:prstGeom>
          <a:solidFill>
            <a:schemeClr val="accent6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1302169" y="1982891"/>
            <a:ext cx="15696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時間面板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顯示剩餘時間</a:t>
            </a:r>
            <a:endParaRPr lang="zh-TW" altLang="en-US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五邊形 11"/>
          <p:cNvSpPr/>
          <p:nvPr/>
        </p:nvSpPr>
        <p:spPr>
          <a:xfrm rot="10800000">
            <a:off x="6966407" y="4047943"/>
            <a:ext cx="5225592" cy="868680"/>
          </a:xfrm>
          <a:prstGeom prst="homePlate">
            <a:avLst/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7335333" y="4112951"/>
            <a:ext cx="22621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衣物狀況顯示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偵測乾淨程度與重量</a:t>
            </a:r>
            <a:endParaRPr lang="zh-TW" altLang="en-US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五邊形 15"/>
          <p:cNvSpPr/>
          <p:nvPr/>
        </p:nvSpPr>
        <p:spPr>
          <a:xfrm>
            <a:off x="-2" y="3207544"/>
            <a:ext cx="3346515" cy="868680"/>
          </a:xfrm>
          <a:prstGeom prst="homePlate">
            <a:avLst/>
          </a:prstGeom>
          <a:solidFill>
            <a:schemeClr val="accent6">
              <a:lumMod val="60000"/>
              <a:lumOff val="4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1456057" y="3272552"/>
            <a:ext cx="14157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操作按鈕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r"/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選擇洗烘衣</a:t>
            </a:r>
            <a:endParaRPr lang="zh-TW" altLang="en-US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五邊形 17"/>
          <p:cNvSpPr/>
          <p:nvPr/>
        </p:nvSpPr>
        <p:spPr>
          <a:xfrm rot="10800000">
            <a:off x="8418136" y="1613826"/>
            <a:ext cx="3773864" cy="868680"/>
          </a:xfrm>
          <a:prstGeom prst="homePlate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8844544" y="1707976"/>
            <a:ext cx="31854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卡片感應區</a:t>
            </a:r>
            <a:endParaRPr lang="en-US" altLang="zh-TW" sz="2400" b="1" i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感應卡片、顯示卡金額並扣款</a:t>
            </a:r>
            <a:endParaRPr lang="zh-TW" altLang="en-US" i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6901313" y="2412004"/>
            <a:ext cx="173736" cy="2309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6653450" y="2412004"/>
            <a:ext cx="173736" cy="2309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6653450" y="3509483"/>
            <a:ext cx="173736" cy="2309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 21"/>
          <p:cNvSpPr/>
          <p:nvPr/>
        </p:nvSpPr>
        <p:spPr>
          <a:xfrm>
            <a:off x="6653450" y="2942096"/>
            <a:ext cx="173736" cy="2309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6653450" y="4039575"/>
            <a:ext cx="173736" cy="230957"/>
            <a:chOff x="7418832" y="2679883"/>
            <a:chExt cx="173736" cy="230957"/>
          </a:xfrm>
        </p:grpSpPr>
        <p:sp>
          <p:nvSpPr>
            <p:cNvPr id="23" name="圓角矩形 22"/>
            <p:cNvSpPr/>
            <p:nvPr/>
          </p:nvSpPr>
          <p:spPr>
            <a:xfrm>
              <a:off x="7418832" y="2679883"/>
              <a:ext cx="173736" cy="23095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圓角矩形 23"/>
            <p:cNvSpPr/>
            <p:nvPr/>
          </p:nvSpPr>
          <p:spPr>
            <a:xfrm>
              <a:off x="7418832" y="2679883"/>
              <a:ext cx="173736" cy="12589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6901313" y="2940162"/>
            <a:ext cx="173736" cy="230957"/>
            <a:chOff x="7418832" y="2679883"/>
            <a:chExt cx="173736" cy="230957"/>
          </a:xfrm>
        </p:grpSpPr>
        <p:sp>
          <p:nvSpPr>
            <p:cNvPr id="26" name="圓角矩形 25"/>
            <p:cNvSpPr/>
            <p:nvPr/>
          </p:nvSpPr>
          <p:spPr>
            <a:xfrm>
              <a:off x="7418832" y="2679883"/>
              <a:ext cx="173736" cy="23095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圓角矩形 26"/>
            <p:cNvSpPr/>
            <p:nvPr/>
          </p:nvSpPr>
          <p:spPr>
            <a:xfrm>
              <a:off x="7418832" y="2679883"/>
              <a:ext cx="173736" cy="12589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十字形 4"/>
          <p:cNvSpPr/>
          <p:nvPr/>
        </p:nvSpPr>
        <p:spPr>
          <a:xfrm rot="2566301">
            <a:off x="6710501" y="1890953"/>
            <a:ext cx="247863" cy="269979"/>
          </a:xfrm>
          <a:prstGeom prst="plu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79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  <p:bldP spid="13" grpId="0"/>
      <p:bldP spid="16" grpId="0" animBg="1"/>
      <p:bldP spid="17" grpId="0"/>
      <p:bldP spid="18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7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5400000" flipV="1">
            <a:off x="5473007" y="3287094"/>
            <a:ext cx="5123172" cy="907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7929092" y="5730025"/>
            <a:ext cx="218440" cy="218440"/>
            <a:chOff x="7363602" y="438027"/>
            <a:chExt cx="218440" cy="218440"/>
          </a:xfrm>
          <a:solidFill>
            <a:schemeClr val="tx1"/>
          </a:solidFill>
        </p:grpSpPr>
        <p:sp>
          <p:nvSpPr>
            <p:cNvPr id="13" name="橢圓 12"/>
            <p:cNvSpPr/>
            <p:nvPr/>
          </p:nvSpPr>
          <p:spPr>
            <a:xfrm rot="5400000" flipV="1">
              <a:off x="7363602" y="438027"/>
              <a:ext cx="218440" cy="21844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/>
            <p:cNvSpPr/>
            <p:nvPr/>
          </p:nvSpPr>
          <p:spPr>
            <a:xfrm rot="5400000" flipV="1">
              <a:off x="7415043" y="489468"/>
              <a:ext cx="115557" cy="1155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8175946" y="1653342"/>
            <a:ext cx="2226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Affinity Diagram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137394" y="3738208"/>
            <a:ext cx="2035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Brain Storming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156248" y="4737334"/>
            <a:ext cx="1421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8156228" y="670955"/>
            <a:ext cx="2557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Contextual Inquiry</a:t>
            </a:r>
            <a:endParaRPr lang="zh-TW" altLang="en-US" sz="20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456164" y="5376082"/>
            <a:ext cx="4289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Prototype Demo</a:t>
            </a:r>
            <a:endParaRPr lang="zh-TW" altLang="en-US" sz="4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橢圓 24"/>
          <p:cNvSpPr/>
          <p:nvPr/>
        </p:nvSpPr>
        <p:spPr>
          <a:xfrm rot="5400000" flipV="1">
            <a:off x="7929316" y="2786801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 rot="5400000" flipV="1">
            <a:off x="7929995" y="3814234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 rot="5400000" flipV="1">
            <a:off x="7918985" y="4813360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 rot="5400000" flipV="1">
            <a:off x="7918954" y="1759368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/>
          <p:cNvSpPr/>
          <p:nvPr/>
        </p:nvSpPr>
        <p:spPr>
          <a:xfrm rot="5400000" flipV="1">
            <a:off x="7928221" y="760242"/>
            <a:ext cx="218440" cy="2184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8166591" y="2695966"/>
            <a:ext cx="3168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</a:t>
            </a:r>
            <a:r>
              <a:rPr lang="zh-TW" alt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</a:t>
            </a:r>
            <a:r>
              <a:rPr lang="en-US" altLang="zh-TW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Task Analysis</a:t>
            </a:r>
            <a:endParaRPr lang="zh-TW" altLang="en-US" sz="2400" b="1" i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563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13488" y="3244334"/>
            <a:ext cx="336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365899"/>
                </a:solidFill>
                <a:latin typeface="Helvetica" panose="020B0604020202020204" pitchFamily="34" charset="0"/>
                <a:hlinkClick r:id="rId2"/>
              </a:rPr>
              <a:t>https://youtu.be/beoXxOLHMSI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479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1027</Words>
  <Application>Microsoft Office PowerPoint</Application>
  <PresentationFormat>寬螢幕</PresentationFormat>
  <Paragraphs>269</Paragraphs>
  <Slides>27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9" baseType="lpstr">
      <vt:lpstr>Avenir Next Condensed</vt:lpstr>
      <vt:lpstr>Noto Sans CJK JP Black</vt:lpstr>
      <vt:lpstr>Yu Gothic UI Semibold</vt:lpstr>
      <vt:lpstr>Microsoft JhengHei</vt:lpstr>
      <vt:lpstr>Microsoft JhengHei</vt:lpstr>
      <vt:lpstr>新細明體</vt:lpstr>
      <vt:lpstr>DFKai-SB</vt:lpstr>
      <vt:lpstr>Arial</vt:lpstr>
      <vt:lpstr>Calibri</vt:lpstr>
      <vt:lpstr>Calibri Light</vt:lpstr>
      <vt:lpstr>Helvetica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yang</dc:creator>
  <cp:lastModifiedBy>yang</cp:lastModifiedBy>
  <cp:revision>294</cp:revision>
  <dcterms:created xsi:type="dcterms:W3CDTF">2018-10-18T16:59:33Z</dcterms:created>
  <dcterms:modified xsi:type="dcterms:W3CDTF">2019-01-02T04:16:25Z</dcterms:modified>
</cp:coreProperties>
</file>