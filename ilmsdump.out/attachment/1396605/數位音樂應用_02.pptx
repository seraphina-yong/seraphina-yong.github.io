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"/>
  </p:notesMasterIdLst>
  <p:handoutMasterIdLst>
    <p:handoutMasterId r:id="rId5"/>
  </p:handoutMasterIdLst>
  <p:sldIdLst>
    <p:sldId id="703" r:id="rId2"/>
    <p:sldId id="704" r:id="rId3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34587" autoAdjust="0"/>
    <p:restoredTop sz="97942" autoAdjust="0"/>
  </p:normalViewPr>
  <p:slideViewPr>
    <p:cSldViewPr>
      <p:cViewPr varScale="1">
        <p:scale>
          <a:sx n="59" d="100"/>
          <a:sy n="59" d="100"/>
        </p:scale>
        <p:origin x="-859" y="-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88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fld id="{1B6E321F-7307-4286-B784-2F223B0E0166}" type="datetimeFigureOut">
              <a:rPr lang="zh-TW" altLang="en-US"/>
              <a:pPr>
                <a:defRPr/>
              </a:pPr>
              <a:t>2018/3/13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fld id="{B2276125-8219-4B99-AAA4-FB5FBE10AD2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5935737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4B10756D-282E-4255-8F67-4408DD921828}" type="datetimeFigureOut">
              <a:rPr lang="zh-TW" altLang="en-US"/>
              <a:pPr>
                <a:defRPr/>
              </a:pPr>
              <a:t>2018/3/13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 smtClean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70DCB79-8892-43D4-BCE8-AA7385BB4493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9946198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5" name="矩形 4"/>
          <p:cNvSpPr/>
          <p:nvPr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6" name="矩形 5"/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TW" altLang="en-US" smtClean="0"/>
              <a:t>按一下以編輯母片副標題樣式</a:t>
            </a:r>
            <a:endParaRPr lang="en-US"/>
          </a:p>
        </p:txBody>
      </p:sp>
      <p:sp>
        <p:nvSpPr>
          <p:cNvPr id="7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E9097B6-89C4-470C-AFC8-E284783F35F2}" type="datetimeFigureOut">
              <a:rPr lang="zh-TW" altLang="en-US"/>
              <a:pPr>
                <a:defRPr/>
              </a:pPr>
              <a:t>2018/3/13</a:t>
            </a:fld>
            <a:endParaRPr lang="zh-TW" altLang="en-US"/>
          </a:p>
        </p:txBody>
      </p:sp>
      <p:sp>
        <p:nvSpPr>
          <p:cNvPr id="10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2085975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11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1B2AC881-5497-4D05-901C-FA272133DED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A423E-C750-4AB3-980D-97535EDDBE57}" type="datetimeFigureOut">
              <a:rPr lang="zh-TW" altLang="en-US"/>
              <a:pPr>
                <a:defRPr/>
              </a:pPr>
              <a:t>2018/3/13</a:t>
            </a:fld>
            <a:endParaRPr lang="zh-TW" altLang="en-US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0F4C68-70C0-4F92-8B6C-F452A9B2A64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5" name="矩形 4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6" name="矩形 5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7" name="日期版面配置區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F3C6B5-FA92-498F-BEB6-B3111A072528}" type="datetimeFigureOut">
              <a:rPr lang="zh-TW" altLang="en-US"/>
              <a:pPr>
                <a:defRPr/>
              </a:pPr>
              <a:t>2018/3/13</a:t>
            </a:fld>
            <a:endParaRPr lang="zh-TW" altLang="en-US"/>
          </a:p>
        </p:txBody>
      </p:sp>
      <p:sp>
        <p:nvSpPr>
          <p:cNvPr id="8" name="投影片編號版面配置區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5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A6029092-6429-472A-A3EE-BECAFF34E3D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9" name="頁尾版面配置區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日期版面配置區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A5718E18-3D96-448D-9C0C-3594C66F0D0B}" type="datetimeFigureOut">
              <a:rPr lang="zh-TW" altLang="en-US"/>
              <a:pPr>
                <a:defRPr/>
              </a:pPr>
              <a:t>2018/3/13</a:t>
            </a:fld>
            <a:endParaRPr lang="zh-TW" altLang="en-US"/>
          </a:p>
        </p:txBody>
      </p:sp>
      <p:sp>
        <p:nvSpPr>
          <p:cNvPr id="6" name="投影片編號版面配置區 9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751537D4-BDB7-47FD-B96D-53040F07DA35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7" name="頁尾版面配置區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13" name="內容版面配置區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16" name="文字版面配置區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15" name="文字版面配置區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7" name="日期版面配置區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A87E5F49-2212-4CEA-84CE-10C7914B51B2}" type="datetimeFigureOut">
              <a:rPr lang="zh-TW" altLang="en-US"/>
              <a:pPr>
                <a:defRPr/>
              </a:pPr>
              <a:t>2018/3/13</a:t>
            </a:fld>
            <a:endParaRPr lang="zh-TW" altLang="en-US"/>
          </a:p>
        </p:txBody>
      </p:sp>
      <p:sp>
        <p:nvSpPr>
          <p:cNvPr id="8" name="投影片編號版面配置區 1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4A2BD6B4-32E5-4A7D-8866-0E6997AE900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9" name="頁尾版面配置區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AC2A43-1C29-4220-8AEE-D991B9F616CF}" type="datetimeFigureOut">
              <a:rPr lang="zh-TW" altLang="en-US"/>
              <a:pPr>
                <a:defRPr/>
              </a:pPr>
              <a:t>2018/3/13</a:t>
            </a:fld>
            <a:endParaRPr lang="zh-TW" altLang="en-US"/>
          </a:p>
        </p:txBody>
      </p:sp>
      <p:sp>
        <p:nvSpPr>
          <p:cNvPr id="4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30BECC-C487-4BF2-ABE9-6447C9ED9FC5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14F1A0-12F0-402F-9EBE-EE07FC29EE22}" type="datetimeFigureOut">
              <a:rPr lang="zh-TW" altLang="en-US"/>
              <a:pPr>
                <a:defRPr/>
              </a:pPr>
              <a:t>2018/3/13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145E0E6E-C7F3-4A3B-A845-B98CA328BA0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8D332A-D48C-4AF1-9B6E-AFB65CF14DB6}" type="datetimeFigureOut">
              <a:rPr lang="zh-TW" altLang="en-US"/>
              <a:pPr>
                <a:defRPr/>
              </a:pPr>
              <a:t>2018/3/13</a:t>
            </a:fld>
            <a:endParaRPr lang="zh-TW" altLang="en-US"/>
          </a:p>
        </p:txBody>
      </p:sp>
      <p:sp>
        <p:nvSpPr>
          <p:cNvPr id="6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472169-5963-4F96-8A95-1FF5E759784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6" name="矩形 5"/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8" name="矩形 7"/>
          <p:cNvSpPr/>
          <p:nvPr/>
        </p:nvSpPr>
        <p:spPr bwMode="white"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TW" altLang="en-US" noProof="0" smtClean="0"/>
              <a:t>按一下圖示以新增圖片</a:t>
            </a:r>
            <a:endParaRPr lang="en-US" noProof="0" dirty="0"/>
          </a:p>
        </p:txBody>
      </p:sp>
      <p:sp>
        <p:nvSpPr>
          <p:cNvPr id="9" name="日期版面配置區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03DC4782-C185-4410-8F63-F379E71707AD}" type="datetimeFigureOut">
              <a:rPr lang="zh-TW" altLang="en-US"/>
              <a:pPr>
                <a:defRPr/>
              </a:pPr>
              <a:t>2018/3/13</a:t>
            </a:fld>
            <a:endParaRPr lang="zh-TW" altLang="en-US"/>
          </a:p>
        </p:txBody>
      </p:sp>
      <p:sp>
        <p:nvSpPr>
          <p:cNvPr id="10" name="投影片編號版面配置區 12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5"/>
          </a:xfrm>
        </p:spPr>
        <p:txBody>
          <a:bodyPr rtlCol="0"/>
          <a:lstStyle>
            <a:lvl1pPr>
              <a:defRPr sz="2800"/>
            </a:lvl1pPr>
          </a:lstStyle>
          <a:p>
            <a:pPr>
              <a:defRPr/>
            </a:pPr>
            <a:fld id="{B4937E09-2407-44ED-A13D-0F1B39C4894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11" name="頁尾版面配置區 13"/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102AE0-7A42-4853-852D-9C6FCA0E4B5D}" type="datetimeFigureOut">
              <a:rPr lang="zh-TW" altLang="en-US"/>
              <a:pPr>
                <a:defRPr/>
              </a:pPr>
              <a:t>2018/3/13</a:t>
            </a:fld>
            <a:endParaRPr lang="zh-TW" altLang="en-US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2110A1-2B29-441A-849E-23FAEF672A8A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5" name="矩形 4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6" name="矩形 5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AB8FF6-4BCE-4D2E-8527-01C3514A917F}" type="datetimeFigureOut">
              <a:rPr lang="zh-TW" altLang="en-US"/>
              <a:pPr>
                <a:defRPr/>
              </a:pPr>
              <a:t>2018/3/13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5573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56D1E5-B56E-4000-A900-BE8409EABDBF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DD3CB8-3A49-46BA-920A-46B4B09321BA}" type="datetimeFigureOut">
              <a:rPr lang="zh-TW" altLang="en-US"/>
              <a:pPr>
                <a:defRPr/>
              </a:pPr>
              <a:t>2018/3/13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8248FD-9EA9-4952-A01C-88CC99A3C9DE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2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  <a:endParaRPr lang="en-US" smtClean="0"/>
          </a:p>
        </p:txBody>
      </p:sp>
      <p:sp>
        <p:nvSpPr>
          <p:cNvPr id="1027" name="文字版面配置區 12"/>
          <p:cNvSpPr>
            <a:spLocks noGrp="1"/>
          </p:cNvSpPr>
          <p:nvPr>
            <p:ph type="body" idx="1"/>
          </p:nvPr>
        </p:nvSpPr>
        <p:spPr bwMode="auto">
          <a:xfrm>
            <a:off x="612775" y="1600200"/>
            <a:ext cx="8153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smtClean="0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68A937C-0C74-4A9B-BFC9-A892A4FCD768}" type="datetimeFigureOut">
              <a:rPr lang="zh-TW" altLang="en-US"/>
              <a:pPr>
                <a:defRPr/>
              </a:pPr>
              <a:t>2018/3/13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vert="horz" anchor="ctr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矩形 6"/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b="1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261F5BF-467D-4DA5-B642-2318D25AE70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37" r:id="rId2"/>
    <p:sldLayoutId id="2147483743" r:id="rId3"/>
    <p:sldLayoutId id="2147483744" r:id="rId4"/>
    <p:sldLayoutId id="2147483745" r:id="rId5"/>
    <p:sldLayoutId id="2147483738" r:id="rId6"/>
    <p:sldLayoutId id="2147483746" r:id="rId7"/>
    <p:sldLayoutId id="2147483739" r:id="rId8"/>
    <p:sldLayoutId id="2147483747" r:id="rId9"/>
    <p:sldLayoutId id="2147483740" r:id="rId10"/>
    <p:sldLayoutId id="2147483748" r:id="rId11"/>
    <p:sldLayoutId id="2147483741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微軟正黑體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微軟正黑體" pitchFamily="34" charset="-120"/>
          <a:cs typeface="微軟正黑體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微軟正黑體" pitchFamily="34" charset="-120"/>
          <a:cs typeface="微軟正黑體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微軟正黑體" pitchFamily="34" charset="-120"/>
          <a:cs typeface="微軟正黑體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微軟正黑體" pitchFamily="34" charset="-120"/>
          <a:cs typeface="微軟正黑體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微軟正黑體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微軟正黑體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微軟正黑體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微軟正黑體" pitchFamily="34" charset="-120"/>
        </a:defRPr>
      </a:lvl9pPr>
    </p:titleStyle>
    <p:bodyStyle>
      <a:lvl1pPr marL="319088" indent="-319088" algn="l" rtl="0" eaLnBrk="0" fontAlgn="base" hangingPunct="0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微軟正黑體"/>
        </a:defRPr>
      </a:lvl1pPr>
      <a:lvl2pPr marL="639763" indent="-273050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微軟正黑體"/>
        </a:defRPr>
      </a:lvl2pPr>
      <a:lvl3pPr marL="914400" indent="-22860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微軟正黑體"/>
        </a:defRPr>
      </a:lvl3pPr>
      <a:lvl4pPr marL="1371600" indent="-228600" algn="l" rtl="0" eaLnBrk="0" fontAlgn="base" hangingPunct="0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微軟正黑體"/>
        </a:defRPr>
      </a:lvl4pPr>
      <a:lvl5pPr marL="1828800" indent="-228600" algn="l" rtl="0" eaLnBrk="0" fontAlgn="base" hangingPunct="0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微軟正黑體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reesound.org/browse/tags/music/" TargetMode="External"/><Relationship Id="rId2" Type="http://schemas.openxmlformats.org/officeDocument/2006/relationships/hyperlink" Target="https://www.youtube.com/audiolibrary/music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incompetech.com/music/royalty-free/collections.php" TargetMode="External"/><Relationship Id="rId5" Type="http://schemas.openxmlformats.org/officeDocument/2006/relationships/hyperlink" Target="http://freepd.com/" TargetMode="External"/><Relationship Id="rId4" Type="http://schemas.openxmlformats.org/officeDocument/2006/relationships/hyperlink" Target="https://musopen.org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reesoundtrackmusic.com/" TargetMode="External"/><Relationship Id="rId7" Type="http://schemas.openxmlformats.org/officeDocument/2006/relationships/hyperlink" Target="http://audionautix.com/" TargetMode="External"/><Relationship Id="rId2" Type="http://schemas.openxmlformats.org/officeDocument/2006/relationships/hyperlink" Target="http://www.pacdv.com/sounds/index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audio.ibeat.org/" TargetMode="External"/><Relationship Id="rId5" Type="http://schemas.openxmlformats.org/officeDocument/2006/relationships/hyperlink" Target="http://www.looperman.com/" TargetMode="External"/><Relationship Id="rId4" Type="http://schemas.openxmlformats.org/officeDocument/2006/relationships/hyperlink" Target="http://www.findsound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國際授權音樂音效素材網站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sz="2600" b="1" dirty="0" smtClean="0"/>
              <a:t>1</a:t>
            </a:r>
            <a:r>
              <a:rPr lang="pt-BR" altLang="zh-TW" sz="2600" b="1" dirty="0" smtClean="0"/>
              <a:t>. </a:t>
            </a:r>
            <a:r>
              <a:rPr lang="pt-BR" altLang="zh-TW" sz="2600" b="1" dirty="0"/>
              <a:t>YouTube </a:t>
            </a:r>
            <a:r>
              <a:rPr lang="zh-TW" altLang="pt-BR" sz="2600" b="1" dirty="0"/>
              <a:t>免費音樂音效資料庫</a:t>
            </a:r>
            <a:endParaRPr lang="pt-BR" altLang="zh-TW" sz="2600" dirty="0"/>
          </a:p>
          <a:p>
            <a:r>
              <a:rPr lang="pt-BR" altLang="zh-TW" sz="2600" dirty="0">
                <a:hlinkClick r:id="rId2"/>
              </a:rPr>
              <a:t>https://www.youtube.com/audiolibrary/music</a:t>
            </a:r>
            <a:endParaRPr lang="pt-BR" altLang="zh-TW" sz="2600" dirty="0"/>
          </a:p>
          <a:p>
            <a:r>
              <a:rPr lang="en-US" altLang="zh-TW" sz="2600" b="1" dirty="0" smtClean="0"/>
              <a:t>2. </a:t>
            </a:r>
            <a:r>
              <a:rPr lang="en-US" altLang="zh-TW" sz="2600" b="1" dirty="0" err="1"/>
              <a:t>Freesound</a:t>
            </a:r>
            <a:endParaRPr lang="en-US" altLang="zh-TW" sz="2600" dirty="0"/>
          </a:p>
          <a:p>
            <a:r>
              <a:rPr lang="en-US" altLang="zh-TW" sz="2600" b="1" dirty="0">
                <a:hlinkClick r:id="rId3"/>
              </a:rPr>
              <a:t>http://www.freesound.org/browse/tags/music/</a:t>
            </a:r>
            <a:endParaRPr lang="en-US" altLang="zh-TW" sz="2600" dirty="0"/>
          </a:p>
          <a:p>
            <a:r>
              <a:rPr lang="en-US" altLang="zh-TW" sz="2600" b="1" dirty="0" smtClean="0"/>
              <a:t>3. </a:t>
            </a:r>
            <a:r>
              <a:rPr lang="en-US" altLang="zh-TW" sz="2600" b="1" dirty="0" err="1"/>
              <a:t>Musopen</a:t>
            </a:r>
            <a:endParaRPr lang="en-US" altLang="zh-TW" sz="2600" dirty="0"/>
          </a:p>
          <a:p>
            <a:r>
              <a:rPr lang="en-US" altLang="zh-TW" sz="2600" b="1" dirty="0">
                <a:hlinkClick r:id="rId4"/>
              </a:rPr>
              <a:t>https://musopen.org/</a:t>
            </a:r>
            <a:endParaRPr lang="en-US" altLang="zh-TW" sz="2600" dirty="0"/>
          </a:p>
          <a:p>
            <a:r>
              <a:rPr lang="en-US" altLang="zh-TW" sz="2600" b="1" dirty="0" smtClean="0"/>
              <a:t>4. </a:t>
            </a:r>
            <a:r>
              <a:rPr lang="en-US" altLang="zh-TW" sz="2600" b="1" dirty="0" err="1"/>
              <a:t>freepd</a:t>
            </a:r>
            <a:endParaRPr lang="en-US" altLang="zh-TW" sz="2600" dirty="0"/>
          </a:p>
          <a:p>
            <a:r>
              <a:rPr lang="en-US" altLang="zh-TW" sz="2600" b="1" dirty="0">
                <a:hlinkClick r:id="rId5"/>
              </a:rPr>
              <a:t>http://</a:t>
            </a:r>
            <a:r>
              <a:rPr lang="en-US" altLang="zh-TW" sz="2600" b="1" dirty="0" smtClean="0">
                <a:hlinkClick r:id="rId5"/>
              </a:rPr>
              <a:t>freepd.com/</a:t>
            </a:r>
            <a:endParaRPr lang="en-US" altLang="zh-TW" sz="2600" b="1" dirty="0" smtClean="0"/>
          </a:p>
          <a:p>
            <a:r>
              <a:rPr lang="en-US" altLang="zh-TW" sz="2600" b="1" dirty="0"/>
              <a:t>5</a:t>
            </a:r>
            <a:r>
              <a:rPr lang="en-US" altLang="zh-TW" sz="2600" b="1" dirty="0" smtClean="0"/>
              <a:t>. </a:t>
            </a:r>
            <a:r>
              <a:rPr lang="en-US" altLang="zh-TW" sz="2600" b="1" dirty="0" err="1"/>
              <a:t>incompetech</a:t>
            </a:r>
            <a:endParaRPr lang="en-US" altLang="zh-TW" sz="2600" dirty="0"/>
          </a:p>
          <a:p>
            <a:r>
              <a:rPr lang="en-US" altLang="zh-TW" sz="2600" b="1" dirty="0">
                <a:hlinkClick r:id="rId6"/>
              </a:rPr>
              <a:t>http://incompetech.com/music/royalty-free/collections.php</a:t>
            </a:r>
            <a:endParaRPr lang="en-US" altLang="zh-TW" sz="2600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TW" b="1" dirty="0" smtClean="0"/>
              <a:t>6. </a:t>
            </a:r>
            <a:r>
              <a:rPr lang="en-US" altLang="zh-TW" b="1" dirty="0" err="1"/>
              <a:t>pacdv</a:t>
            </a:r>
            <a:endParaRPr lang="en-US" altLang="zh-TW" dirty="0"/>
          </a:p>
          <a:p>
            <a:r>
              <a:rPr lang="en-US" altLang="zh-TW" b="1" dirty="0">
                <a:hlinkClick r:id="rId2"/>
              </a:rPr>
              <a:t>http://www.pacdv.com/sounds/index.html</a:t>
            </a:r>
            <a:endParaRPr lang="en-US" altLang="zh-TW" dirty="0"/>
          </a:p>
          <a:p>
            <a:r>
              <a:rPr lang="en-US" altLang="zh-TW" b="1" dirty="0" smtClean="0"/>
              <a:t>7.freesoundtrackmusic</a:t>
            </a:r>
            <a:endParaRPr lang="en-US" altLang="zh-TW" dirty="0"/>
          </a:p>
          <a:p>
            <a:r>
              <a:rPr lang="en-US" altLang="zh-TW" b="1" dirty="0">
                <a:hlinkClick r:id="rId3"/>
              </a:rPr>
              <a:t>http://www.freesoundtrackmusic.com</a:t>
            </a:r>
            <a:r>
              <a:rPr lang="en-US" altLang="zh-TW" b="1" dirty="0" smtClean="0">
                <a:hlinkClick r:id="rId3"/>
              </a:rPr>
              <a:t>/</a:t>
            </a:r>
            <a:endParaRPr lang="en-US" altLang="zh-TW" b="1" dirty="0" smtClean="0"/>
          </a:p>
          <a:p>
            <a:r>
              <a:rPr lang="en-US" altLang="zh-TW" b="1" dirty="0" smtClean="0"/>
              <a:t>8. </a:t>
            </a:r>
            <a:r>
              <a:rPr lang="en-US" altLang="zh-TW" b="1" dirty="0" err="1"/>
              <a:t>findsound</a:t>
            </a:r>
            <a:endParaRPr lang="en-US" altLang="zh-TW" dirty="0"/>
          </a:p>
          <a:p>
            <a:r>
              <a:rPr lang="en-US" altLang="zh-TW" b="1" dirty="0">
                <a:hlinkClick r:id="rId4"/>
              </a:rPr>
              <a:t>http://www.findsounds.com/</a:t>
            </a:r>
            <a:endParaRPr lang="en-US" altLang="zh-TW" dirty="0"/>
          </a:p>
          <a:p>
            <a:r>
              <a:rPr lang="en-US" altLang="zh-TW" b="1" dirty="0" smtClean="0"/>
              <a:t>9. </a:t>
            </a:r>
            <a:r>
              <a:rPr lang="en-US" altLang="zh-TW" b="1" dirty="0" err="1"/>
              <a:t>looperman</a:t>
            </a:r>
            <a:endParaRPr lang="en-US" altLang="zh-TW" dirty="0"/>
          </a:p>
          <a:p>
            <a:r>
              <a:rPr lang="en-US" altLang="zh-TW" b="1" dirty="0">
                <a:hlinkClick r:id="rId5"/>
              </a:rPr>
              <a:t>http://www.looperman.com/</a:t>
            </a:r>
            <a:endParaRPr lang="en-US" altLang="zh-TW" dirty="0"/>
          </a:p>
          <a:p>
            <a:r>
              <a:rPr lang="en-US" altLang="zh-TW" b="1" dirty="0" smtClean="0"/>
              <a:t>10. </a:t>
            </a:r>
            <a:r>
              <a:rPr lang="en-US" altLang="zh-TW" b="1" dirty="0" err="1"/>
              <a:t>iBeat</a:t>
            </a:r>
            <a:endParaRPr lang="en-US" altLang="zh-TW" dirty="0"/>
          </a:p>
          <a:p>
            <a:r>
              <a:rPr lang="en-US" altLang="zh-TW" b="1" dirty="0">
                <a:hlinkClick r:id="rId6"/>
              </a:rPr>
              <a:t>http://audio.ibeat.org/</a:t>
            </a:r>
            <a:endParaRPr lang="en-US" altLang="zh-TW" dirty="0"/>
          </a:p>
          <a:p>
            <a:r>
              <a:rPr lang="en-US" altLang="zh-TW" b="1" dirty="0" smtClean="0"/>
              <a:t>11. </a:t>
            </a:r>
            <a:r>
              <a:rPr lang="en-US" altLang="zh-TW" b="1" dirty="0" err="1"/>
              <a:t>audionautix</a:t>
            </a:r>
            <a:endParaRPr lang="en-US" altLang="zh-TW" dirty="0"/>
          </a:p>
          <a:p>
            <a:r>
              <a:rPr lang="en-US" altLang="zh-TW" b="1" dirty="0">
                <a:hlinkClick r:id="rId7"/>
              </a:rPr>
              <a:t>http://audionautix.com/</a:t>
            </a:r>
            <a:endParaRPr lang="en-US" altLang="zh-TW" dirty="0"/>
          </a:p>
          <a:p>
            <a:endParaRPr lang="en-US" altLang="zh-TW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中庸">
  <a:themeElements>
    <a:clrScheme name="旅程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中庸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無標題簡報</Template>
  <TotalTime>8328</TotalTime>
  <Words>82</Words>
  <Application>Microsoft Office PowerPoint</Application>
  <PresentationFormat>如螢幕大小 (4:3)</PresentationFormat>
  <Paragraphs>23</Paragraphs>
  <Slides>2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3" baseType="lpstr">
      <vt:lpstr>中庸</vt:lpstr>
      <vt:lpstr>國際授權音樂音效素材網站</vt:lpstr>
      <vt:lpstr>投影片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vaio</dc:creator>
  <cp:lastModifiedBy>謝宗翰</cp:lastModifiedBy>
  <cp:revision>655</cp:revision>
  <dcterms:created xsi:type="dcterms:W3CDTF">2010-02-17T02:19:37Z</dcterms:created>
  <dcterms:modified xsi:type="dcterms:W3CDTF">2018-03-13T01:51:52Z</dcterms:modified>
</cp:coreProperties>
</file>