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706" y="-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Shape 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ight-gradient">
    <p:bg>
      <p:bgPr>
        <a:gradFill>
          <a:gsLst>
            <a:gs pos="0">
              <a:schemeClr val="lt1"/>
            </a:gs>
            <a:gs pos="30000">
              <a:schemeClr val="lt1"/>
            </a:gs>
            <a:gs pos="100000">
              <a:schemeClr val="lt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 sz="30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open?id=0B6nm1VXPTsdwOTZ5QWRFd0JGYW8&amp;authuser=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einberg.net/en/products/cubase/line_up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ctrTitle"/>
          </p:nvPr>
        </p:nvSpPr>
        <p:spPr>
          <a:xfrm>
            <a:off x="685800" y="455567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CUBASE 101</a:t>
            </a:r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ubTitle" idx="1"/>
          </p:nvPr>
        </p:nvSpPr>
        <p:spPr>
          <a:xfrm>
            <a:off x="676438" y="1557966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Steinberg Certified Course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 Introduction of DAW</a:t>
            </a:r>
            <a:endParaRPr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國際軟體認證課程</a:t>
            </a:r>
            <a:endParaRPr sz="2400"/>
          </a:p>
        </p:txBody>
      </p:sp>
      <p:pic>
        <p:nvPicPr>
          <p:cNvPr id="36" name="Shape 36" descr="f9556cff42.png"/>
          <p:cNvPicPr preferRelativeResize="0"/>
          <p:nvPr/>
        </p:nvPicPr>
        <p:blipFill>
          <a:blip r:embed="rId3">
            <a:alphaModFix amt="78000"/>
          </a:blip>
          <a:stretch>
            <a:fillRect/>
          </a:stretch>
        </p:blipFill>
        <p:spPr>
          <a:xfrm>
            <a:off x="7815200" y="0"/>
            <a:ext cx="1328800" cy="6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Shape 37"/>
          <p:cNvSpPr txBox="1"/>
          <p:nvPr/>
        </p:nvSpPr>
        <p:spPr>
          <a:xfrm>
            <a:off x="6063325" y="3043775"/>
            <a:ext cx="60711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Certified Trainer   HSIEH, Tsung-Han</a:t>
            </a:r>
            <a:endParaRPr/>
          </a:p>
        </p:txBody>
      </p:sp>
      <p:pic>
        <p:nvPicPr>
          <p:cNvPr id="38" name="Shape 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46575"/>
            <a:ext cx="2972275" cy="169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Shape 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3000" y="3446575"/>
            <a:ext cx="2991000" cy="1696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Shape 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2275" y="3446575"/>
            <a:ext cx="3180714" cy="169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/>
              <a:t>Welcome to Cubase</a:t>
            </a:r>
            <a:endParaRPr/>
          </a:p>
        </p:txBody>
      </p:sp>
      <p:pic>
        <p:nvPicPr>
          <p:cNvPr id="46" name="Shape 4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6700" y="2840050"/>
            <a:ext cx="3490875" cy="99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ctrTitle"/>
          </p:nvPr>
        </p:nvSpPr>
        <p:spPr>
          <a:xfrm>
            <a:off x="685800" y="208149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 b="0">
                <a:solidFill>
                  <a:srgbClr val="000000"/>
                </a:solidFill>
              </a:rPr>
              <a:t>Basic of digital audio and Introduction of Audio interface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2" name="Shape 52" descr="f9556cff42.png">
            <a:hlinkClick r:id="rId3"/>
          </p:cNvPr>
          <p:cNvPicPr preferRelativeResize="0"/>
          <p:nvPr/>
        </p:nvPicPr>
        <p:blipFill>
          <a:blip r:embed="rId4">
            <a:alphaModFix amt="78000"/>
          </a:blip>
          <a:stretch>
            <a:fillRect/>
          </a:stretch>
        </p:blipFill>
        <p:spPr>
          <a:xfrm>
            <a:off x="7815200" y="0"/>
            <a:ext cx="1328800" cy="6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Shape 53"/>
          <p:cNvSpPr txBox="1"/>
          <p:nvPr/>
        </p:nvSpPr>
        <p:spPr>
          <a:xfrm>
            <a:off x="3232050" y="4355750"/>
            <a:ext cx="7390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DAW </a:t>
            </a:r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zh-TW"/>
              <a:t>Digital Audio Workstation-數位音訊工作站</a:t>
            </a:r>
            <a:endParaRPr/>
          </a:p>
          <a:p>
            <a:pPr marL="457200" lvl="0" indent="-419100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/>
              <a:t>DAW Software- 數位音樂軟體</a:t>
            </a:r>
            <a:endParaRPr/>
          </a:p>
          <a:p>
            <a: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zh-TW">
                <a:solidFill>
                  <a:schemeClr val="dk1"/>
                </a:solidFill>
              </a:rPr>
              <a:t>ASIO-Audio Stream Input Output</a:t>
            </a:r>
            <a:endParaRPr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 sz="2400">
                <a:solidFill>
                  <a:schemeClr val="dk1"/>
                </a:solidFill>
              </a:rPr>
              <a:t>Steinberg研發的驅動程式，能降低延遲、增加訊號處理</a:t>
            </a:r>
            <a:endParaRPr sz="2400">
              <a:solidFill>
                <a:schemeClr val="dk1"/>
              </a:solidFill>
            </a:endParaRPr>
          </a:p>
          <a:p>
            <a:pPr marL="457200" lvl="0" indent="-4191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zh-TW">
                <a:solidFill>
                  <a:schemeClr val="dk1"/>
                </a:solidFill>
              </a:rPr>
              <a:t>DAW Hardware-數位音樂硬體設備</a:t>
            </a:r>
            <a:endParaRPr sz="2400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0"/>
              <a:t>Audio interface - CI1</a:t>
            </a:r>
            <a:endParaRPr/>
          </a:p>
        </p:txBody>
      </p:sp>
      <p:pic>
        <p:nvPicPr>
          <p:cNvPr id="65" name="Shape 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0" y="38100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Shape 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526" y="1325301"/>
            <a:ext cx="3850775" cy="38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 b="0"/>
              <a:t>Audio interface-RME UFX</a:t>
            </a:r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Shape 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0150"/>
            <a:ext cx="9144001" cy="386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ght Gradien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如螢幕大小 (16:9)</PresentationFormat>
  <Paragraphs>16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Light Gradient</vt:lpstr>
      <vt:lpstr>CUBASE 101</vt:lpstr>
      <vt:lpstr>Welcome to Cubase</vt:lpstr>
      <vt:lpstr>Basic of digital audio and Introduction of Audio interface</vt:lpstr>
      <vt:lpstr>DAW </vt:lpstr>
      <vt:lpstr>Audio interface - CI1</vt:lpstr>
      <vt:lpstr>Audio interface-RME UFX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CUBASE 101</dc:title>
  <dc:creator>謝宗翰</dc:creator>
  <cp:lastModifiedBy>謝宗翰</cp:lastModifiedBy>
  <cp:revision>1</cp:revision>
  <dcterms:modified xsi:type="dcterms:W3CDTF">2018-03-13T01:55:21Z</dcterms:modified>
</cp:coreProperties>
</file>