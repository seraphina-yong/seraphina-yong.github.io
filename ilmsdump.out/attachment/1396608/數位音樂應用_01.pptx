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rawing5.xml" ContentType="application/vnd.ms-office.drawingml.diagramDrawing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65" r:id="rId2"/>
  </p:sldMasterIdLst>
  <p:notesMasterIdLst>
    <p:notesMasterId r:id="rId16"/>
  </p:notesMasterIdLst>
  <p:handoutMasterIdLst>
    <p:handoutMasterId r:id="rId17"/>
  </p:handoutMasterIdLst>
  <p:sldIdLst>
    <p:sldId id="664" r:id="rId3"/>
    <p:sldId id="699" r:id="rId4"/>
    <p:sldId id="668" r:id="rId5"/>
    <p:sldId id="669" r:id="rId6"/>
    <p:sldId id="670" r:id="rId7"/>
    <p:sldId id="671" r:id="rId8"/>
    <p:sldId id="672" r:id="rId9"/>
    <p:sldId id="673" r:id="rId10"/>
    <p:sldId id="674" r:id="rId11"/>
    <p:sldId id="675" r:id="rId12"/>
    <p:sldId id="676" r:id="rId13"/>
    <p:sldId id="703" r:id="rId14"/>
    <p:sldId id="704" r:id="rId1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34587" autoAdjust="0"/>
    <p:restoredTop sz="97942" autoAdjust="0"/>
  </p:normalViewPr>
  <p:slideViewPr>
    <p:cSldViewPr>
      <p:cViewPr varScale="1">
        <p:scale>
          <a:sx n="59" d="100"/>
          <a:sy n="59" d="100"/>
        </p:scale>
        <p:origin x="-811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8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CA8025-9252-45FB-B4D7-31C5BED12F66}" type="doc">
      <dgm:prSet loTypeId="urn:microsoft.com/office/officeart/2005/8/layout/equation2" loCatId="process" qsTypeId="urn:microsoft.com/office/officeart/2005/8/quickstyle/simple1" qsCatId="simple" csTypeId="urn:microsoft.com/office/officeart/2005/8/colors/accent0_2" csCatId="mainScheme" phldr="1"/>
      <dgm:spPr/>
    </dgm:pt>
    <dgm:pt modelId="{0FF24B35-AC96-4BAB-A4A1-CEF5B18B9CE6}">
      <dgm:prSet phldrT="[文字]"/>
      <dgm:spPr/>
      <dgm:t>
        <a:bodyPr/>
        <a:lstStyle/>
        <a:p>
          <a:r>
            <a:rPr lang="zh-TW" altLang="en-US" dirty="0" smtClean="0"/>
            <a:t>功能</a:t>
          </a:r>
          <a:endParaRPr lang="zh-TW" altLang="en-US" dirty="0"/>
        </a:p>
      </dgm:t>
    </dgm:pt>
    <dgm:pt modelId="{6B9BBCA2-1A72-4013-8795-779986A41470}" type="parTrans" cxnId="{63AF79BE-7731-4B3D-B390-09D4CFF82782}">
      <dgm:prSet/>
      <dgm:spPr/>
      <dgm:t>
        <a:bodyPr/>
        <a:lstStyle/>
        <a:p>
          <a:endParaRPr lang="zh-TW" altLang="en-US"/>
        </a:p>
      </dgm:t>
    </dgm:pt>
    <dgm:pt modelId="{6B026453-D6F1-4C1A-BC8F-4514CBACDDEE}" type="sibTrans" cxnId="{63AF79BE-7731-4B3D-B390-09D4CFF82782}">
      <dgm:prSet/>
      <dgm:spPr/>
      <dgm:t>
        <a:bodyPr/>
        <a:lstStyle/>
        <a:p>
          <a:endParaRPr lang="zh-TW" altLang="en-US"/>
        </a:p>
      </dgm:t>
    </dgm:pt>
    <dgm:pt modelId="{920323AA-7BCA-4A86-B176-4C397DAE6BC4}">
      <dgm:prSet phldrT="[文字]"/>
      <dgm:spPr/>
      <dgm:t>
        <a:bodyPr/>
        <a:lstStyle/>
        <a:p>
          <a:r>
            <a:rPr lang="zh-TW" altLang="en-US" dirty="0" smtClean="0"/>
            <a:t>非功能</a:t>
          </a:r>
          <a:endParaRPr lang="zh-TW" altLang="en-US" dirty="0"/>
        </a:p>
      </dgm:t>
    </dgm:pt>
    <dgm:pt modelId="{8CC08C94-11A2-4EF1-9100-D7970BFECAB0}" type="parTrans" cxnId="{786539AF-2C1D-4836-B252-95DA619638DA}">
      <dgm:prSet/>
      <dgm:spPr/>
      <dgm:t>
        <a:bodyPr/>
        <a:lstStyle/>
        <a:p>
          <a:endParaRPr lang="zh-TW" altLang="en-US"/>
        </a:p>
      </dgm:t>
    </dgm:pt>
    <dgm:pt modelId="{ED96A1DC-F565-4D21-A21F-D42236E6E63C}" type="sibTrans" cxnId="{786539AF-2C1D-4836-B252-95DA619638DA}">
      <dgm:prSet/>
      <dgm:spPr/>
      <dgm:t>
        <a:bodyPr/>
        <a:lstStyle/>
        <a:p>
          <a:endParaRPr lang="zh-TW" altLang="en-US"/>
        </a:p>
      </dgm:t>
    </dgm:pt>
    <dgm:pt modelId="{78E100BE-BC8C-469F-8FF0-481CA9928948}">
      <dgm:prSet phldrT="[文字]"/>
      <dgm:spPr/>
      <dgm:t>
        <a:bodyPr/>
        <a:lstStyle/>
        <a:p>
          <a:r>
            <a:rPr lang="zh-TW" altLang="en-US" dirty="0" smtClean="0"/>
            <a:t>音樂</a:t>
          </a:r>
          <a:endParaRPr lang="zh-TW" altLang="en-US" dirty="0"/>
        </a:p>
      </dgm:t>
    </dgm:pt>
    <dgm:pt modelId="{30DDA834-9494-41E6-B7AE-78BA8E34EE0A}" type="parTrans" cxnId="{2E2CDE39-2B24-4DA8-8647-9C79F4972FE1}">
      <dgm:prSet/>
      <dgm:spPr/>
      <dgm:t>
        <a:bodyPr/>
        <a:lstStyle/>
        <a:p>
          <a:endParaRPr lang="zh-TW" altLang="en-US"/>
        </a:p>
      </dgm:t>
    </dgm:pt>
    <dgm:pt modelId="{BA893F9C-E964-4D96-AA1D-A17EE8687673}" type="sibTrans" cxnId="{2E2CDE39-2B24-4DA8-8647-9C79F4972FE1}">
      <dgm:prSet/>
      <dgm:spPr/>
      <dgm:t>
        <a:bodyPr/>
        <a:lstStyle/>
        <a:p>
          <a:endParaRPr lang="zh-TW" altLang="en-US"/>
        </a:p>
      </dgm:t>
    </dgm:pt>
    <dgm:pt modelId="{60CAA11B-95D3-4C91-A489-25EB58C00EB0}" type="pres">
      <dgm:prSet presAssocID="{B8CA8025-9252-45FB-B4D7-31C5BED12F66}" presName="Name0" presStyleCnt="0">
        <dgm:presLayoutVars>
          <dgm:dir/>
          <dgm:resizeHandles val="exact"/>
        </dgm:presLayoutVars>
      </dgm:prSet>
      <dgm:spPr/>
    </dgm:pt>
    <dgm:pt modelId="{E9C20EBD-C711-4B7B-B240-5141CF67F148}" type="pres">
      <dgm:prSet presAssocID="{B8CA8025-9252-45FB-B4D7-31C5BED12F66}" presName="vNodes" presStyleCnt="0"/>
      <dgm:spPr/>
    </dgm:pt>
    <dgm:pt modelId="{0F9507CC-217F-41BB-9831-24CC36491AC6}" type="pres">
      <dgm:prSet presAssocID="{0FF24B35-AC96-4BAB-A4A1-CEF5B18B9CE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DEFB40A3-A0DD-44B9-9340-57A9F40E190D}" type="pres">
      <dgm:prSet presAssocID="{6B026453-D6F1-4C1A-BC8F-4514CBACDDEE}" presName="spacerT" presStyleCnt="0"/>
      <dgm:spPr/>
    </dgm:pt>
    <dgm:pt modelId="{2BDDD7B0-CDFF-4B83-81F9-C560878A6092}" type="pres">
      <dgm:prSet presAssocID="{6B026453-D6F1-4C1A-BC8F-4514CBACDDEE}" presName="sibTrans" presStyleLbl="sibTrans2D1" presStyleIdx="0" presStyleCnt="2"/>
      <dgm:spPr/>
      <dgm:t>
        <a:bodyPr/>
        <a:lstStyle/>
        <a:p>
          <a:endParaRPr lang="zh-TW" altLang="en-US"/>
        </a:p>
      </dgm:t>
    </dgm:pt>
    <dgm:pt modelId="{781D8C62-D644-4D71-A8A8-DAEB595491D6}" type="pres">
      <dgm:prSet presAssocID="{6B026453-D6F1-4C1A-BC8F-4514CBACDDEE}" presName="spacerB" presStyleCnt="0"/>
      <dgm:spPr/>
    </dgm:pt>
    <dgm:pt modelId="{1B3D48CF-CE9E-473D-ADC7-0C94309B21AF}" type="pres">
      <dgm:prSet presAssocID="{920323AA-7BCA-4A86-B176-4C397DAE6BC4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DF30777-7436-4E22-B13A-4651350341A9}" type="pres">
      <dgm:prSet presAssocID="{B8CA8025-9252-45FB-B4D7-31C5BED12F66}" presName="sibTransLast" presStyleLbl="sibTrans2D1" presStyleIdx="1" presStyleCnt="2"/>
      <dgm:spPr/>
      <dgm:t>
        <a:bodyPr/>
        <a:lstStyle/>
        <a:p>
          <a:endParaRPr lang="zh-TW" altLang="en-US"/>
        </a:p>
      </dgm:t>
    </dgm:pt>
    <dgm:pt modelId="{D1899DFE-B31A-4AF0-AE1A-D7DD84937E87}" type="pres">
      <dgm:prSet presAssocID="{B8CA8025-9252-45FB-B4D7-31C5BED12F66}" presName="connectorText" presStyleLbl="sibTrans2D1" presStyleIdx="1" presStyleCnt="2"/>
      <dgm:spPr/>
      <dgm:t>
        <a:bodyPr/>
        <a:lstStyle/>
        <a:p>
          <a:endParaRPr lang="zh-TW" altLang="en-US"/>
        </a:p>
      </dgm:t>
    </dgm:pt>
    <dgm:pt modelId="{D7BE4299-2C3B-4299-80D1-FF2A24A3657C}" type="pres">
      <dgm:prSet presAssocID="{B8CA8025-9252-45FB-B4D7-31C5BED12F66}" presName="las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CCD131C5-1D14-4A39-851C-CA61B9710D83}" type="presOf" srcId="{0FF24B35-AC96-4BAB-A4A1-CEF5B18B9CE6}" destId="{0F9507CC-217F-41BB-9831-24CC36491AC6}" srcOrd="0" destOrd="0" presId="urn:microsoft.com/office/officeart/2005/8/layout/equation2"/>
    <dgm:cxn modelId="{DEBE364B-9CB0-417D-AC7F-BC1D1045AA8B}" type="presOf" srcId="{ED96A1DC-F565-4D21-A21F-D42236E6E63C}" destId="{6DF30777-7436-4E22-B13A-4651350341A9}" srcOrd="0" destOrd="0" presId="urn:microsoft.com/office/officeart/2005/8/layout/equation2"/>
    <dgm:cxn modelId="{32A7E12E-FFF4-4FF8-856A-70F1362D17C6}" type="presOf" srcId="{78E100BE-BC8C-469F-8FF0-481CA9928948}" destId="{D7BE4299-2C3B-4299-80D1-FF2A24A3657C}" srcOrd="0" destOrd="0" presId="urn:microsoft.com/office/officeart/2005/8/layout/equation2"/>
    <dgm:cxn modelId="{786539AF-2C1D-4836-B252-95DA619638DA}" srcId="{B8CA8025-9252-45FB-B4D7-31C5BED12F66}" destId="{920323AA-7BCA-4A86-B176-4C397DAE6BC4}" srcOrd="1" destOrd="0" parTransId="{8CC08C94-11A2-4EF1-9100-D7970BFECAB0}" sibTransId="{ED96A1DC-F565-4D21-A21F-D42236E6E63C}"/>
    <dgm:cxn modelId="{4C95F124-74B2-4D3B-B051-C664DF4B35CF}" type="presOf" srcId="{B8CA8025-9252-45FB-B4D7-31C5BED12F66}" destId="{60CAA11B-95D3-4C91-A489-25EB58C00EB0}" srcOrd="0" destOrd="0" presId="urn:microsoft.com/office/officeart/2005/8/layout/equation2"/>
    <dgm:cxn modelId="{4334EC85-92F6-4C31-B422-8A3B899A3ECE}" type="presOf" srcId="{ED96A1DC-F565-4D21-A21F-D42236E6E63C}" destId="{D1899DFE-B31A-4AF0-AE1A-D7DD84937E87}" srcOrd="1" destOrd="0" presId="urn:microsoft.com/office/officeart/2005/8/layout/equation2"/>
    <dgm:cxn modelId="{D4F7ADC4-BE2E-46F7-A864-C9EC74D8A731}" type="presOf" srcId="{6B026453-D6F1-4C1A-BC8F-4514CBACDDEE}" destId="{2BDDD7B0-CDFF-4B83-81F9-C560878A6092}" srcOrd="0" destOrd="0" presId="urn:microsoft.com/office/officeart/2005/8/layout/equation2"/>
    <dgm:cxn modelId="{2E2CDE39-2B24-4DA8-8647-9C79F4972FE1}" srcId="{B8CA8025-9252-45FB-B4D7-31C5BED12F66}" destId="{78E100BE-BC8C-469F-8FF0-481CA9928948}" srcOrd="2" destOrd="0" parTransId="{30DDA834-9494-41E6-B7AE-78BA8E34EE0A}" sibTransId="{BA893F9C-E964-4D96-AA1D-A17EE8687673}"/>
    <dgm:cxn modelId="{63AF79BE-7731-4B3D-B390-09D4CFF82782}" srcId="{B8CA8025-9252-45FB-B4D7-31C5BED12F66}" destId="{0FF24B35-AC96-4BAB-A4A1-CEF5B18B9CE6}" srcOrd="0" destOrd="0" parTransId="{6B9BBCA2-1A72-4013-8795-779986A41470}" sibTransId="{6B026453-D6F1-4C1A-BC8F-4514CBACDDEE}"/>
    <dgm:cxn modelId="{A2D04703-7350-40A7-A498-1F6430C24B30}" type="presOf" srcId="{920323AA-7BCA-4A86-B176-4C397DAE6BC4}" destId="{1B3D48CF-CE9E-473D-ADC7-0C94309B21AF}" srcOrd="0" destOrd="0" presId="urn:microsoft.com/office/officeart/2005/8/layout/equation2"/>
    <dgm:cxn modelId="{9BF3E4E3-C4B7-4FE5-AEDC-5A3B7336D900}" type="presParOf" srcId="{60CAA11B-95D3-4C91-A489-25EB58C00EB0}" destId="{E9C20EBD-C711-4B7B-B240-5141CF67F148}" srcOrd="0" destOrd="0" presId="urn:microsoft.com/office/officeart/2005/8/layout/equation2"/>
    <dgm:cxn modelId="{69707E11-B216-43E3-9041-4046038A1904}" type="presParOf" srcId="{E9C20EBD-C711-4B7B-B240-5141CF67F148}" destId="{0F9507CC-217F-41BB-9831-24CC36491AC6}" srcOrd="0" destOrd="0" presId="urn:microsoft.com/office/officeart/2005/8/layout/equation2"/>
    <dgm:cxn modelId="{0DB50CC8-4263-446B-AF4A-C8F15F83DEA9}" type="presParOf" srcId="{E9C20EBD-C711-4B7B-B240-5141CF67F148}" destId="{DEFB40A3-A0DD-44B9-9340-57A9F40E190D}" srcOrd="1" destOrd="0" presId="urn:microsoft.com/office/officeart/2005/8/layout/equation2"/>
    <dgm:cxn modelId="{DA427595-2D48-42D7-BA06-53D5E3032293}" type="presParOf" srcId="{E9C20EBD-C711-4B7B-B240-5141CF67F148}" destId="{2BDDD7B0-CDFF-4B83-81F9-C560878A6092}" srcOrd="2" destOrd="0" presId="urn:microsoft.com/office/officeart/2005/8/layout/equation2"/>
    <dgm:cxn modelId="{A6D12AEE-7738-49A1-B53B-9E2CB905DF0D}" type="presParOf" srcId="{E9C20EBD-C711-4B7B-B240-5141CF67F148}" destId="{781D8C62-D644-4D71-A8A8-DAEB595491D6}" srcOrd="3" destOrd="0" presId="urn:microsoft.com/office/officeart/2005/8/layout/equation2"/>
    <dgm:cxn modelId="{C85DBDE8-48E3-4074-9AE7-0518F8E211F2}" type="presParOf" srcId="{E9C20EBD-C711-4B7B-B240-5141CF67F148}" destId="{1B3D48CF-CE9E-473D-ADC7-0C94309B21AF}" srcOrd="4" destOrd="0" presId="urn:microsoft.com/office/officeart/2005/8/layout/equation2"/>
    <dgm:cxn modelId="{148A7C21-2E40-482E-90AC-F79E1CE29B1C}" type="presParOf" srcId="{60CAA11B-95D3-4C91-A489-25EB58C00EB0}" destId="{6DF30777-7436-4E22-B13A-4651350341A9}" srcOrd="1" destOrd="0" presId="urn:microsoft.com/office/officeart/2005/8/layout/equation2"/>
    <dgm:cxn modelId="{04383D21-14E4-4555-A875-56566D9AD1E0}" type="presParOf" srcId="{6DF30777-7436-4E22-B13A-4651350341A9}" destId="{D1899DFE-B31A-4AF0-AE1A-D7DD84937E87}" srcOrd="0" destOrd="0" presId="urn:microsoft.com/office/officeart/2005/8/layout/equation2"/>
    <dgm:cxn modelId="{E03A12E6-E683-4CB1-95E7-82E5DE91DA14}" type="presParOf" srcId="{60CAA11B-95D3-4C91-A489-25EB58C00EB0}" destId="{D7BE4299-2C3B-4299-80D1-FF2A24A3657C}" srcOrd="2" destOrd="0" presId="urn:microsoft.com/office/officeart/2005/8/layout/equati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14F7FF-AE7A-4C27-AB81-D89B22CAAEBC}" type="doc">
      <dgm:prSet loTypeId="urn:microsoft.com/office/officeart/2005/8/layout/radial6" loCatId="cycle" qsTypeId="urn:microsoft.com/office/officeart/2005/8/quickstyle/simple1#1" qsCatId="simple" csTypeId="urn:microsoft.com/office/officeart/2005/8/colors/accent0_2" csCatId="mainScheme" phldr="1"/>
      <dgm:spPr/>
      <dgm:t>
        <a:bodyPr/>
        <a:lstStyle/>
        <a:p>
          <a:endParaRPr lang="zh-TW" altLang="en-US"/>
        </a:p>
      </dgm:t>
    </dgm:pt>
    <dgm:pt modelId="{BFF61654-284B-4543-8681-91339C6126BE}">
      <dgm:prSet phldrT="[文字]"/>
      <dgm:spPr/>
      <dgm:t>
        <a:bodyPr/>
        <a:lstStyle/>
        <a:p>
          <a:r>
            <a:rPr lang="zh-TW" altLang="en-US" dirty="0" smtClean="0"/>
            <a:t>配樂</a:t>
          </a:r>
          <a:endParaRPr lang="zh-TW" altLang="en-US" dirty="0"/>
        </a:p>
      </dgm:t>
    </dgm:pt>
    <dgm:pt modelId="{8866FA55-6A7B-4AE6-B6F4-5825439533AF}" type="parTrans" cxnId="{E5870930-91A4-4F7A-9D4A-22D635ADD1F5}">
      <dgm:prSet/>
      <dgm:spPr/>
      <dgm:t>
        <a:bodyPr/>
        <a:lstStyle/>
        <a:p>
          <a:endParaRPr lang="zh-TW" altLang="en-US"/>
        </a:p>
      </dgm:t>
    </dgm:pt>
    <dgm:pt modelId="{B6FB8CA9-9A9D-4915-9938-0BCFF2CAEA9C}" type="sibTrans" cxnId="{E5870930-91A4-4F7A-9D4A-22D635ADD1F5}">
      <dgm:prSet/>
      <dgm:spPr/>
      <dgm:t>
        <a:bodyPr/>
        <a:lstStyle/>
        <a:p>
          <a:endParaRPr lang="zh-TW" altLang="en-US"/>
        </a:p>
      </dgm:t>
    </dgm:pt>
    <dgm:pt modelId="{F0F06D2D-89B8-4EE3-A5A9-9D4722E06597}">
      <dgm:prSet phldrT="[文字]"/>
      <dgm:spPr/>
      <dgm:t>
        <a:bodyPr/>
        <a:lstStyle/>
        <a:p>
          <a:r>
            <a:rPr lang="en-US" altLang="zh-TW" dirty="0" smtClean="0"/>
            <a:t>music</a:t>
          </a:r>
          <a:endParaRPr lang="zh-TW" altLang="en-US" dirty="0"/>
        </a:p>
      </dgm:t>
    </dgm:pt>
    <dgm:pt modelId="{A5F48CCA-CE7C-473D-8DE3-4A568E32DBDD}" type="parTrans" cxnId="{89B4C81E-98EB-4512-8EFB-BD28FAA8EF1A}">
      <dgm:prSet/>
      <dgm:spPr/>
      <dgm:t>
        <a:bodyPr/>
        <a:lstStyle/>
        <a:p>
          <a:endParaRPr lang="zh-TW" altLang="en-US"/>
        </a:p>
      </dgm:t>
    </dgm:pt>
    <dgm:pt modelId="{8CC7C958-ED0A-47EB-A6D9-B79E2D39576D}" type="sibTrans" cxnId="{89B4C81E-98EB-4512-8EFB-BD28FAA8EF1A}">
      <dgm:prSet/>
      <dgm:spPr/>
      <dgm:t>
        <a:bodyPr/>
        <a:lstStyle/>
        <a:p>
          <a:endParaRPr lang="zh-TW" altLang="en-US"/>
        </a:p>
      </dgm:t>
    </dgm:pt>
    <dgm:pt modelId="{52D77A2A-0E86-41EB-BF46-E1432F01472D}">
      <dgm:prSet phldrT="[文字]"/>
      <dgm:spPr/>
      <dgm:t>
        <a:bodyPr/>
        <a:lstStyle/>
        <a:p>
          <a:r>
            <a:rPr lang="en-US" altLang="zh-TW" dirty="0" smtClean="0"/>
            <a:t>OS+SB</a:t>
          </a:r>
          <a:endParaRPr lang="zh-TW" altLang="en-US" dirty="0"/>
        </a:p>
      </dgm:t>
    </dgm:pt>
    <dgm:pt modelId="{A5664C83-2BE0-49F9-8C6E-041FD09FE3DF}" type="parTrans" cxnId="{77406B1C-9F91-4B7B-AF75-58A4ADC71152}">
      <dgm:prSet/>
      <dgm:spPr/>
      <dgm:t>
        <a:bodyPr/>
        <a:lstStyle/>
        <a:p>
          <a:endParaRPr lang="zh-TW" altLang="en-US"/>
        </a:p>
      </dgm:t>
    </dgm:pt>
    <dgm:pt modelId="{EA4A9F92-AC55-4265-87AE-C9F1E46B7992}" type="sibTrans" cxnId="{77406B1C-9F91-4B7B-AF75-58A4ADC71152}">
      <dgm:prSet/>
      <dgm:spPr/>
      <dgm:t>
        <a:bodyPr/>
        <a:lstStyle/>
        <a:p>
          <a:endParaRPr lang="zh-TW" altLang="en-US"/>
        </a:p>
      </dgm:t>
    </dgm:pt>
    <dgm:pt modelId="{85CAACB6-E62E-4AC7-8531-900C23563480}">
      <dgm:prSet phldrT="[文字]"/>
      <dgm:spPr/>
      <dgm:t>
        <a:bodyPr/>
        <a:lstStyle/>
        <a:p>
          <a:r>
            <a:rPr lang="en-US" altLang="zh-TW" dirty="0" smtClean="0"/>
            <a:t>SE+NS</a:t>
          </a:r>
          <a:endParaRPr lang="zh-TW" altLang="en-US" dirty="0"/>
        </a:p>
      </dgm:t>
    </dgm:pt>
    <dgm:pt modelId="{96BE8942-3FA5-4521-AE0A-A39BDAA05C35}" type="parTrans" cxnId="{4B6BBE30-0EDE-48E6-A0B5-98BF25E177A3}">
      <dgm:prSet/>
      <dgm:spPr/>
      <dgm:t>
        <a:bodyPr/>
        <a:lstStyle/>
        <a:p>
          <a:endParaRPr lang="zh-TW" altLang="en-US"/>
        </a:p>
      </dgm:t>
    </dgm:pt>
    <dgm:pt modelId="{C1D32636-CD43-4CF1-A3D9-C002AA6190C7}" type="sibTrans" cxnId="{4B6BBE30-0EDE-48E6-A0B5-98BF25E177A3}">
      <dgm:prSet/>
      <dgm:spPr/>
      <dgm:t>
        <a:bodyPr/>
        <a:lstStyle/>
        <a:p>
          <a:endParaRPr lang="zh-TW" altLang="en-US"/>
        </a:p>
      </dgm:t>
    </dgm:pt>
    <dgm:pt modelId="{7BF3F002-D0FC-45F4-96AC-2776100CD97A}">
      <dgm:prSet phldrT="[文字]"/>
      <dgm:spPr/>
      <dgm:t>
        <a:bodyPr/>
        <a:lstStyle/>
        <a:p>
          <a:endParaRPr lang="zh-TW" altLang="en-US" dirty="0"/>
        </a:p>
      </dgm:t>
    </dgm:pt>
    <dgm:pt modelId="{7A2CCEE6-A449-49C5-AB09-5ABA3E1AB0F4}" type="parTrans" cxnId="{B397F4C8-A0F1-45A5-A6A1-9312BBCBC1F2}">
      <dgm:prSet/>
      <dgm:spPr/>
      <dgm:t>
        <a:bodyPr/>
        <a:lstStyle/>
        <a:p>
          <a:endParaRPr lang="zh-TW" altLang="en-US"/>
        </a:p>
      </dgm:t>
    </dgm:pt>
    <dgm:pt modelId="{55FD519A-6A4F-4925-87DD-0A651897837D}" type="sibTrans" cxnId="{B397F4C8-A0F1-45A5-A6A1-9312BBCBC1F2}">
      <dgm:prSet/>
      <dgm:spPr/>
      <dgm:t>
        <a:bodyPr/>
        <a:lstStyle/>
        <a:p>
          <a:endParaRPr lang="zh-TW" altLang="en-US"/>
        </a:p>
      </dgm:t>
    </dgm:pt>
    <dgm:pt modelId="{E1E328B1-6D2C-4871-9F7C-5A6ED1BE2821}" type="pres">
      <dgm:prSet presAssocID="{1D14F7FF-AE7A-4C27-AB81-D89B22CAAEBC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A24FAA9-B3EB-4753-A94C-37EE43991B6D}" type="pres">
      <dgm:prSet presAssocID="{BFF61654-284B-4543-8681-91339C6126BE}" presName="centerShape" presStyleLbl="node0" presStyleIdx="0" presStyleCnt="1" custLinFactNeighborX="-1316" custLinFactNeighborY="-644"/>
      <dgm:spPr/>
      <dgm:t>
        <a:bodyPr/>
        <a:lstStyle/>
        <a:p>
          <a:endParaRPr lang="zh-TW" altLang="en-US"/>
        </a:p>
      </dgm:t>
    </dgm:pt>
    <dgm:pt modelId="{C2871720-C1FA-4BAD-B42E-3A37FB30AB60}" type="pres">
      <dgm:prSet presAssocID="{F0F06D2D-89B8-4EE3-A5A9-9D4722E0659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C2CE00C-467C-47A0-85E5-A64F261F284F}" type="pres">
      <dgm:prSet presAssocID="{F0F06D2D-89B8-4EE3-A5A9-9D4722E06597}" presName="dummy" presStyleCnt="0"/>
      <dgm:spPr/>
      <dgm:t>
        <a:bodyPr/>
        <a:lstStyle/>
        <a:p>
          <a:endParaRPr lang="zh-TW" altLang="en-US"/>
        </a:p>
      </dgm:t>
    </dgm:pt>
    <dgm:pt modelId="{40FE60C1-D2A9-4309-B308-0E91049ABD03}" type="pres">
      <dgm:prSet presAssocID="{8CC7C958-ED0A-47EB-A6D9-B79E2D39576D}" presName="sibTrans" presStyleLbl="sibTrans2D1" presStyleIdx="0" presStyleCnt="3"/>
      <dgm:spPr/>
      <dgm:t>
        <a:bodyPr/>
        <a:lstStyle/>
        <a:p>
          <a:endParaRPr lang="zh-TW" altLang="en-US"/>
        </a:p>
      </dgm:t>
    </dgm:pt>
    <dgm:pt modelId="{F904673F-97CD-4FDE-AFEB-2E9F9156C4DF}" type="pres">
      <dgm:prSet presAssocID="{52D77A2A-0E86-41EB-BF46-E1432F01472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3A69F68-53BD-43C0-AAED-2E3E34976158}" type="pres">
      <dgm:prSet presAssocID="{52D77A2A-0E86-41EB-BF46-E1432F01472D}" presName="dummy" presStyleCnt="0"/>
      <dgm:spPr/>
      <dgm:t>
        <a:bodyPr/>
        <a:lstStyle/>
        <a:p>
          <a:endParaRPr lang="zh-TW" altLang="en-US"/>
        </a:p>
      </dgm:t>
    </dgm:pt>
    <dgm:pt modelId="{EEDC73AB-B202-4EA3-9463-32FB0B24B49A}" type="pres">
      <dgm:prSet presAssocID="{EA4A9F92-AC55-4265-87AE-C9F1E46B7992}" presName="sibTrans" presStyleLbl="sibTrans2D1" presStyleIdx="1" presStyleCnt="3"/>
      <dgm:spPr/>
      <dgm:t>
        <a:bodyPr/>
        <a:lstStyle/>
        <a:p>
          <a:endParaRPr lang="zh-TW" altLang="en-US"/>
        </a:p>
      </dgm:t>
    </dgm:pt>
    <dgm:pt modelId="{74C42C35-6755-4CE7-B82F-E2D8AD3E7367}" type="pres">
      <dgm:prSet presAssocID="{85CAACB6-E62E-4AC7-8531-900C2356348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0ECC1F8-9B79-4F36-B4D8-2AC8781D3E96}" type="pres">
      <dgm:prSet presAssocID="{85CAACB6-E62E-4AC7-8531-900C23563480}" presName="dummy" presStyleCnt="0"/>
      <dgm:spPr/>
      <dgm:t>
        <a:bodyPr/>
        <a:lstStyle/>
        <a:p>
          <a:endParaRPr lang="zh-TW" altLang="en-US"/>
        </a:p>
      </dgm:t>
    </dgm:pt>
    <dgm:pt modelId="{F239F59A-D16E-4985-9CA2-FB45B3755ACC}" type="pres">
      <dgm:prSet presAssocID="{C1D32636-CD43-4CF1-A3D9-C002AA6190C7}" presName="sibTrans" presStyleLbl="sibTrans2D1" presStyleIdx="2" presStyleCnt="3"/>
      <dgm:spPr/>
      <dgm:t>
        <a:bodyPr/>
        <a:lstStyle/>
        <a:p>
          <a:endParaRPr lang="zh-TW" altLang="en-US"/>
        </a:p>
      </dgm:t>
    </dgm:pt>
  </dgm:ptLst>
  <dgm:cxnLst>
    <dgm:cxn modelId="{89B4C81E-98EB-4512-8EFB-BD28FAA8EF1A}" srcId="{BFF61654-284B-4543-8681-91339C6126BE}" destId="{F0F06D2D-89B8-4EE3-A5A9-9D4722E06597}" srcOrd="0" destOrd="0" parTransId="{A5F48CCA-CE7C-473D-8DE3-4A568E32DBDD}" sibTransId="{8CC7C958-ED0A-47EB-A6D9-B79E2D39576D}"/>
    <dgm:cxn modelId="{E5870930-91A4-4F7A-9D4A-22D635ADD1F5}" srcId="{1D14F7FF-AE7A-4C27-AB81-D89B22CAAEBC}" destId="{BFF61654-284B-4543-8681-91339C6126BE}" srcOrd="0" destOrd="0" parTransId="{8866FA55-6A7B-4AE6-B6F4-5825439533AF}" sibTransId="{B6FB8CA9-9A9D-4915-9938-0BCFF2CAEA9C}"/>
    <dgm:cxn modelId="{F1BCD824-D5DB-4D08-A4E4-40768CBF5E81}" type="presOf" srcId="{C1D32636-CD43-4CF1-A3D9-C002AA6190C7}" destId="{F239F59A-D16E-4985-9CA2-FB45B3755ACC}" srcOrd="0" destOrd="0" presId="urn:microsoft.com/office/officeart/2005/8/layout/radial6"/>
    <dgm:cxn modelId="{C4CB77E5-B319-4CB2-921B-7F9B4DF2C533}" type="presOf" srcId="{1D14F7FF-AE7A-4C27-AB81-D89B22CAAEBC}" destId="{E1E328B1-6D2C-4871-9F7C-5A6ED1BE2821}" srcOrd="0" destOrd="0" presId="urn:microsoft.com/office/officeart/2005/8/layout/radial6"/>
    <dgm:cxn modelId="{394A6F64-8205-4BCB-872D-4D3E0C6A4B01}" type="presOf" srcId="{8CC7C958-ED0A-47EB-A6D9-B79E2D39576D}" destId="{40FE60C1-D2A9-4309-B308-0E91049ABD03}" srcOrd="0" destOrd="0" presId="urn:microsoft.com/office/officeart/2005/8/layout/radial6"/>
    <dgm:cxn modelId="{77406B1C-9F91-4B7B-AF75-58A4ADC71152}" srcId="{BFF61654-284B-4543-8681-91339C6126BE}" destId="{52D77A2A-0E86-41EB-BF46-E1432F01472D}" srcOrd="1" destOrd="0" parTransId="{A5664C83-2BE0-49F9-8C6E-041FD09FE3DF}" sibTransId="{EA4A9F92-AC55-4265-87AE-C9F1E46B7992}"/>
    <dgm:cxn modelId="{BE917F6B-2085-4B45-98A6-E95C4CC1D54E}" type="presOf" srcId="{85CAACB6-E62E-4AC7-8531-900C23563480}" destId="{74C42C35-6755-4CE7-B82F-E2D8AD3E7367}" srcOrd="0" destOrd="0" presId="urn:microsoft.com/office/officeart/2005/8/layout/radial6"/>
    <dgm:cxn modelId="{5A8D353D-3088-49FE-8194-EC36A7A7C9F0}" type="presOf" srcId="{EA4A9F92-AC55-4265-87AE-C9F1E46B7992}" destId="{EEDC73AB-B202-4EA3-9463-32FB0B24B49A}" srcOrd="0" destOrd="0" presId="urn:microsoft.com/office/officeart/2005/8/layout/radial6"/>
    <dgm:cxn modelId="{9F59088E-9CDF-45D0-BA5C-607419A29C19}" type="presOf" srcId="{F0F06D2D-89B8-4EE3-A5A9-9D4722E06597}" destId="{C2871720-C1FA-4BAD-B42E-3A37FB30AB60}" srcOrd="0" destOrd="0" presId="urn:microsoft.com/office/officeart/2005/8/layout/radial6"/>
    <dgm:cxn modelId="{B397F4C8-A0F1-45A5-A6A1-9312BBCBC1F2}" srcId="{1D14F7FF-AE7A-4C27-AB81-D89B22CAAEBC}" destId="{7BF3F002-D0FC-45F4-96AC-2776100CD97A}" srcOrd="1" destOrd="0" parTransId="{7A2CCEE6-A449-49C5-AB09-5ABA3E1AB0F4}" sibTransId="{55FD519A-6A4F-4925-87DD-0A651897837D}"/>
    <dgm:cxn modelId="{344CE57D-FF75-4744-A4F9-83353452777E}" type="presOf" srcId="{52D77A2A-0E86-41EB-BF46-E1432F01472D}" destId="{F904673F-97CD-4FDE-AFEB-2E9F9156C4DF}" srcOrd="0" destOrd="0" presId="urn:microsoft.com/office/officeart/2005/8/layout/radial6"/>
    <dgm:cxn modelId="{232A265B-5AB6-4C2E-9DA7-A5FC3A5D6C2E}" type="presOf" srcId="{BFF61654-284B-4543-8681-91339C6126BE}" destId="{CA24FAA9-B3EB-4753-A94C-37EE43991B6D}" srcOrd="0" destOrd="0" presId="urn:microsoft.com/office/officeart/2005/8/layout/radial6"/>
    <dgm:cxn modelId="{4B6BBE30-0EDE-48E6-A0B5-98BF25E177A3}" srcId="{BFF61654-284B-4543-8681-91339C6126BE}" destId="{85CAACB6-E62E-4AC7-8531-900C23563480}" srcOrd="2" destOrd="0" parTransId="{96BE8942-3FA5-4521-AE0A-A39BDAA05C35}" sibTransId="{C1D32636-CD43-4CF1-A3D9-C002AA6190C7}"/>
    <dgm:cxn modelId="{555F2898-D7CE-49EE-B795-F6F5EF0012BD}" type="presParOf" srcId="{E1E328B1-6D2C-4871-9F7C-5A6ED1BE2821}" destId="{CA24FAA9-B3EB-4753-A94C-37EE43991B6D}" srcOrd="0" destOrd="0" presId="urn:microsoft.com/office/officeart/2005/8/layout/radial6"/>
    <dgm:cxn modelId="{4CCFA526-6D71-4930-A44C-C3D3ECCD3049}" type="presParOf" srcId="{E1E328B1-6D2C-4871-9F7C-5A6ED1BE2821}" destId="{C2871720-C1FA-4BAD-B42E-3A37FB30AB60}" srcOrd="1" destOrd="0" presId="urn:microsoft.com/office/officeart/2005/8/layout/radial6"/>
    <dgm:cxn modelId="{9A16D08E-0E80-41EF-844E-355DBE2F5459}" type="presParOf" srcId="{E1E328B1-6D2C-4871-9F7C-5A6ED1BE2821}" destId="{5C2CE00C-467C-47A0-85E5-A64F261F284F}" srcOrd="2" destOrd="0" presId="urn:microsoft.com/office/officeart/2005/8/layout/radial6"/>
    <dgm:cxn modelId="{CF67006E-3ADA-4542-BF1B-E19273E32E2B}" type="presParOf" srcId="{E1E328B1-6D2C-4871-9F7C-5A6ED1BE2821}" destId="{40FE60C1-D2A9-4309-B308-0E91049ABD03}" srcOrd="3" destOrd="0" presId="urn:microsoft.com/office/officeart/2005/8/layout/radial6"/>
    <dgm:cxn modelId="{FA9AC1C9-1C24-44B7-9E26-E0FED55BAC88}" type="presParOf" srcId="{E1E328B1-6D2C-4871-9F7C-5A6ED1BE2821}" destId="{F904673F-97CD-4FDE-AFEB-2E9F9156C4DF}" srcOrd="4" destOrd="0" presId="urn:microsoft.com/office/officeart/2005/8/layout/radial6"/>
    <dgm:cxn modelId="{FEED170A-6E6D-4D4F-B6F6-4D7818217536}" type="presParOf" srcId="{E1E328B1-6D2C-4871-9F7C-5A6ED1BE2821}" destId="{43A69F68-53BD-43C0-AAED-2E3E34976158}" srcOrd="5" destOrd="0" presId="urn:microsoft.com/office/officeart/2005/8/layout/radial6"/>
    <dgm:cxn modelId="{631A988E-EDD8-442B-83CE-7D9A6E91B332}" type="presParOf" srcId="{E1E328B1-6D2C-4871-9F7C-5A6ED1BE2821}" destId="{EEDC73AB-B202-4EA3-9463-32FB0B24B49A}" srcOrd="6" destOrd="0" presId="urn:microsoft.com/office/officeart/2005/8/layout/radial6"/>
    <dgm:cxn modelId="{3F9DDC6F-5C4A-4FFC-B063-AA5C299CB33B}" type="presParOf" srcId="{E1E328B1-6D2C-4871-9F7C-5A6ED1BE2821}" destId="{74C42C35-6755-4CE7-B82F-E2D8AD3E7367}" srcOrd="7" destOrd="0" presId="urn:microsoft.com/office/officeart/2005/8/layout/radial6"/>
    <dgm:cxn modelId="{6C00CDA4-1241-462D-A648-24D050231414}" type="presParOf" srcId="{E1E328B1-6D2C-4871-9F7C-5A6ED1BE2821}" destId="{E0ECC1F8-9B79-4F36-B4D8-2AC8781D3E96}" srcOrd="8" destOrd="0" presId="urn:microsoft.com/office/officeart/2005/8/layout/radial6"/>
    <dgm:cxn modelId="{C3B63992-FF47-4DCB-9FE7-09E0E6290ABF}" type="presParOf" srcId="{E1E328B1-6D2C-4871-9F7C-5A6ED1BE2821}" destId="{F239F59A-D16E-4985-9CA2-FB45B3755ACC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B48BD0-CF11-4BFB-8D04-5C81AE3A5024}" type="doc">
      <dgm:prSet loTypeId="urn:microsoft.com/office/officeart/2005/8/layout/hierarchy2" loCatId="hierarchy" qsTypeId="urn:microsoft.com/office/officeart/2005/8/quickstyle/3d8" qsCatId="3D" csTypeId="urn:microsoft.com/office/officeart/2005/8/colors/colorful4" csCatId="colorful" phldr="1"/>
      <dgm:spPr/>
      <dgm:t>
        <a:bodyPr/>
        <a:lstStyle/>
        <a:p>
          <a:endParaRPr lang="zh-TW" altLang="en-US"/>
        </a:p>
      </dgm:t>
    </dgm:pt>
    <dgm:pt modelId="{75218E64-1668-4137-A8CD-30AD17FE3E1F}">
      <dgm:prSet phldrT="[文字]"/>
      <dgm:spPr/>
      <dgm:t>
        <a:bodyPr/>
        <a:lstStyle/>
        <a:p>
          <a:r>
            <a:rPr lang="zh-TW" altLang="en-US" dirty="0" smtClean="0"/>
            <a:t>門</a:t>
          </a:r>
          <a:endParaRPr lang="zh-TW" altLang="en-US" dirty="0"/>
        </a:p>
      </dgm:t>
    </dgm:pt>
    <dgm:pt modelId="{6A89005D-28D0-4590-9512-F10FF1945CF1}" type="parTrans" cxnId="{581DC7FE-60BC-4E92-A21A-6D623A97BB9E}">
      <dgm:prSet/>
      <dgm:spPr/>
      <dgm:t>
        <a:bodyPr/>
        <a:lstStyle/>
        <a:p>
          <a:endParaRPr lang="zh-TW" altLang="en-US"/>
        </a:p>
      </dgm:t>
    </dgm:pt>
    <dgm:pt modelId="{0A319593-100A-4127-9FAD-0C9D553412FB}" type="sibTrans" cxnId="{581DC7FE-60BC-4E92-A21A-6D623A97BB9E}">
      <dgm:prSet/>
      <dgm:spPr/>
      <dgm:t>
        <a:bodyPr/>
        <a:lstStyle/>
        <a:p>
          <a:endParaRPr lang="zh-TW" altLang="en-US"/>
        </a:p>
      </dgm:t>
    </dgm:pt>
    <dgm:pt modelId="{C9A325BD-4468-43D1-B6C1-F1C94D23625F}">
      <dgm:prSet phldrT="[文字]"/>
      <dgm:spPr/>
      <dgm:t>
        <a:bodyPr/>
        <a:lstStyle/>
        <a:p>
          <a:r>
            <a:rPr lang="zh-TW" altLang="en-US" dirty="0" smtClean="0"/>
            <a:t>神秘</a:t>
          </a:r>
          <a:endParaRPr lang="zh-TW" altLang="en-US" dirty="0"/>
        </a:p>
      </dgm:t>
    </dgm:pt>
    <dgm:pt modelId="{732F053A-2A2D-4859-AF69-FA048D1B2104}" type="parTrans" cxnId="{C0AF53E0-D67D-4636-97DB-45D0AF3E7BA4}">
      <dgm:prSet/>
      <dgm:spPr/>
      <dgm:t>
        <a:bodyPr/>
        <a:lstStyle/>
        <a:p>
          <a:endParaRPr lang="zh-TW" altLang="en-US"/>
        </a:p>
      </dgm:t>
    </dgm:pt>
    <dgm:pt modelId="{4DC10EBF-2012-4AC3-8BBA-7A08D32F0D40}" type="sibTrans" cxnId="{C0AF53E0-D67D-4636-97DB-45D0AF3E7BA4}">
      <dgm:prSet/>
      <dgm:spPr/>
      <dgm:t>
        <a:bodyPr/>
        <a:lstStyle/>
        <a:p>
          <a:endParaRPr lang="zh-TW" altLang="en-US"/>
        </a:p>
      </dgm:t>
    </dgm:pt>
    <dgm:pt modelId="{3A6C94FF-4358-4699-A7ED-160569DFB62D}">
      <dgm:prSet phldrT="[文字]"/>
      <dgm:spPr/>
      <dgm:t>
        <a:bodyPr/>
        <a:lstStyle/>
        <a:p>
          <a:r>
            <a:rPr lang="zh-TW" altLang="en-US" dirty="0" smtClean="0"/>
            <a:t>有趣</a:t>
          </a:r>
          <a:endParaRPr lang="zh-TW" altLang="en-US" dirty="0"/>
        </a:p>
      </dgm:t>
    </dgm:pt>
    <dgm:pt modelId="{9B17F1E5-299F-439F-8A9E-EB3BF97BC93A}" type="parTrans" cxnId="{D91F1BEF-A2CA-43B2-B979-CAA35A51FAD1}">
      <dgm:prSet/>
      <dgm:spPr/>
      <dgm:t>
        <a:bodyPr/>
        <a:lstStyle/>
        <a:p>
          <a:endParaRPr lang="zh-TW" altLang="en-US"/>
        </a:p>
      </dgm:t>
    </dgm:pt>
    <dgm:pt modelId="{48ED4716-67E9-4F50-A323-55C9F115DCE0}" type="sibTrans" cxnId="{D91F1BEF-A2CA-43B2-B979-CAA35A51FAD1}">
      <dgm:prSet/>
      <dgm:spPr/>
      <dgm:t>
        <a:bodyPr/>
        <a:lstStyle/>
        <a:p>
          <a:endParaRPr lang="zh-TW" altLang="en-US"/>
        </a:p>
      </dgm:t>
    </dgm:pt>
    <dgm:pt modelId="{93FE39F7-FA47-4CA3-A3EE-21558FA3D5DA}">
      <dgm:prSet phldrT="[文字]"/>
      <dgm:spPr/>
      <dgm:t>
        <a:bodyPr/>
        <a:lstStyle/>
        <a:p>
          <a:r>
            <a:rPr lang="zh-TW" altLang="en-US" dirty="0" smtClean="0"/>
            <a:t>英勇</a:t>
          </a:r>
          <a:endParaRPr lang="zh-TW" altLang="en-US" dirty="0"/>
        </a:p>
      </dgm:t>
    </dgm:pt>
    <dgm:pt modelId="{3E880CE1-44AA-4718-953D-017E0E49BBDD}" type="parTrans" cxnId="{BF9C9334-5720-4A89-AF12-D578B8A7C9A2}">
      <dgm:prSet/>
      <dgm:spPr/>
      <dgm:t>
        <a:bodyPr/>
        <a:lstStyle/>
        <a:p>
          <a:endParaRPr lang="zh-TW" altLang="en-US"/>
        </a:p>
      </dgm:t>
    </dgm:pt>
    <dgm:pt modelId="{A3D1459D-C9E4-470D-B534-82E1E9BEE93D}" type="sibTrans" cxnId="{BF9C9334-5720-4A89-AF12-D578B8A7C9A2}">
      <dgm:prSet/>
      <dgm:spPr/>
      <dgm:t>
        <a:bodyPr/>
        <a:lstStyle/>
        <a:p>
          <a:endParaRPr lang="zh-TW" altLang="en-US"/>
        </a:p>
      </dgm:t>
    </dgm:pt>
    <dgm:pt modelId="{E04083F4-4614-4BE9-8ECD-C50C16304194}">
      <dgm:prSet phldrT="[文字]"/>
      <dgm:spPr/>
      <dgm:t>
        <a:bodyPr/>
        <a:lstStyle/>
        <a:p>
          <a:r>
            <a:rPr lang="zh-TW" altLang="en-US" dirty="0" smtClean="0"/>
            <a:t>緊張</a:t>
          </a:r>
          <a:endParaRPr lang="zh-TW" altLang="en-US" dirty="0"/>
        </a:p>
      </dgm:t>
    </dgm:pt>
    <dgm:pt modelId="{7D050D1A-518D-455A-9A8A-877C96A0A27E}" type="parTrans" cxnId="{8D54866E-1520-469D-9FD7-FB58BFEE95D3}">
      <dgm:prSet/>
      <dgm:spPr/>
      <dgm:t>
        <a:bodyPr/>
        <a:lstStyle/>
        <a:p>
          <a:endParaRPr lang="zh-TW" altLang="en-US"/>
        </a:p>
      </dgm:t>
    </dgm:pt>
    <dgm:pt modelId="{DCA5307E-F798-4A39-BE7F-E2E07042ACBA}" type="sibTrans" cxnId="{8D54866E-1520-469D-9FD7-FB58BFEE95D3}">
      <dgm:prSet/>
      <dgm:spPr/>
      <dgm:t>
        <a:bodyPr/>
        <a:lstStyle/>
        <a:p>
          <a:endParaRPr lang="zh-TW" altLang="en-US"/>
        </a:p>
      </dgm:t>
    </dgm:pt>
    <dgm:pt modelId="{F2B91224-CBFC-43D8-B8CF-D572B79D9093}">
      <dgm:prSet phldrT="[文字]"/>
      <dgm:spPr/>
      <dgm:t>
        <a:bodyPr/>
        <a:lstStyle/>
        <a:p>
          <a:r>
            <a:rPr lang="zh-TW" altLang="en-US" dirty="0" smtClean="0"/>
            <a:t>溫馨</a:t>
          </a:r>
          <a:endParaRPr lang="zh-TW" altLang="en-US" dirty="0"/>
        </a:p>
      </dgm:t>
    </dgm:pt>
    <dgm:pt modelId="{079F50E9-7C65-4DD0-9AC3-356F35D6D8E7}" type="parTrans" cxnId="{2F9B89BC-87C6-4042-B1C9-E37AA4C0789F}">
      <dgm:prSet/>
      <dgm:spPr/>
      <dgm:t>
        <a:bodyPr/>
        <a:lstStyle/>
        <a:p>
          <a:endParaRPr lang="zh-TW" altLang="en-US"/>
        </a:p>
      </dgm:t>
    </dgm:pt>
    <dgm:pt modelId="{50D739F2-F5A3-4F66-8BC8-8422E034EE8D}" type="sibTrans" cxnId="{2F9B89BC-87C6-4042-B1C9-E37AA4C0789F}">
      <dgm:prSet/>
      <dgm:spPr/>
      <dgm:t>
        <a:bodyPr/>
        <a:lstStyle/>
        <a:p>
          <a:endParaRPr lang="zh-TW" altLang="en-US"/>
        </a:p>
      </dgm:t>
    </dgm:pt>
    <dgm:pt modelId="{5EE45BD6-8FDC-4DD7-ADBC-8049B3BA8238}" type="pres">
      <dgm:prSet presAssocID="{B0B48BD0-CF11-4BFB-8D04-5C81AE3A502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98DF21F0-F35F-46DD-8B8A-8604923583A8}" type="pres">
      <dgm:prSet presAssocID="{75218E64-1668-4137-A8CD-30AD17FE3E1F}" presName="root1" presStyleCnt="0"/>
      <dgm:spPr/>
    </dgm:pt>
    <dgm:pt modelId="{790127D1-D13F-416D-92C3-0EA3DEAB467E}" type="pres">
      <dgm:prSet presAssocID="{75218E64-1668-4137-A8CD-30AD17FE3E1F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1B90DDD-29CB-4185-B9D1-0E74F3E328BC}" type="pres">
      <dgm:prSet presAssocID="{75218E64-1668-4137-A8CD-30AD17FE3E1F}" presName="level2hierChild" presStyleCnt="0"/>
      <dgm:spPr/>
    </dgm:pt>
    <dgm:pt modelId="{993E3EA4-3A7E-4E35-A41E-024917756A60}" type="pres">
      <dgm:prSet presAssocID="{732F053A-2A2D-4859-AF69-FA048D1B2104}" presName="conn2-1" presStyleLbl="parChTrans1D2" presStyleIdx="0" presStyleCnt="5"/>
      <dgm:spPr/>
      <dgm:t>
        <a:bodyPr/>
        <a:lstStyle/>
        <a:p>
          <a:endParaRPr lang="zh-TW" altLang="en-US"/>
        </a:p>
      </dgm:t>
    </dgm:pt>
    <dgm:pt modelId="{98103E05-88FA-404B-856D-EF1BCCC9B014}" type="pres">
      <dgm:prSet presAssocID="{732F053A-2A2D-4859-AF69-FA048D1B2104}" presName="connTx" presStyleLbl="parChTrans1D2" presStyleIdx="0" presStyleCnt="5"/>
      <dgm:spPr/>
      <dgm:t>
        <a:bodyPr/>
        <a:lstStyle/>
        <a:p>
          <a:endParaRPr lang="zh-TW" altLang="en-US"/>
        </a:p>
      </dgm:t>
    </dgm:pt>
    <dgm:pt modelId="{C654DBAD-E48A-4667-9449-39DB8638E6D6}" type="pres">
      <dgm:prSet presAssocID="{C9A325BD-4468-43D1-B6C1-F1C94D23625F}" presName="root2" presStyleCnt="0"/>
      <dgm:spPr/>
    </dgm:pt>
    <dgm:pt modelId="{3430EADC-A690-4D25-AE89-16C73722971E}" type="pres">
      <dgm:prSet presAssocID="{C9A325BD-4468-43D1-B6C1-F1C94D23625F}" presName="LevelTwoTextNode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C802BABF-2D38-4FC6-9F46-55B548FB8EBB}" type="pres">
      <dgm:prSet presAssocID="{C9A325BD-4468-43D1-B6C1-F1C94D23625F}" presName="level3hierChild" presStyleCnt="0"/>
      <dgm:spPr/>
    </dgm:pt>
    <dgm:pt modelId="{9984B47E-0242-45DE-A4DE-E38D71E46CFD}" type="pres">
      <dgm:prSet presAssocID="{079F50E9-7C65-4DD0-9AC3-356F35D6D8E7}" presName="conn2-1" presStyleLbl="parChTrans1D2" presStyleIdx="1" presStyleCnt="5"/>
      <dgm:spPr/>
      <dgm:t>
        <a:bodyPr/>
        <a:lstStyle/>
        <a:p>
          <a:endParaRPr lang="zh-TW" altLang="en-US"/>
        </a:p>
      </dgm:t>
    </dgm:pt>
    <dgm:pt modelId="{C8979879-1FDF-4B43-A881-F2863215A637}" type="pres">
      <dgm:prSet presAssocID="{079F50E9-7C65-4DD0-9AC3-356F35D6D8E7}" presName="connTx" presStyleLbl="parChTrans1D2" presStyleIdx="1" presStyleCnt="5"/>
      <dgm:spPr/>
      <dgm:t>
        <a:bodyPr/>
        <a:lstStyle/>
        <a:p>
          <a:endParaRPr lang="zh-TW" altLang="en-US"/>
        </a:p>
      </dgm:t>
    </dgm:pt>
    <dgm:pt modelId="{92A30E90-FBC7-4236-8E89-5B23B28F290E}" type="pres">
      <dgm:prSet presAssocID="{F2B91224-CBFC-43D8-B8CF-D572B79D9093}" presName="root2" presStyleCnt="0"/>
      <dgm:spPr/>
    </dgm:pt>
    <dgm:pt modelId="{0EC6FA1F-540B-4784-B302-DC6EFA577CBC}" type="pres">
      <dgm:prSet presAssocID="{F2B91224-CBFC-43D8-B8CF-D572B79D9093}" presName="LevelTwoTextNode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BA61C4BE-7484-446A-9711-D7E7AF2F090D}" type="pres">
      <dgm:prSet presAssocID="{F2B91224-CBFC-43D8-B8CF-D572B79D9093}" presName="level3hierChild" presStyleCnt="0"/>
      <dgm:spPr/>
    </dgm:pt>
    <dgm:pt modelId="{855665C0-7531-49C9-929C-33A200DA07A9}" type="pres">
      <dgm:prSet presAssocID="{7D050D1A-518D-455A-9A8A-877C96A0A27E}" presName="conn2-1" presStyleLbl="parChTrans1D2" presStyleIdx="2" presStyleCnt="5"/>
      <dgm:spPr/>
      <dgm:t>
        <a:bodyPr/>
        <a:lstStyle/>
        <a:p>
          <a:endParaRPr lang="zh-TW" altLang="en-US"/>
        </a:p>
      </dgm:t>
    </dgm:pt>
    <dgm:pt modelId="{D45D7A7A-3343-4316-80B1-3E427A947BD5}" type="pres">
      <dgm:prSet presAssocID="{7D050D1A-518D-455A-9A8A-877C96A0A27E}" presName="connTx" presStyleLbl="parChTrans1D2" presStyleIdx="2" presStyleCnt="5"/>
      <dgm:spPr/>
      <dgm:t>
        <a:bodyPr/>
        <a:lstStyle/>
        <a:p>
          <a:endParaRPr lang="zh-TW" altLang="en-US"/>
        </a:p>
      </dgm:t>
    </dgm:pt>
    <dgm:pt modelId="{840F893D-67DC-4A12-919E-AFEDD86354B7}" type="pres">
      <dgm:prSet presAssocID="{E04083F4-4614-4BE9-8ECD-C50C16304194}" presName="root2" presStyleCnt="0"/>
      <dgm:spPr/>
    </dgm:pt>
    <dgm:pt modelId="{2D942129-0815-4A15-8492-14FB660718AD}" type="pres">
      <dgm:prSet presAssocID="{E04083F4-4614-4BE9-8ECD-C50C16304194}" presName="LevelTwoTextNode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94E6494-1887-4289-8331-76DB0C4D8980}" type="pres">
      <dgm:prSet presAssocID="{E04083F4-4614-4BE9-8ECD-C50C16304194}" presName="level3hierChild" presStyleCnt="0"/>
      <dgm:spPr/>
    </dgm:pt>
    <dgm:pt modelId="{01765EC7-F837-4E2F-AB3C-C36F77DEDD48}" type="pres">
      <dgm:prSet presAssocID="{9B17F1E5-299F-439F-8A9E-EB3BF97BC93A}" presName="conn2-1" presStyleLbl="parChTrans1D2" presStyleIdx="3" presStyleCnt="5"/>
      <dgm:spPr/>
      <dgm:t>
        <a:bodyPr/>
        <a:lstStyle/>
        <a:p>
          <a:endParaRPr lang="zh-TW" altLang="en-US"/>
        </a:p>
      </dgm:t>
    </dgm:pt>
    <dgm:pt modelId="{4D75BFDC-21B0-499D-A793-8CF7494E6A93}" type="pres">
      <dgm:prSet presAssocID="{9B17F1E5-299F-439F-8A9E-EB3BF97BC93A}" presName="connTx" presStyleLbl="parChTrans1D2" presStyleIdx="3" presStyleCnt="5"/>
      <dgm:spPr/>
      <dgm:t>
        <a:bodyPr/>
        <a:lstStyle/>
        <a:p>
          <a:endParaRPr lang="zh-TW" altLang="en-US"/>
        </a:p>
      </dgm:t>
    </dgm:pt>
    <dgm:pt modelId="{BA559B33-13E5-428A-93E5-681E60F07730}" type="pres">
      <dgm:prSet presAssocID="{3A6C94FF-4358-4699-A7ED-160569DFB62D}" presName="root2" presStyleCnt="0"/>
      <dgm:spPr/>
    </dgm:pt>
    <dgm:pt modelId="{E3AD77B8-EA99-4F90-82F1-29D7C7B9ECB3}" type="pres">
      <dgm:prSet presAssocID="{3A6C94FF-4358-4699-A7ED-160569DFB62D}" presName="LevelTwoTextNode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4593A9B3-1607-43BE-89D6-D2FD63E2DB8B}" type="pres">
      <dgm:prSet presAssocID="{3A6C94FF-4358-4699-A7ED-160569DFB62D}" presName="level3hierChild" presStyleCnt="0"/>
      <dgm:spPr/>
    </dgm:pt>
    <dgm:pt modelId="{650C27AC-021A-4BB1-9BC4-B118A2DBD585}" type="pres">
      <dgm:prSet presAssocID="{3E880CE1-44AA-4718-953D-017E0E49BBDD}" presName="conn2-1" presStyleLbl="parChTrans1D2" presStyleIdx="4" presStyleCnt="5"/>
      <dgm:spPr/>
      <dgm:t>
        <a:bodyPr/>
        <a:lstStyle/>
        <a:p>
          <a:endParaRPr lang="zh-TW" altLang="en-US"/>
        </a:p>
      </dgm:t>
    </dgm:pt>
    <dgm:pt modelId="{3AF37130-E3BC-4B41-869B-AE3BCB6031B3}" type="pres">
      <dgm:prSet presAssocID="{3E880CE1-44AA-4718-953D-017E0E49BBDD}" presName="connTx" presStyleLbl="parChTrans1D2" presStyleIdx="4" presStyleCnt="5"/>
      <dgm:spPr/>
      <dgm:t>
        <a:bodyPr/>
        <a:lstStyle/>
        <a:p>
          <a:endParaRPr lang="zh-TW" altLang="en-US"/>
        </a:p>
      </dgm:t>
    </dgm:pt>
    <dgm:pt modelId="{35BAAE83-C214-4FD6-B26D-78575FDA41CF}" type="pres">
      <dgm:prSet presAssocID="{93FE39F7-FA47-4CA3-A3EE-21558FA3D5DA}" presName="root2" presStyleCnt="0"/>
      <dgm:spPr/>
    </dgm:pt>
    <dgm:pt modelId="{5A357B6A-8BF4-4FCA-B205-5D206BA76FBA}" type="pres">
      <dgm:prSet presAssocID="{93FE39F7-FA47-4CA3-A3EE-21558FA3D5DA}" presName="LevelTwoTextNode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EA4AD83B-B743-4205-BA16-A750B044D79B}" type="pres">
      <dgm:prSet presAssocID="{93FE39F7-FA47-4CA3-A3EE-21558FA3D5DA}" presName="level3hierChild" presStyleCnt="0"/>
      <dgm:spPr/>
    </dgm:pt>
  </dgm:ptLst>
  <dgm:cxnLst>
    <dgm:cxn modelId="{9EB5EF08-034A-429A-81CF-A343BC33E55C}" type="presOf" srcId="{E04083F4-4614-4BE9-8ECD-C50C16304194}" destId="{2D942129-0815-4A15-8492-14FB660718AD}" srcOrd="0" destOrd="0" presId="urn:microsoft.com/office/officeart/2005/8/layout/hierarchy2"/>
    <dgm:cxn modelId="{BA2C3FB4-910F-4A74-BF73-9C908E36B606}" type="presOf" srcId="{7D050D1A-518D-455A-9A8A-877C96A0A27E}" destId="{D45D7A7A-3343-4316-80B1-3E427A947BD5}" srcOrd="1" destOrd="0" presId="urn:microsoft.com/office/officeart/2005/8/layout/hierarchy2"/>
    <dgm:cxn modelId="{D91F1BEF-A2CA-43B2-B979-CAA35A51FAD1}" srcId="{75218E64-1668-4137-A8CD-30AD17FE3E1F}" destId="{3A6C94FF-4358-4699-A7ED-160569DFB62D}" srcOrd="3" destOrd="0" parTransId="{9B17F1E5-299F-439F-8A9E-EB3BF97BC93A}" sibTransId="{48ED4716-67E9-4F50-A323-55C9F115DCE0}"/>
    <dgm:cxn modelId="{6781B62E-9495-45D7-8C4E-C033072C3ADC}" type="presOf" srcId="{9B17F1E5-299F-439F-8A9E-EB3BF97BC93A}" destId="{01765EC7-F837-4E2F-AB3C-C36F77DEDD48}" srcOrd="0" destOrd="0" presId="urn:microsoft.com/office/officeart/2005/8/layout/hierarchy2"/>
    <dgm:cxn modelId="{686294AF-EB24-453E-94F2-93E5A48B91D7}" type="presOf" srcId="{75218E64-1668-4137-A8CD-30AD17FE3E1F}" destId="{790127D1-D13F-416D-92C3-0EA3DEAB467E}" srcOrd="0" destOrd="0" presId="urn:microsoft.com/office/officeart/2005/8/layout/hierarchy2"/>
    <dgm:cxn modelId="{44558ED0-F6E2-44C0-82D3-16FB50CF3159}" type="presOf" srcId="{732F053A-2A2D-4859-AF69-FA048D1B2104}" destId="{98103E05-88FA-404B-856D-EF1BCCC9B014}" srcOrd="1" destOrd="0" presId="urn:microsoft.com/office/officeart/2005/8/layout/hierarchy2"/>
    <dgm:cxn modelId="{C0AF53E0-D67D-4636-97DB-45D0AF3E7BA4}" srcId="{75218E64-1668-4137-A8CD-30AD17FE3E1F}" destId="{C9A325BD-4468-43D1-B6C1-F1C94D23625F}" srcOrd="0" destOrd="0" parTransId="{732F053A-2A2D-4859-AF69-FA048D1B2104}" sibTransId="{4DC10EBF-2012-4AC3-8BBA-7A08D32F0D40}"/>
    <dgm:cxn modelId="{530662BA-017F-4A7F-A824-5F3F539E1CA9}" type="presOf" srcId="{9B17F1E5-299F-439F-8A9E-EB3BF97BC93A}" destId="{4D75BFDC-21B0-499D-A793-8CF7494E6A93}" srcOrd="1" destOrd="0" presId="urn:microsoft.com/office/officeart/2005/8/layout/hierarchy2"/>
    <dgm:cxn modelId="{65247D3A-9ABF-414B-BDCB-9EED537F0C8B}" type="presOf" srcId="{93FE39F7-FA47-4CA3-A3EE-21558FA3D5DA}" destId="{5A357B6A-8BF4-4FCA-B205-5D206BA76FBA}" srcOrd="0" destOrd="0" presId="urn:microsoft.com/office/officeart/2005/8/layout/hierarchy2"/>
    <dgm:cxn modelId="{2F9B89BC-87C6-4042-B1C9-E37AA4C0789F}" srcId="{75218E64-1668-4137-A8CD-30AD17FE3E1F}" destId="{F2B91224-CBFC-43D8-B8CF-D572B79D9093}" srcOrd="1" destOrd="0" parTransId="{079F50E9-7C65-4DD0-9AC3-356F35D6D8E7}" sibTransId="{50D739F2-F5A3-4F66-8BC8-8422E034EE8D}"/>
    <dgm:cxn modelId="{B33BE1AB-6602-473E-B54C-9B019D4B15C1}" type="presOf" srcId="{F2B91224-CBFC-43D8-B8CF-D572B79D9093}" destId="{0EC6FA1F-540B-4784-B302-DC6EFA577CBC}" srcOrd="0" destOrd="0" presId="urn:microsoft.com/office/officeart/2005/8/layout/hierarchy2"/>
    <dgm:cxn modelId="{5FB01CC5-2395-4CE6-BEC5-D345D8E2C402}" type="presOf" srcId="{C9A325BD-4468-43D1-B6C1-F1C94D23625F}" destId="{3430EADC-A690-4D25-AE89-16C73722971E}" srcOrd="0" destOrd="0" presId="urn:microsoft.com/office/officeart/2005/8/layout/hierarchy2"/>
    <dgm:cxn modelId="{8D54866E-1520-469D-9FD7-FB58BFEE95D3}" srcId="{75218E64-1668-4137-A8CD-30AD17FE3E1F}" destId="{E04083F4-4614-4BE9-8ECD-C50C16304194}" srcOrd="2" destOrd="0" parTransId="{7D050D1A-518D-455A-9A8A-877C96A0A27E}" sibTransId="{DCA5307E-F798-4A39-BE7F-E2E07042ACBA}"/>
    <dgm:cxn modelId="{581DC7FE-60BC-4E92-A21A-6D623A97BB9E}" srcId="{B0B48BD0-CF11-4BFB-8D04-5C81AE3A5024}" destId="{75218E64-1668-4137-A8CD-30AD17FE3E1F}" srcOrd="0" destOrd="0" parTransId="{6A89005D-28D0-4590-9512-F10FF1945CF1}" sibTransId="{0A319593-100A-4127-9FAD-0C9D553412FB}"/>
    <dgm:cxn modelId="{CDFFCB14-1421-4BEC-85EB-A5A91E9CCBFB}" type="presOf" srcId="{732F053A-2A2D-4859-AF69-FA048D1B2104}" destId="{993E3EA4-3A7E-4E35-A41E-024917756A60}" srcOrd="0" destOrd="0" presId="urn:microsoft.com/office/officeart/2005/8/layout/hierarchy2"/>
    <dgm:cxn modelId="{BF9C9334-5720-4A89-AF12-D578B8A7C9A2}" srcId="{75218E64-1668-4137-A8CD-30AD17FE3E1F}" destId="{93FE39F7-FA47-4CA3-A3EE-21558FA3D5DA}" srcOrd="4" destOrd="0" parTransId="{3E880CE1-44AA-4718-953D-017E0E49BBDD}" sibTransId="{A3D1459D-C9E4-470D-B534-82E1E9BEE93D}"/>
    <dgm:cxn modelId="{21C1266E-11E5-4AC6-9776-B9C3D7D726AD}" type="presOf" srcId="{3A6C94FF-4358-4699-A7ED-160569DFB62D}" destId="{E3AD77B8-EA99-4F90-82F1-29D7C7B9ECB3}" srcOrd="0" destOrd="0" presId="urn:microsoft.com/office/officeart/2005/8/layout/hierarchy2"/>
    <dgm:cxn modelId="{3E328B73-F969-40DD-8498-D7E59859326A}" type="presOf" srcId="{7D050D1A-518D-455A-9A8A-877C96A0A27E}" destId="{855665C0-7531-49C9-929C-33A200DA07A9}" srcOrd="0" destOrd="0" presId="urn:microsoft.com/office/officeart/2005/8/layout/hierarchy2"/>
    <dgm:cxn modelId="{9AA4693D-5883-43C7-9534-87D0C89EFDCE}" type="presOf" srcId="{B0B48BD0-CF11-4BFB-8D04-5C81AE3A5024}" destId="{5EE45BD6-8FDC-4DD7-ADBC-8049B3BA8238}" srcOrd="0" destOrd="0" presId="urn:microsoft.com/office/officeart/2005/8/layout/hierarchy2"/>
    <dgm:cxn modelId="{41849F57-3F01-46BB-A131-244142A9D3D6}" type="presOf" srcId="{3E880CE1-44AA-4718-953D-017E0E49BBDD}" destId="{650C27AC-021A-4BB1-9BC4-B118A2DBD585}" srcOrd="0" destOrd="0" presId="urn:microsoft.com/office/officeart/2005/8/layout/hierarchy2"/>
    <dgm:cxn modelId="{7F167A3C-56DF-45F7-8B55-94810FA18ABE}" type="presOf" srcId="{079F50E9-7C65-4DD0-9AC3-356F35D6D8E7}" destId="{C8979879-1FDF-4B43-A881-F2863215A637}" srcOrd="1" destOrd="0" presId="urn:microsoft.com/office/officeart/2005/8/layout/hierarchy2"/>
    <dgm:cxn modelId="{CC75987C-E054-4997-8E97-DC3A86511DD0}" type="presOf" srcId="{3E880CE1-44AA-4718-953D-017E0E49BBDD}" destId="{3AF37130-E3BC-4B41-869B-AE3BCB6031B3}" srcOrd="1" destOrd="0" presId="urn:microsoft.com/office/officeart/2005/8/layout/hierarchy2"/>
    <dgm:cxn modelId="{78D8C381-5AA6-4E2F-B0BC-1696998A54C8}" type="presOf" srcId="{079F50E9-7C65-4DD0-9AC3-356F35D6D8E7}" destId="{9984B47E-0242-45DE-A4DE-E38D71E46CFD}" srcOrd="0" destOrd="0" presId="urn:microsoft.com/office/officeart/2005/8/layout/hierarchy2"/>
    <dgm:cxn modelId="{1FE79ABE-BC68-4ED4-AE3A-E6F3A29FEE6E}" type="presParOf" srcId="{5EE45BD6-8FDC-4DD7-ADBC-8049B3BA8238}" destId="{98DF21F0-F35F-46DD-8B8A-8604923583A8}" srcOrd="0" destOrd="0" presId="urn:microsoft.com/office/officeart/2005/8/layout/hierarchy2"/>
    <dgm:cxn modelId="{81C18EB4-59FB-4886-BDF3-539782B6B30F}" type="presParOf" srcId="{98DF21F0-F35F-46DD-8B8A-8604923583A8}" destId="{790127D1-D13F-416D-92C3-0EA3DEAB467E}" srcOrd="0" destOrd="0" presId="urn:microsoft.com/office/officeart/2005/8/layout/hierarchy2"/>
    <dgm:cxn modelId="{AF8DE859-F585-4535-8BAC-0DEF81CC73F3}" type="presParOf" srcId="{98DF21F0-F35F-46DD-8B8A-8604923583A8}" destId="{E1B90DDD-29CB-4185-B9D1-0E74F3E328BC}" srcOrd="1" destOrd="0" presId="urn:microsoft.com/office/officeart/2005/8/layout/hierarchy2"/>
    <dgm:cxn modelId="{CB3B6330-B0F7-4264-8C09-53860FDE0098}" type="presParOf" srcId="{E1B90DDD-29CB-4185-B9D1-0E74F3E328BC}" destId="{993E3EA4-3A7E-4E35-A41E-024917756A60}" srcOrd="0" destOrd="0" presId="urn:microsoft.com/office/officeart/2005/8/layout/hierarchy2"/>
    <dgm:cxn modelId="{A6C6E9C3-7521-4002-9F9B-F1982D5D1C88}" type="presParOf" srcId="{993E3EA4-3A7E-4E35-A41E-024917756A60}" destId="{98103E05-88FA-404B-856D-EF1BCCC9B014}" srcOrd="0" destOrd="0" presId="urn:microsoft.com/office/officeart/2005/8/layout/hierarchy2"/>
    <dgm:cxn modelId="{3FC0D068-75AD-4C8B-868F-FB9E4A21B043}" type="presParOf" srcId="{E1B90DDD-29CB-4185-B9D1-0E74F3E328BC}" destId="{C654DBAD-E48A-4667-9449-39DB8638E6D6}" srcOrd="1" destOrd="0" presId="urn:microsoft.com/office/officeart/2005/8/layout/hierarchy2"/>
    <dgm:cxn modelId="{AC6EFEC2-867F-4AF0-8F38-D1CA491661E8}" type="presParOf" srcId="{C654DBAD-E48A-4667-9449-39DB8638E6D6}" destId="{3430EADC-A690-4D25-AE89-16C73722971E}" srcOrd="0" destOrd="0" presId="urn:microsoft.com/office/officeart/2005/8/layout/hierarchy2"/>
    <dgm:cxn modelId="{F51E1780-3BEB-4720-9419-4C6D4B0F2964}" type="presParOf" srcId="{C654DBAD-E48A-4667-9449-39DB8638E6D6}" destId="{C802BABF-2D38-4FC6-9F46-55B548FB8EBB}" srcOrd="1" destOrd="0" presId="urn:microsoft.com/office/officeart/2005/8/layout/hierarchy2"/>
    <dgm:cxn modelId="{8D75ACA4-CC55-4783-B5CB-06845596C2BA}" type="presParOf" srcId="{E1B90DDD-29CB-4185-B9D1-0E74F3E328BC}" destId="{9984B47E-0242-45DE-A4DE-E38D71E46CFD}" srcOrd="2" destOrd="0" presId="urn:microsoft.com/office/officeart/2005/8/layout/hierarchy2"/>
    <dgm:cxn modelId="{1C436ED7-FBCE-4CDB-A4A6-3744B9BD338D}" type="presParOf" srcId="{9984B47E-0242-45DE-A4DE-E38D71E46CFD}" destId="{C8979879-1FDF-4B43-A881-F2863215A637}" srcOrd="0" destOrd="0" presId="urn:microsoft.com/office/officeart/2005/8/layout/hierarchy2"/>
    <dgm:cxn modelId="{EF169D0F-FFD5-4DA8-990D-F36723947EB2}" type="presParOf" srcId="{E1B90DDD-29CB-4185-B9D1-0E74F3E328BC}" destId="{92A30E90-FBC7-4236-8E89-5B23B28F290E}" srcOrd="3" destOrd="0" presId="urn:microsoft.com/office/officeart/2005/8/layout/hierarchy2"/>
    <dgm:cxn modelId="{859C8C9F-5F71-4A46-B7C4-034F7534B123}" type="presParOf" srcId="{92A30E90-FBC7-4236-8E89-5B23B28F290E}" destId="{0EC6FA1F-540B-4784-B302-DC6EFA577CBC}" srcOrd="0" destOrd="0" presId="urn:microsoft.com/office/officeart/2005/8/layout/hierarchy2"/>
    <dgm:cxn modelId="{878F7500-EAA1-4BB8-8216-025EFC04A375}" type="presParOf" srcId="{92A30E90-FBC7-4236-8E89-5B23B28F290E}" destId="{BA61C4BE-7484-446A-9711-D7E7AF2F090D}" srcOrd="1" destOrd="0" presId="urn:microsoft.com/office/officeart/2005/8/layout/hierarchy2"/>
    <dgm:cxn modelId="{C56ABCEE-9F14-4923-BC14-7E8F039C6F80}" type="presParOf" srcId="{E1B90DDD-29CB-4185-B9D1-0E74F3E328BC}" destId="{855665C0-7531-49C9-929C-33A200DA07A9}" srcOrd="4" destOrd="0" presId="urn:microsoft.com/office/officeart/2005/8/layout/hierarchy2"/>
    <dgm:cxn modelId="{AE9156B8-5043-4F7F-AAD2-5C4F330A8D03}" type="presParOf" srcId="{855665C0-7531-49C9-929C-33A200DA07A9}" destId="{D45D7A7A-3343-4316-80B1-3E427A947BD5}" srcOrd="0" destOrd="0" presId="urn:microsoft.com/office/officeart/2005/8/layout/hierarchy2"/>
    <dgm:cxn modelId="{51D074C4-9348-446C-B155-979E647DF833}" type="presParOf" srcId="{E1B90DDD-29CB-4185-B9D1-0E74F3E328BC}" destId="{840F893D-67DC-4A12-919E-AFEDD86354B7}" srcOrd="5" destOrd="0" presId="urn:microsoft.com/office/officeart/2005/8/layout/hierarchy2"/>
    <dgm:cxn modelId="{DEBE3C7D-5355-4605-B3CF-4414A7000B44}" type="presParOf" srcId="{840F893D-67DC-4A12-919E-AFEDD86354B7}" destId="{2D942129-0815-4A15-8492-14FB660718AD}" srcOrd="0" destOrd="0" presId="urn:microsoft.com/office/officeart/2005/8/layout/hierarchy2"/>
    <dgm:cxn modelId="{E1C41BB1-7F88-4C12-9140-95E7A3E5969A}" type="presParOf" srcId="{840F893D-67DC-4A12-919E-AFEDD86354B7}" destId="{E94E6494-1887-4289-8331-76DB0C4D8980}" srcOrd="1" destOrd="0" presId="urn:microsoft.com/office/officeart/2005/8/layout/hierarchy2"/>
    <dgm:cxn modelId="{D8C50936-B8D6-4A36-873F-66E221E94205}" type="presParOf" srcId="{E1B90DDD-29CB-4185-B9D1-0E74F3E328BC}" destId="{01765EC7-F837-4E2F-AB3C-C36F77DEDD48}" srcOrd="6" destOrd="0" presId="urn:microsoft.com/office/officeart/2005/8/layout/hierarchy2"/>
    <dgm:cxn modelId="{A1427562-2C09-4561-94C2-91032A0BBCD7}" type="presParOf" srcId="{01765EC7-F837-4E2F-AB3C-C36F77DEDD48}" destId="{4D75BFDC-21B0-499D-A793-8CF7494E6A93}" srcOrd="0" destOrd="0" presId="urn:microsoft.com/office/officeart/2005/8/layout/hierarchy2"/>
    <dgm:cxn modelId="{BDD903A5-426F-4E7E-B392-F5FC9EDBDF7F}" type="presParOf" srcId="{E1B90DDD-29CB-4185-B9D1-0E74F3E328BC}" destId="{BA559B33-13E5-428A-93E5-681E60F07730}" srcOrd="7" destOrd="0" presId="urn:microsoft.com/office/officeart/2005/8/layout/hierarchy2"/>
    <dgm:cxn modelId="{DB34A491-99BC-4792-88F5-6BB4D7C2F3C9}" type="presParOf" srcId="{BA559B33-13E5-428A-93E5-681E60F07730}" destId="{E3AD77B8-EA99-4F90-82F1-29D7C7B9ECB3}" srcOrd="0" destOrd="0" presId="urn:microsoft.com/office/officeart/2005/8/layout/hierarchy2"/>
    <dgm:cxn modelId="{17020892-FBA9-4F4B-A71B-176C541DF02D}" type="presParOf" srcId="{BA559B33-13E5-428A-93E5-681E60F07730}" destId="{4593A9B3-1607-43BE-89D6-D2FD63E2DB8B}" srcOrd="1" destOrd="0" presId="urn:microsoft.com/office/officeart/2005/8/layout/hierarchy2"/>
    <dgm:cxn modelId="{AFB81688-4723-486B-9D39-51E6427B407D}" type="presParOf" srcId="{E1B90DDD-29CB-4185-B9D1-0E74F3E328BC}" destId="{650C27AC-021A-4BB1-9BC4-B118A2DBD585}" srcOrd="8" destOrd="0" presId="urn:microsoft.com/office/officeart/2005/8/layout/hierarchy2"/>
    <dgm:cxn modelId="{92111D45-B9D8-4075-9874-41B1F6D86474}" type="presParOf" srcId="{650C27AC-021A-4BB1-9BC4-B118A2DBD585}" destId="{3AF37130-E3BC-4B41-869B-AE3BCB6031B3}" srcOrd="0" destOrd="0" presId="urn:microsoft.com/office/officeart/2005/8/layout/hierarchy2"/>
    <dgm:cxn modelId="{28758BF2-9915-438F-96A0-8F2C4C42FBFD}" type="presParOf" srcId="{E1B90DDD-29CB-4185-B9D1-0E74F3E328BC}" destId="{35BAAE83-C214-4FD6-B26D-78575FDA41CF}" srcOrd="9" destOrd="0" presId="urn:microsoft.com/office/officeart/2005/8/layout/hierarchy2"/>
    <dgm:cxn modelId="{135C6B47-CCA1-4DFA-BADF-383177202E03}" type="presParOf" srcId="{35BAAE83-C214-4FD6-B26D-78575FDA41CF}" destId="{5A357B6A-8BF4-4FCA-B205-5D206BA76FBA}" srcOrd="0" destOrd="0" presId="urn:microsoft.com/office/officeart/2005/8/layout/hierarchy2"/>
    <dgm:cxn modelId="{A2CBFAF2-E3EF-4365-B9D2-0AFD7CC8B051}" type="presParOf" srcId="{35BAAE83-C214-4FD6-B26D-78575FDA41CF}" destId="{EA4AD83B-B743-4205-BA16-A750B044D79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14F7FF-AE7A-4C27-AB81-D89B22CAAEBC}" type="doc">
      <dgm:prSet loTypeId="urn:microsoft.com/office/officeart/2005/8/layout/radial6" loCatId="cycle" qsTypeId="urn:microsoft.com/office/officeart/2005/8/quickstyle/simple1#1" qsCatId="simple" csTypeId="urn:microsoft.com/office/officeart/2005/8/colors/colorful2" csCatId="colorful" phldr="1"/>
      <dgm:spPr/>
      <dgm:t>
        <a:bodyPr/>
        <a:lstStyle/>
        <a:p>
          <a:endParaRPr lang="zh-TW" altLang="en-US"/>
        </a:p>
      </dgm:t>
    </dgm:pt>
    <dgm:pt modelId="{BFF61654-284B-4543-8681-91339C6126BE}">
      <dgm:prSet phldrT="[文字]"/>
      <dgm:spPr/>
      <dgm:t>
        <a:bodyPr/>
        <a:lstStyle/>
        <a:p>
          <a:r>
            <a:rPr lang="zh-TW" altLang="en-US" dirty="0" smtClean="0"/>
            <a:t>配樂</a:t>
          </a:r>
          <a:endParaRPr lang="zh-TW" altLang="en-US" dirty="0"/>
        </a:p>
      </dgm:t>
    </dgm:pt>
    <dgm:pt modelId="{8866FA55-6A7B-4AE6-B6F4-5825439533AF}" type="parTrans" cxnId="{E5870930-91A4-4F7A-9D4A-22D635ADD1F5}">
      <dgm:prSet/>
      <dgm:spPr/>
      <dgm:t>
        <a:bodyPr/>
        <a:lstStyle/>
        <a:p>
          <a:endParaRPr lang="zh-TW" altLang="en-US"/>
        </a:p>
      </dgm:t>
    </dgm:pt>
    <dgm:pt modelId="{B6FB8CA9-9A9D-4915-9938-0BCFF2CAEA9C}" type="sibTrans" cxnId="{E5870930-91A4-4F7A-9D4A-22D635ADD1F5}">
      <dgm:prSet/>
      <dgm:spPr/>
      <dgm:t>
        <a:bodyPr/>
        <a:lstStyle/>
        <a:p>
          <a:endParaRPr lang="zh-TW" altLang="en-US"/>
        </a:p>
      </dgm:t>
    </dgm:pt>
    <dgm:pt modelId="{F0F06D2D-89B8-4EE3-A5A9-9D4722E06597}">
      <dgm:prSet phldrT="[文字]"/>
      <dgm:spPr/>
      <dgm:t>
        <a:bodyPr/>
        <a:lstStyle/>
        <a:p>
          <a:r>
            <a:rPr lang="en-US" altLang="zh-TW" dirty="0" smtClean="0"/>
            <a:t>music</a:t>
          </a:r>
          <a:endParaRPr lang="zh-TW" altLang="en-US" dirty="0"/>
        </a:p>
      </dgm:t>
    </dgm:pt>
    <dgm:pt modelId="{A5F48CCA-CE7C-473D-8DE3-4A568E32DBDD}" type="parTrans" cxnId="{89B4C81E-98EB-4512-8EFB-BD28FAA8EF1A}">
      <dgm:prSet/>
      <dgm:spPr/>
      <dgm:t>
        <a:bodyPr/>
        <a:lstStyle/>
        <a:p>
          <a:endParaRPr lang="zh-TW" altLang="en-US"/>
        </a:p>
      </dgm:t>
    </dgm:pt>
    <dgm:pt modelId="{8CC7C958-ED0A-47EB-A6D9-B79E2D39576D}" type="sibTrans" cxnId="{89B4C81E-98EB-4512-8EFB-BD28FAA8EF1A}">
      <dgm:prSet/>
      <dgm:spPr/>
      <dgm:t>
        <a:bodyPr/>
        <a:lstStyle/>
        <a:p>
          <a:endParaRPr lang="zh-TW" altLang="en-US"/>
        </a:p>
      </dgm:t>
    </dgm:pt>
    <dgm:pt modelId="{52D77A2A-0E86-41EB-BF46-E1432F01472D}">
      <dgm:prSet phldrT="[文字]"/>
      <dgm:spPr/>
      <dgm:t>
        <a:bodyPr/>
        <a:lstStyle/>
        <a:p>
          <a:r>
            <a:rPr lang="en-US" altLang="zh-TW" dirty="0" smtClean="0"/>
            <a:t>OS+SB</a:t>
          </a:r>
          <a:endParaRPr lang="zh-TW" altLang="en-US" dirty="0"/>
        </a:p>
      </dgm:t>
    </dgm:pt>
    <dgm:pt modelId="{A5664C83-2BE0-49F9-8C6E-041FD09FE3DF}" type="parTrans" cxnId="{77406B1C-9F91-4B7B-AF75-58A4ADC71152}">
      <dgm:prSet/>
      <dgm:spPr/>
      <dgm:t>
        <a:bodyPr/>
        <a:lstStyle/>
        <a:p>
          <a:endParaRPr lang="zh-TW" altLang="en-US"/>
        </a:p>
      </dgm:t>
    </dgm:pt>
    <dgm:pt modelId="{EA4A9F92-AC55-4265-87AE-C9F1E46B7992}" type="sibTrans" cxnId="{77406B1C-9F91-4B7B-AF75-58A4ADC71152}">
      <dgm:prSet/>
      <dgm:spPr/>
      <dgm:t>
        <a:bodyPr/>
        <a:lstStyle/>
        <a:p>
          <a:endParaRPr lang="zh-TW" altLang="en-US"/>
        </a:p>
      </dgm:t>
    </dgm:pt>
    <dgm:pt modelId="{85CAACB6-E62E-4AC7-8531-900C23563480}">
      <dgm:prSet phldrT="[文字]"/>
      <dgm:spPr/>
      <dgm:t>
        <a:bodyPr/>
        <a:lstStyle/>
        <a:p>
          <a:r>
            <a:rPr lang="en-US" altLang="zh-TW" dirty="0" smtClean="0"/>
            <a:t>SE+NS</a:t>
          </a:r>
          <a:endParaRPr lang="zh-TW" altLang="en-US" dirty="0"/>
        </a:p>
      </dgm:t>
    </dgm:pt>
    <dgm:pt modelId="{96BE8942-3FA5-4521-AE0A-A39BDAA05C35}" type="parTrans" cxnId="{4B6BBE30-0EDE-48E6-A0B5-98BF25E177A3}">
      <dgm:prSet/>
      <dgm:spPr/>
      <dgm:t>
        <a:bodyPr/>
        <a:lstStyle/>
        <a:p>
          <a:endParaRPr lang="zh-TW" altLang="en-US"/>
        </a:p>
      </dgm:t>
    </dgm:pt>
    <dgm:pt modelId="{C1D32636-CD43-4CF1-A3D9-C002AA6190C7}" type="sibTrans" cxnId="{4B6BBE30-0EDE-48E6-A0B5-98BF25E177A3}">
      <dgm:prSet/>
      <dgm:spPr/>
      <dgm:t>
        <a:bodyPr/>
        <a:lstStyle/>
        <a:p>
          <a:endParaRPr lang="zh-TW" altLang="en-US"/>
        </a:p>
      </dgm:t>
    </dgm:pt>
    <dgm:pt modelId="{7BF3F002-D0FC-45F4-96AC-2776100CD97A}">
      <dgm:prSet phldrT="[文字]"/>
      <dgm:spPr/>
      <dgm:t>
        <a:bodyPr/>
        <a:lstStyle/>
        <a:p>
          <a:endParaRPr lang="zh-TW" altLang="en-US" dirty="0"/>
        </a:p>
      </dgm:t>
    </dgm:pt>
    <dgm:pt modelId="{7A2CCEE6-A449-49C5-AB09-5ABA3E1AB0F4}" type="parTrans" cxnId="{B397F4C8-A0F1-45A5-A6A1-9312BBCBC1F2}">
      <dgm:prSet/>
      <dgm:spPr/>
      <dgm:t>
        <a:bodyPr/>
        <a:lstStyle/>
        <a:p>
          <a:endParaRPr lang="zh-TW" altLang="en-US"/>
        </a:p>
      </dgm:t>
    </dgm:pt>
    <dgm:pt modelId="{55FD519A-6A4F-4925-87DD-0A651897837D}" type="sibTrans" cxnId="{B397F4C8-A0F1-45A5-A6A1-9312BBCBC1F2}">
      <dgm:prSet/>
      <dgm:spPr/>
      <dgm:t>
        <a:bodyPr/>
        <a:lstStyle/>
        <a:p>
          <a:endParaRPr lang="zh-TW" altLang="en-US"/>
        </a:p>
      </dgm:t>
    </dgm:pt>
    <dgm:pt modelId="{E1E328B1-6D2C-4871-9F7C-5A6ED1BE2821}" type="pres">
      <dgm:prSet presAssocID="{1D14F7FF-AE7A-4C27-AB81-D89B22CAAEBC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CA24FAA9-B3EB-4753-A94C-37EE43991B6D}" type="pres">
      <dgm:prSet presAssocID="{BFF61654-284B-4543-8681-91339C6126BE}" presName="centerShape" presStyleLbl="node0" presStyleIdx="0" presStyleCnt="1" custLinFactNeighborX="-1316" custLinFactNeighborY="-644"/>
      <dgm:spPr/>
      <dgm:t>
        <a:bodyPr/>
        <a:lstStyle/>
        <a:p>
          <a:endParaRPr lang="zh-TW" altLang="en-US"/>
        </a:p>
      </dgm:t>
    </dgm:pt>
    <dgm:pt modelId="{C2871720-C1FA-4BAD-B42E-3A37FB30AB60}" type="pres">
      <dgm:prSet presAssocID="{F0F06D2D-89B8-4EE3-A5A9-9D4722E0659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C2CE00C-467C-47A0-85E5-A64F261F284F}" type="pres">
      <dgm:prSet presAssocID="{F0F06D2D-89B8-4EE3-A5A9-9D4722E06597}" presName="dummy" presStyleCnt="0"/>
      <dgm:spPr/>
    </dgm:pt>
    <dgm:pt modelId="{40FE60C1-D2A9-4309-B308-0E91049ABD03}" type="pres">
      <dgm:prSet presAssocID="{8CC7C958-ED0A-47EB-A6D9-B79E2D39576D}" presName="sibTrans" presStyleLbl="sibTrans2D1" presStyleIdx="0" presStyleCnt="3"/>
      <dgm:spPr/>
      <dgm:t>
        <a:bodyPr/>
        <a:lstStyle/>
        <a:p>
          <a:endParaRPr lang="zh-TW" altLang="en-US"/>
        </a:p>
      </dgm:t>
    </dgm:pt>
    <dgm:pt modelId="{F904673F-97CD-4FDE-AFEB-2E9F9156C4DF}" type="pres">
      <dgm:prSet presAssocID="{52D77A2A-0E86-41EB-BF46-E1432F01472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43A69F68-53BD-43C0-AAED-2E3E34976158}" type="pres">
      <dgm:prSet presAssocID="{52D77A2A-0E86-41EB-BF46-E1432F01472D}" presName="dummy" presStyleCnt="0"/>
      <dgm:spPr/>
    </dgm:pt>
    <dgm:pt modelId="{EEDC73AB-B202-4EA3-9463-32FB0B24B49A}" type="pres">
      <dgm:prSet presAssocID="{EA4A9F92-AC55-4265-87AE-C9F1E46B7992}" presName="sibTrans" presStyleLbl="sibTrans2D1" presStyleIdx="1" presStyleCnt="3"/>
      <dgm:spPr/>
      <dgm:t>
        <a:bodyPr/>
        <a:lstStyle/>
        <a:p>
          <a:endParaRPr lang="zh-TW" altLang="en-US"/>
        </a:p>
      </dgm:t>
    </dgm:pt>
    <dgm:pt modelId="{74C42C35-6755-4CE7-B82F-E2D8AD3E7367}" type="pres">
      <dgm:prSet presAssocID="{85CAACB6-E62E-4AC7-8531-900C2356348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0ECC1F8-9B79-4F36-B4D8-2AC8781D3E96}" type="pres">
      <dgm:prSet presAssocID="{85CAACB6-E62E-4AC7-8531-900C23563480}" presName="dummy" presStyleCnt="0"/>
      <dgm:spPr/>
    </dgm:pt>
    <dgm:pt modelId="{F239F59A-D16E-4985-9CA2-FB45B3755ACC}" type="pres">
      <dgm:prSet presAssocID="{C1D32636-CD43-4CF1-A3D9-C002AA6190C7}" presName="sibTrans" presStyleLbl="sibTrans2D1" presStyleIdx="2" presStyleCnt="3"/>
      <dgm:spPr/>
      <dgm:t>
        <a:bodyPr/>
        <a:lstStyle/>
        <a:p>
          <a:endParaRPr lang="zh-TW" altLang="en-US"/>
        </a:p>
      </dgm:t>
    </dgm:pt>
  </dgm:ptLst>
  <dgm:cxnLst>
    <dgm:cxn modelId="{8B6B9860-AB7E-419D-AFFA-F2B431DBFA43}" type="presOf" srcId="{EA4A9F92-AC55-4265-87AE-C9F1E46B7992}" destId="{EEDC73AB-B202-4EA3-9463-32FB0B24B49A}" srcOrd="0" destOrd="0" presId="urn:microsoft.com/office/officeart/2005/8/layout/radial6"/>
    <dgm:cxn modelId="{39689E5A-5F9C-4F21-927C-D9E2FBB1EEE9}" type="presOf" srcId="{F0F06D2D-89B8-4EE3-A5A9-9D4722E06597}" destId="{C2871720-C1FA-4BAD-B42E-3A37FB30AB60}" srcOrd="0" destOrd="0" presId="urn:microsoft.com/office/officeart/2005/8/layout/radial6"/>
    <dgm:cxn modelId="{231D1419-5CE6-4854-A864-ED247219DADF}" type="presOf" srcId="{BFF61654-284B-4543-8681-91339C6126BE}" destId="{CA24FAA9-B3EB-4753-A94C-37EE43991B6D}" srcOrd="0" destOrd="0" presId="urn:microsoft.com/office/officeart/2005/8/layout/radial6"/>
    <dgm:cxn modelId="{E93BA03E-ADF9-470B-816C-B44E436D9F39}" type="presOf" srcId="{52D77A2A-0E86-41EB-BF46-E1432F01472D}" destId="{F904673F-97CD-4FDE-AFEB-2E9F9156C4DF}" srcOrd="0" destOrd="0" presId="urn:microsoft.com/office/officeart/2005/8/layout/radial6"/>
    <dgm:cxn modelId="{2B53D065-8CC4-4761-9F65-F12F95597421}" type="presOf" srcId="{85CAACB6-E62E-4AC7-8531-900C23563480}" destId="{74C42C35-6755-4CE7-B82F-E2D8AD3E7367}" srcOrd="0" destOrd="0" presId="urn:microsoft.com/office/officeart/2005/8/layout/radial6"/>
    <dgm:cxn modelId="{46370C20-8231-4C3E-A05F-4450588868E6}" type="presOf" srcId="{8CC7C958-ED0A-47EB-A6D9-B79E2D39576D}" destId="{40FE60C1-D2A9-4309-B308-0E91049ABD03}" srcOrd="0" destOrd="0" presId="urn:microsoft.com/office/officeart/2005/8/layout/radial6"/>
    <dgm:cxn modelId="{89B4C81E-98EB-4512-8EFB-BD28FAA8EF1A}" srcId="{BFF61654-284B-4543-8681-91339C6126BE}" destId="{F0F06D2D-89B8-4EE3-A5A9-9D4722E06597}" srcOrd="0" destOrd="0" parTransId="{A5F48CCA-CE7C-473D-8DE3-4A568E32DBDD}" sibTransId="{8CC7C958-ED0A-47EB-A6D9-B79E2D39576D}"/>
    <dgm:cxn modelId="{B397F4C8-A0F1-45A5-A6A1-9312BBCBC1F2}" srcId="{1D14F7FF-AE7A-4C27-AB81-D89B22CAAEBC}" destId="{7BF3F002-D0FC-45F4-96AC-2776100CD97A}" srcOrd="1" destOrd="0" parTransId="{7A2CCEE6-A449-49C5-AB09-5ABA3E1AB0F4}" sibTransId="{55FD519A-6A4F-4925-87DD-0A651897837D}"/>
    <dgm:cxn modelId="{4B6BBE30-0EDE-48E6-A0B5-98BF25E177A3}" srcId="{BFF61654-284B-4543-8681-91339C6126BE}" destId="{85CAACB6-E62E-4AC7-8531-900C23563480}" srcOrd="2" destOrd="0" parTransId="{96BE8942-3FA5-4521-AE0A-A39BDAA05C35}" sibTransId="{C1D32636-CD43-4CF1-A3D9-C002AA6190C7}"/>
    <dgm:cxn modelId="{46AAD64B-5169-4A75-A3C9-A0564746B907}" type="presOf" srcId="{1D14F7FF-AE7A-4C27-AB81-D89B22CAAEBC}" destId="{E1E328B1-6D2C-4871-9F7C-5A6ED1BE2821}" srcOrd="0" destOrd="0" presId="urn:microsoft.com/office/officeart/2005/8/layout/radial6"/>
    <dgm:cxn modelId="{77406B1C-9F91-4B7B-AF75-58A4ADC71152}" srcId="{BFF61654-284B-4543-8681-91339C6126BE}" destId="{52D77A2A-0E86-41EB-BF46-E1432F01472D}" srcOrd="1" destOrd="0" parTransId="{A5664C83-2BE0-49F9-8C6E-041FD09FE3DF}" sibTransId="{EA4A9F92-AC55-4265-87AE-C9F1E46B7992}"/>
    <dgm:cxn modelId="{AC2BA1EA-76BE-4AD5-ACB5-6FEF91B876C3}" type="presOf" srcId="{C1D32636-CD43-4CF1-A3D9-C002AA6190C7}" destId="{F239F59A-D16E-4985-9CA2-FB45B3755ACC}" srcOrd="0" destOrd="0" presId="urn:microsoft.com/office/officeart/2005/8/layout/radial6"/>
    <dgm:cxn modelId="{E5870930-91A4-4F7A-9D4A-22D635ADD1F5}" srcId="{1D14F7FF-AE7A-4C27-AB81-D89B22CAAEBC}" destId="{BFF61654-284B-4543-8681-91339C6126BE}" srcOrd="0" destOrd="0" parTransId="{8866FA55-6A7B-4AE6-B6F4-5825439533AF}" sibTransId="{B6FB8CA9-9A9D-4915-9938-0BCFF2CAEA9C}"/>
    <dgm:cxn modelId="{D82804A9-24FF-41A9-8D46-3A9F0710772C}" type="presParOf" srcId="{E1E328B1-6D2C-4871-9F7C-5A6ED1BE2821}" destId="{CA24FAA9-B3EB-4753-A94C-37EE43991B6D}" srcOrd="0" destOrd="0" presId="urn:microsoft.com/office/officeart/2005/8/layout/radial6"/>
    <dgm:cxn modelId="{AF540BA5-A9AD-4033-A8F0-ACF41E42FEA7}" type="presParOf" srcId="{E1E328B1-6D2C-4871-9F7C-5A6ED1BE2821}" destId="{C2871720-C1FA-4BAD-B42E-3A37FB30AB60}" srcOrd="1" destOrd="0" presId="urn:microsoft.com/office/officeart/2005/8/layout/radial6"/>
    <dgm:cxn modelId="{6EF244D5-8A6A-423D-9DF1-7A7A7FD278CE}" type="presParOf" srcId="{E1E328B1-6D2C-4871-9F7C-5A6ED1BE2821}" destId="{5C2CE00C-467C-47A0-85E5-A64F261F284F}" srcOrd="2" destOrd="0" presId="urn:microsoft.com/office/officeart/2005/8/layout/radial6"/>
    <dgm:cxn modelId="{889E2302-7D02-40A1-9C52-C85CBAA8D455}" type="presParOf" srcId="{E1E328B1-6D2C-4871-9F7C-5A6ED1BE2821}" destId="{40FE60C1-D2A9-4309-B308-0E91049ABD03}" srcOrd="3" destOrd="0" presId="urn:microsoft.com/office/officeart/2005/8/layout/radial6"/>
    <dgm:cxn modelId="{BE197262-9036-4417-8244-EFE73DAA2903}" type="presParOf" srcId="{E1E328B1-6D2C-4871-9F7C-5A6ED1BE2821}" destId="{F904673F-97CD-4FDE-AFEB-2E9F9156C4DF}" srcOrd="4" destOrd="0" presId="urn:microsoft.com/office/officeart/2005/8/layout/radial6"/>
    <dgm:cxn modelId="{FAEF5B26-136E-4662-B7E9-D6DB3094D956}" type="presParOf" srcId="{E1E328B1-6D2C-4871-9F7C-5A6ED1BE2821}" destId="{43A69F68-53BD-43C0-AAED-2E3E34976158}" srcOrd="5" destOrd="0" presId="urn:microsoft.com/office/officeart/2005/8/layout/radial6"/>
    <dgm:cxn modelId="{D0B988C9-ACA3-4CAC-8F9C-3F9829662FCA}" type="presParOf" srcId="{E1E328B1-6D2C-4871-9F7C-5A6ED1BE2821}" destId="{EEDC73AB-B202-4EA3-9463-32FB0B24B49A}" srcOrd="6" destOrd="0" presId="urn:microsoft.com/office/officeart/2005/8/layout/radial6"/>
    <dgm:cxn modelId="{BF677935-51F8-4CA5-A4FA-A1CC8417D4AC}" type="presParOf" srcId="{E1E328B1-6D2C-4871-9F7C-5A6ED1BE2821}" destId="{74C42C35-6755-4CE7-B82F-E2D8AD3E7367}" srcOrd="7" destOrd="0" presId="urn:microsoft.com/office/officeart/2005/8/layout/radial6"/>
    <dgm:cxn modelId="{C3636AA1-DD85-421B-A852-76AEB2F8AF4A}" type="presParOf" srcId="{E1E328B1-6D2C-4871-9F7C-5A6ED1BE2821}" destId="{E0ECC1F8-9B79-4F36-B4D8-2AC8781D3E96}" srcOrd="8" destOrd="0" presId="urn:microsoft.com/office/officeart/2005/8/layout/radial6"/>
    <dgm:cxn modelId="{FB3B6760-C43E-4231-9509-8D68BEA55763}" type="presParOf" srcId="{E1E328B1-6D2C-4871-9F7C-5A6ED1BE2821}" destId="{F239F59A-D16E-4985-9CA2-FB45B3755ACC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419FA3-782E-4F82-8FAF-7B19233B009C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58AB1046-E10C-41D1-9861-A5188BF9FF51}">
      <dgm:prSet phldrT="[文字]"/>
      <dgm:spPr/>
      <dgm:t>
        <a:bodyPr/>
        <a:lstStyle/>
        <a:p>
          <a:r>
            <a:rPr lang="zh-TW" altLang="en-US" dirty="0" smtClean="0"/>
            <a:t>配樂</a:t>
          </a:r>
          <a:endParaRPr lang="zh-TW" altLang="en-US" dirty="0"/>
        </a:p>
      </dgm:t>
    </dgm:pt>
    <dgm:pt modelId="{1D19FA8E-EB96-4944-B6B3-63834C5D81D9}" type="parTrans" cxnId="{1698A7FB-C307-4479-A138-3785A6985D0F}">
      <dgm:prSet/>
      <dgm:spPr/>
      <dgm:t>
        <a:bodyPr/>
        <a:lstStyle/>
        <a:p>
          <a:endParaRPr lang="zh-TW" altLang="en-US"/>
        </a:p>
      </dgm:t>
    </dgm:pt>
    <dgm:pt modelId="{CEF31C4E-9D98-4F0A-8647-4E262FB3AA1C}" type="sibTrans" cxnId="{1698A7FB-C307-4479-A138-3785A6985D0F}">
      <dgm:prSet/>
      <dgm:spPr/>
      <dgm:t>
        <a:bodyPr/>
        <a:lstStyle/>
        <a:p>
          <a:endParaRPr lang="zh-TW" altLang="en-US"/>
        </a:p>
      </dgm:t>
    </dgm:pt>
    <dgm:pt modelId="{7460FB1E-D39D-4693-84DE-DC3FBF0FBDDF}">
      <dgm:prSet phldrT="[文字]"/>
      <dgm:spPr>
        <a:solidFill>
          <a:schemeClr val="tx2"/>
        </a:solidFill>
      </dgm:spPr>
      <dgm:t>
        <a:bodyPr/>
        <a:lstStyle/>
        <a:p>
          <a:r>
            <a:rPr lang="zh-TW" altLang="en-US" dirty="0" smtClean="0"/>
            <a:t>畫外音、</a:t>
          </a:r>
          <a:endParaRPr lang="en-US" altLang="zh-TW" dirty="0" smtClean="0"/>
        </a:p>
        <a:p>
          <a:r>
            <a:rPr lang="zh-TW" altLang="en-US" dirty="0" smtClean="0"/>
            <a:t>旁白</a:t>
          </a:r>
          <a:endParaRPr lang="en-US" altLang="zh-TW" dirty="0" smtClean="0"/>
        </a:p>
        <a:p>
          <a:r>
            <a:rPr lang="en-US" altLang="zh-TW" dirty="0" smtClean="0"/>
            <a:t>OS</a:t>
          </a:r>
          <a:endParaRPr lang="zh-TW" altLang="en-US" dirty="0"/>
        </a:p>
      </dgm:t>
    </dgm:pt>
    <dgm:pt modelId="{3E77C814-70D6-4574-AC47-9110E0A2EE5C}" type="parTrans" cxnId="{8D1B7565-AB5F-4D78-9382-33BD8630C6E1}">
      <dgm:prSet/>
      <dgm:spPr/>
      <dgm:t>
        <a:bodyPr/>
        <a:lstStyle/>
        <a:p>
          <a:endParaRPr lang="zh-TW" altLang="en-US"/>
        </a:p>
      </dgm:t>
    </dgm:pt>
    <dgm:pt modelId="{6E041B6F-4A44-451D-8A0D-5830A9AEE255}" type="sibTrans" cxnId="{8D1B7565-AB5F-4D78-9382-33BD8630C6E1}">
      <dgm:prSet/>
      <dgm:spPr/>
      <dgm:t>
        <a:bodyPr/>
        <a:lstStyle/>
        <a:p>
          <a:endParaRPr lang="zh-TW" altLang="en-US"/>
        </a:p>
      </dgm:t>
    </dgm:pt>
    <dgm:pt modelId="{E15275C6-AEA8-4329-B3CA-3B2A26860FFF}">
      <dgm:prSet phldrT="[文字]"/>
      <dgm:spPr>
        <a:solidFill>
          <a:schemeClr val="tx2"/>
        </a:solidFill>
      </dgm:spPr>
      <dgm:t>
        <a:bodyPr/>
        <a:lstStyle/>
        <a:p>
          <a:r>
            <a:rPr lang="zh-TW" altLang="en-US" dirty="0" smtClean="0"/>
            <a:t>對話</a:t>
          </a:r>
          <a:r>
            <a:rPr lang="en-US" altLang="zh-TW" dirty="0" smtClean="0"/>
            <a:t>,</a:t>
          </a:r>
          <a:r>
            <a:rPr lang="zh-TW" altLang="en-US" dirty="0" smtClean="0"/>
            <a:t>採訪</a:t>
          </a:r>
          <a:endParaRPr lang="en-US" altLang="zh-TW" dirty="0" smtClean="0"/>
        </a:p>
        <a:p>
          <a:r>
            <a:rPr lang="en-US" altLang="zh-TW" dirty="0" smtClean="0"/>
            <a:t>SB</a:t>
          </a:r>
          <a:endParaRPr lang="zh-TW" altLang="en-US" dirty="0"/>
        </a:p>
      </dgm:t>
    </dgm:pt>
    <dgm:pt modelId="{5E56AA10-1D14-45B7-A7BB-BB47F9CA7410}" type="parTrans" cxnId="{15579E26-6446-4E97-BC20-B8A917EC9752}">
      <dgm:prSet/>
      <dgm:spPr/>
      <dgm:t>
        <a:bodyPr/>
        <a:lstStyle/>
        <a:p>
          <a:endParaRPr lang="zh-TW" altLang="en-US"/>
        </a:p>
      </dgm:t>
    </dgm:pt>
    <dgm:pt modelId="{0DE9CE6E-7C7C-425C-BF83-2F9E2945F449}" type="sibTrans" cxnId="{15579E26-6446-4E97-BC20-B8A917EC9752}">
      <dgm:prSet/>
      <dgm:spPr/>
      <dgm:t>
        <a:bodyPr/>
        <a:lstStyle/>
        <a:p>
          <a:endParaRPr lang="zh-TW" altLang="en-US"/>
        </a:p>
      </dgm:t>
    </dgm:pt>
    <dgm:pt modelId="{D9AF4B5A-5E47-4D22-85CA-C4AF30CF9DB8}">
      <dgm:prSet phldrT="[文字]"/>
      <dgm:spPr/>
      <dgm:t>
        <a:bodyPr/>
        <a:lstStyle/>
        <a:p>
          <a:r>
            <a:rPr lang="zh-TW" altLang="en-US" dirty="0" smtClean="0"/>
            <a:t>音樂</a:t>
          </a:r>
          <a:endParaRPr lang="en-US" altLang="zh-TW" dirty="0" smtClean="0"/>
        </a:p>
        <a:p>
          <a:r>
            <a:rPr lang="en-US" altLang="zh-TW" dirty="0" smtClean="0"/>
            <a:t>MUSIC</a:t>
          </a:r>
          <a:endParaRPr lang="zh-TW" altLang="en-US" dirty="0"/>
        </a:p>
      </dgm:t>
    </dgm:pt>
    <dgm:pt modelId="{3F29B61A-CE6F-40E9-BC00-B692A7936ADD}" type="parTrans" cxnId="{5BE2B4DA-0544-42BE-AC19-2CF0ACAE2CD6}">
      <dgm:prSet/>
      <dgm:spPr/>
      <dgm:t>
        <a:bodyPr/>
        <a:lstStyle/>
        <a:p>
          <a:endParaRPr lang="zh-TW" altLang="en-US"/>
        </a:p>
      </dgm:t>
    </dgm:pt>
    <dgm:pt modelId="{B7401F21-C619-4095-B3EB-50399008BE88}" type="sibTrans" cxnId="{5BE2B4DA-0544-42BE-AC19-2CF0ACAE2CD6}">
      <dgm:prSet/>
      <dgm:spPr/>
      <dgm:t>
        <a:bodyPr/>
        <a:lstStyle/>
        <a:p>
          <a:endParaRPr lang="zh-TW" altLang="en-US"/>
        </a:p>
      </dgm:t>
    </dgm:pt>
    <dgm:pt modelId="{2DB4A0A2-9387-498E-AB97-2089F5469029}">
      <dgm:prSet phldrT="[文字]"/>
      <dgm:spPr/>
      <dgm:t>
        <a:bodyPr/>
        <a:lstStyle/>
        <a:p>
          <a:r>
            <a:rPr lang="zh-TW" altLang="en-US" dirty="0" smtClean="0"/>
            <a:t>音效</a:t>
          </a:r>
          <a:endParaRPr lang="en-US" altLang="zh-TW" dirty="0" smtClean="0"/>
        </a:p>
        <a:p>
          <a:r>
            <a:rPr lang="en-US" altLang="zh-TW" dirty="0" smtClean="0"/>
            <a:t>SE</a:t>
          </a:r>
        </a:p>
        <a:p>
          <a:endParaRPr lang="zh-TW" altLang="en-US" dirty="0"/>
        </a:p>
      </dgm:t>
    </dgm:pt>
    <dgm:pt modelId="{3C3AB245-14C4-4F24-A295-51D470C16B9C}" type="parTrans" cxnId="{F88F3B6F-D479-4712-871A-262AB02BE0DF}">
      <dgm:prSet/>
      <dgm:spPr/>
      <dgm:t>
        <a:bodyPr/>
        <a:lstStyle/>
        <a:p>
          <a:endParaRPr lang="zh-TW" altLang="en-US"/>
        </a:p>
      </dgm:t>
    </dgm:pt>
    <dgm:pt modelId="{F1E4DE05-4194-499A-AEA9-641839CF6D40}" type="sibTrans" cxnId="{F88F3B6F-D479-4712-871A-262AB02BE0DF}">
      <dgm:prSet/>
      <dgm:spPr/>
      <dgm:t>
        <a:bodyPr/>
        <a:lstStyle/>
        <a:p>
          <a:endParaRPr lang="zh-TW" altLang="en-US"/>
        </a:p>
      </dgm:t>
    </dgm:pt>
    <dgm:pt modelId="{7A386639-8211-49A3-BFF2-71FF6D241F29}">
      <dgm:prSet phldrT="[文字]"/>
      <dgm:spPr/>
      <dgm:t>
        <a:bodyPr/>
        <a:lstStyle/>
        <a:p>
          <a:r>
            <a:rPr lang="zh-TW" altLang="en-US" dirty="0" smtClean="0"/>
            <a:t>環境音</a:t>
          </a:r>
          <a:endParaRPr lang="en-US" altLang="zh-TW" dirty="0" smtClean="0"/>
        </a:p>
        <a:p>
          <a:r>
            <a:rPr lang="en-US" altLang="zh-TW" dirty="0" smtClean="0"/>
            <a:t>NS</a:t>
          </a:r>
          <a:endParaRPr lang="zh-TW" altLang="en-US" dirty="0"/>
        </a:p>
      </dgm:t>
    </dgm:pt>
    <dgm:pt modelId="{1463A249-3D4B-4956-8B0E-94603EB15A34}" type="parTrans" cxnId="{428E551F-53BE-45F7-9632-F252927808E8}">
      <dgm:prSet/>
      <dgm:spPr/>
      <dgm:t>
        <a:bodyPr/>
        <a:lstStyle/>
        <a:p>
          <a:endParaRPr lang="zh-TW" altLang="en-US"/>
        </a:p>
      </dgm:t>
    </dgm:pt>
    <dgm:pt modelId="{D7C895A1-AE57-4356-A86A-B41D78C90425}" type="sibTrans" cxnId="{428E551F-53BE-45F7-9632-F252927808E8}">
      <dgm:prSet/>
      <dgm:spPr/>
      <dgm:t>
        <a:bodyPr/>
        <a:lstStyle/>
        <a:p>
          <a:endParaRPr lang="zh-TW" altLang="en-US"/>
        </a:p>
      </dgm:t>
    </dgm:pt>
    <dgm:pt modelId="{E1FD1F1A-42A3-4032-9D91-3F3136D1D0DD}" type="pres">
      <dgm:prSet presAssocID="{15419FA3-782E-4F82-8FAF-7B19233B009C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30AC3226-4AD4-4CB8-889C-7A743E091F5E}" type="pres">
      <dgm:prSet presAssocID="{58AB1046-E10C-41D1-9861-A5188BF9FF51}" presName="centerShape" presStyleLbl="node0" presStyleIdx="0" presStyleCnt="1"/>
      <dgm:spPr/>
      <dgm:t>
        <a:bodyPr/>
        <a:lstStyle/>
        <a:p>
          <a:endParaRPr lang="zh-TW" altLang="en-US"/>
        </a:p>
      </dgm:t>
    </dgm:pt>
    <dgm:pt modelId="{643B151A-0A7F-44A6-8238-74C63FDD4793}" type="pres">
      <dgm:prSet presAssocID="{7460FB1E-D39D-4693-84DE-DC3FBF0FBDDF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B69E7AD-1FE1-466B-8CBC-284E78DA4DC4}" type="pres">
      <dgm:prSet presAssocID="{7460FB1E-D39D-4693-84DE-DC3FBF0FBDDF}" presName="dummy" presStyleCnt="0"/>
      <dgm:spPr/>
    </dgm:pt>
    <dgm:pt modelId="{DECA132F-D77F-42F6-8CF1-CB3BD85A0777}" type="pres">
      <dgm:prSet presAssocID="{6E041B6F-4A44-451D-8A0D-5830A9AEE255}" presName="sibTrans" presStyleLbl="sibTrans2D1" presStyleIdx="0" presStyleCnt="5"/>
      <dgm:spPr/>
      <dgm:t>
        <a:bodyPr/>
        <a:lstStyle/>
        <a:p>
          <a:endParaRPr lang="zh-TW" altLang="en-US"/>
        </a:p>
      </dgm:t>
    </dgm:pt>
    <dgm:pt modelId="{A1FEC8D7-2843-4473-8025-175B2CE2FA00}" type="pres">
      <dgm:prSet presAssocID="{E15275C6-AEA8-4329-B3CA-3B2A26860FF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A5883881-1EA9-40DF-BDCE-08611B622E51}" type="pres">
      <dgm:prSet presAssocID="{E15275C6-AEA8-4329-B3CA-3B2A26860FFF}" presName="dummy" presStyleCnt="0"/>
      <dgm:spPr/>
    </dgm:pt>
    <dgm:pt modelId="{F3682D35-420C-4EE5-A961-C81170ACBC54}" type="pres">
      <dgm:prSet presAssocID="{0DE9CE6E-7C7C-425C-BF83-2F9E2945F449}" presName="sibTrans" presStyleLbl="sibTrans2D1" presStyleIdx="1" presStyleCnt="5"/>
      <dgm:spPr/>
      <dgm:t>
        <a:bodyPr/>
        <a:lstStyle/>
        <a:p>
          <a:endParaRPr lang="zh-TW" altLang="en-US"/>
        </a:p>
      </dgm:t>
    </dgm:pt>
    <dgm:pt modelId="{7435DEA8-5D18-40F0-8019-1FCEB8013952}" type="pres">
      <dgm:prSet presAssocID="{D9AF4B5A-5E47-4D22-85CA-C4AF30CF9DB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B51C3384-888E-4113-B82F-4CE62849601A}" type="pres">
      <dgm:prSet presAssocID="{D9AF4B5A-5E47-4D22-85CA-C4AF30CF9DB8}" presName="dummy" presStyleCnt="0"/>
      <dgm:spPr/>
    </dgm:pt>
    <dgm:pt modelId="{C6E2B723-E9F9-4B96-A436-AB122B27C502}" type="pres">
      <dgm:prSet presAssocID="{B7401F21-C619-4095-B3EB-50399008BE88}" presName="sibTrans" presStyleLbl="sibTrans2D1" presStyleIdx="2" presStyleCnt="5"/>
      <dgm:spPr/>
      <dgm:t>
        <a:bodyPr/>
        <a:lstStyle/>
        <a:p>
          <a:endParaRPr lang="zh-TW" altLang="en-US"/>
        </a:p>
      </dgm:t>
    </dgm:pt>
    <dgm:pt modelId="{43D03CDE-F772-4A67-8445-9130525901FF}" type="pres">
      <dgm:prSet presAssocID="{2DB4A0A2-9387-498E-AB97-2089F5469029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CC0950C2-C49D-417E-B885-9753CDF28367}" type="pres">
      <dgm:prSet presAssocID="{2DB4A0A2-9387-498E-AB97-2089F5469029}" presName="dummy" presStyleCnt="0"/>
      <dgm:spPr/>
    </dgm:pt>
    <dgm:pt modelId="{F172008A-1001-402B-BE6E-EEBEF02058E3}" type="pres">
      <dgm:prSet presAssocID="{F1E4DE05-4194-499A-AEA9-641839CF6D40}" presName="sibTrans" presStyleLbl="sibTrans2D1" presStyleIdx="3" presStyleCnt="5"/>
      <dgm:spPr/>
      <dgm:t>
        <a:bodyPr/>
        <a:lstStyle/>
        <a:p>
          <a:endParaRPr lang="zh-TW" altLang="en-US"/>
        </a:p>
      </dgm:t>
    </dgm:pt>
    <dgm:pt modelId="{6C7D19E5-39A1-4EFC-BC3F-5B282E496E53}" type="pres">
      <dgm:prSet presAssocID="{7A386639-8211-49A3-BFF2-71FF6D241F2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DF388EF-F8A9-4673-87AE-F4C995C244C2}" type="pres">
      <dgm:prSet presAssocID="{7A386639-8211-49A3-BFF2-71FF6D241F29}" presName="dummy" presStyleCnt="0"/>
      <dgm:spPr/>
    </dgm:pt>
    <dgm:pt modelId="{DB844E2D-FD93-4C6F-992D-D7D609087610}" type="pres">
      <dgm:prSet presAssocID="{D7C895A1-AE57-4356-A86A-B41D78C90425}" presName="sibTrans" presStyleLbl="sibTrans2D1" presStyleIdx="4" presStyleCnt="5"/>
      <dgm:spPr/>
      <dgm:t>
        <a:bodyPr/>
        <a:lstStyle/>
        <a:p>
          <a:endParaRPr lang="zh-TW" altLang="en-US"/>
        </a:p>
      </dgm:t>
    </dgm:pt>
  </dgm:ptLst>
  <dgm:cxnLst>
    <dgm:cxn modelId="{108818D5-0AD5-4FB0-B0BE-0371BFD3F299}" type="presOf" srcId="{E15275C6-AEA8-4329-B3CA-3B2A26860FFF}" destId="{A1FEC8D7-2843-4473-8025-175B2CE2FA00}" srcOrd="0" destOrd="0" presId="urn:microsoft.com/office/officeart/2005/8/layout/radial6"/>
    <dgm:cxn modelId="{6B0DEE40-9E9D-418F-9642-82BC10B21410}" type="presOf" srcId="{B7401F21-C619-4095-B3EB-50399008BE88}" destId="{C6E2B723-E9F9-4B96-A436-AB122B27C502}" srcOrd="0" destOrd="0" presId="urn:microsoft.com/office/officeart/2005/8/layout/radial6"/>
    <dgm:cxn modelId="{FF9BC872-422F-4375-BD88-60DA0A41C556}" type="presOf" srcId="{7460FB1E-D39D-4693-84DE-DC3FBF0FBDDF}" destId="{643B151A-0A7F-44A6-8238-74C63FDD4793}" srcOrd="0" destOrd="0" presId="urn:microsoft.com/office/officeart/2005/8/layout/radial6"/>
    <dgm:cxn modelId="{1698A7FB-C307-4479-A138-3785A6985D0F}" srcId="{15419FA3-782E-4F82-8FAF-7B19233B009C}" destId="{58AB1046-E10C-41D1-9861-A5188BF9FF51}" srcOrd="0" destOrd="0" parTransId="{1D19FA8E-EB96-4944-B6B3-63834C5D81D9}" sibTransId="{CEF31C4E-9D98-4F0A-8647-4E262FB3AA1C}"/>
    <dgm:cxn modelId="{A2FF042B-A485-4224-9A57-74790B2DE7DA}" type="presOf" srcId="{15419FA3-782E-4F82-8FAF-7B19233B009C}" destId="{E1FD1F1A-42A3-4032-9D91-3F3136D1D0DD}" srcOrd="0" destOrd="0" presId="urn:microsoft.com/office/officeart/2005/8/layout/radial6"/>
    <dgm:cxn modelId="{65B88688-C6BA-433B-8E6B-43EB2BD7B1A9}" type="presOf" srcId="{D7C895A1-AE57-4356-A86A-B41D78C90425}" destId="{DB844E2D-FD93-4C6F-992D-D7D609087610}" srcOrd="0" destOrd="0" presId="urn:microsoft.com/office/officeart/2005/8/layout/radial6"/>
    <dgm:cxn modelId="{1E75A9C9-D9E4-4459-8884-809A0A58F71C}" type="presOf" srcId="{6E041B6F-4A44-451D-8A0D-5830A9AEE255}" destId="{DECA132F-D77F-42F6-8CF1-CB3BD85A0777}" srcOrd="0" destOrd="0" presId="urn:microsoft.com/office/officeart/2005/8/layout/radial6"/>
    <dgm:cxn modelId="{19E23A82-9561-4513-BDCE-8869BDB1379D}" type="presOf" srcId="{F1E4DE05-4194-499A-AEA9-641839CF6D40}" destId="{F172008A-1001-402B-BE6E-EEBEF02058E3}" srcOrd="0" destOrd="0" presId="urn:microsoft.com/office/officeart/2005/8/layout/radial6"/>
    <dgm:cxn modelId="{88A72500-2847-4C97-8D24-B674C129158A}" type="presOf" srcId="{58AB1046-E10C-41D1-9861-A5188BF9FF51}" destId="{30AC3226-4AD4-4CB8-889C-7A743E091F5E}" srcOrd="0" destOrd="0" presId="urn:microsoft.com/office/officeart/2005/8/layout/radial6"/>
    <dgm:cxn modelId="{E83DB5A4-A908-4D00-B9C4-0519BF96848F}" type="presOf" srcId="{D9AF4B5A-5E47-4D22-85CA-C4AF30CF9DB8}" destId="{7435DEA8-5D18-40F0-8019-1FCEB8013952}" srcOrd="0" destOrd="0" presId="urn:microsoft.com/office/officeart/2005/8/layout/radial6"/>
    <dgm:cxn modelId="{5A3B11DA-C60F-440C-99FC-E90194AA536F}" type="presOf" srcId="{7A386639-8211-49A3-BFF2-71FF6D241F29}" destId="{6C7D19E5-39A1-4EFC-BC3F-5B282E496E53}" srcOrd="0" destOrd="0" presId="urn:microsoft.com/office/officeart/2005/8/layout/radial6"/>
    <dgm:cxn modelId="{6CC0C0AF-BD60-42D9-8D19-B937748907FF}" type="presOf" srcId="{2DB4A0A2-9387-498E-AB97-2089F5469029}" destId="{43D03CDE-F772-4A67-8445-9130525901FF}" srcOrd="0" destOrd="0" presId="urn:microsoft.com/office/officeart/2005/8/layout/radial6"/>
    <dgm:cxn modelId="{428E551F-53BE-45F7-9632-F252927808E8}" srcId="{58AB1046-E10C-41D1-9861-A5188BF9FF51}" destId="{7A386639-8211-49A3-BFF2-71FF6D241F29}" srcOrd="4" destOrd="0" parTransId="{1463A249-3D4B-4956-8B0E-94603EB15A34}" sibTransId="{D7C895A1-AE57-4356-A86A-B41D78C90425}"/>
    <dgm:cxn modelId="{F88F3B6F-D479-4712-871A-262AB02BE0DF}" srcId="{58AB1046-E10C-41D1-9861-A5188BF9FF51}" destId="{2DB4A0A2-9387-498E-AB97-2089F5469029}" srcOrd="3" destOrd="0" parTransId="{3C3AB245-14C4-4F24-A295-51D470C16B9C}" sibTransId="{F1E4DE05-4194-499A-AEA9-641839CF6D40}"/>
    <dgm:cxn modelId="{DD742BCE-B8FC-46D0-A3F0-45E593589D41}" type="presOf" srcId="{0DE9CE6E-7C7C-425C-BF83-2F9E2945F449}" destId="{F3682D35-420C-4EE5-A961-C81170ACBC54}" srcOrd="0" destOrd="0" presId="urn:microsoft.com/office/officeart/2005/8/layout/radial6"/>
    <dgm:cxn modelId="{15579E26-6446-4E97-BC20-B8A917EC9752}" srcId="{58AB1046-E10C-41D1-9861-A5188BF9FF51}" destId="{E15275C6-AEA8-4329-B3CA-3B2A26860FFF}" srcOrd="1" destOrd="0" parTransId="{5E56AA10-1D14-45B7-A7BB-BB47F9CA7410}" sibTransId="{0DE9CE6E-7C7C-425C-BF83-2F9E2945F449}"/>
    <dgm:cxn modelId="{8D1B7565-AB5F-4D78-9382-33BD8630C6E1}" srcId="{58AB1046-E10C-41D1-9861-A5188BF9FF51}" destId="{7460FB1E-D39D-4693-84DE-DC3FBF0FBDDF}" srcOrd="0" destOrd="0" parTransId="{3E77C814-70D6-4574-AC47-9110E0A2EE5C}" sibTransId="{6E041B6F-4A44-451D-8A0D-5830A9AEE255}"/>
    <dgm:cxn modelId="{5BE2B4DA-0544-42BE-AC19-2CF0ACAE2CD6}" srcId="{58AB1046-E10C-41D1-9861-A5188BF9FF51}" destId="{D9AF4B5A-5E47-4D22-85CA-C4AF30CF9DB8}" srcOrd="2" destOrd="0" parTransId="{3F29B61A-CE6F-40E9-BC00-B692A7936ADD}" sibTransId="{B7401F21-C619-4095-B3EB-50399008BE88}"/>
    <dgm:cxn modelId="{9EAC53A0-4BE6-459C-9E85-E07E2DBF0F72}" type="presParOf" srcId="{E1FD1F1A-42A3-4032-9D91-3F3136D1D0DD}" destId="{30AC3226-4AD4-4CB8-889C-7A743E091F5E}" srcOrd="0" destOrd="0" presId="urn:microsoft.com/office/officeart/2005/8/layout/radial6"/>
    <dgm:cxn modelId="{E09D30E8-972A-4C7F-88F2-7C6AAE8C024A}" type="presParOf" srcId="{E1FD1F1A-42A3-4032-9D91-3F3136D1D0DD}" destId="{643B151A-0A7F-44A6-8238-74C63FDD4793}" srcOrd="1" destOrd="0" presId="urn:microsoft.com/office/officeart/2005/8/layout/radial6"/>
    <dgm:cxn modelId="{46B8A816-B1D8-4718-A7E7-C55F86A5A734}" type="presParOf" srcId="{E1FD1F1A-42A3-4032-9D91-3F3136D1D0DD}" destId="{0B69E7AD-1FE1-466B-8CBC-284E78DA4DC4}" srcOrd="2" destOrd="0" presId="urn:microsoft.com/office/officeart/2005/8/layout/radial6"/>
    <dgm:cxn modelId="{48A1C097-CD22-41B0-BE9F-E51639E4CF99}" type="presParOf" srcId="{E1FD1F1A-42A3-4032-9D91-3F3136D1D0DD}" destId="{DECA132F-D77F-42F6-8CF1-CB3BD85A0777}" srcOrd="3" destOrd="0" presId="urn:microsoft.com/office/officeart/2005/8/layout/radial6"/>
    <dgm:cxn modelId="{A8177C37-B0AB-4541-9C77-953D4A4778DD}" type="presParOf" srcId="{E1FD1F1A-42A3-4032-9D91-3F3136D1D0DD}" destId="{A1FEC8D7-2843-4473-8025-175B2CE2FA00}" srcOrd="4" destOrd="0" presId="urn:microsoft.com/office/officeart/2005/8/layout/radial6"/>
    <dgm:cxn modelId="{2DF93AA4-5255-49E3-88E7-9D99D2FE3A5F}" type="presParOf" srcId="{E1FD1F1A-42A3-4032-9D91-3F3136D1D0DD}" destId="{A5883881-1EA9-40DF-BDCE-08611B622E51}" srcOrd="5" destOrd="0" presId="urn:microsoft.com/office/officeart/2005/8/layout/radial6"/>
    <dgm:cxn modelId="{76DCAC61-3FF7-4EBB-A4AE-2E35909BC4B9}" type="presParOf" srcId="{E1FD1F1A-42A3-4032-9D91-3F3136D1D0DD}" destId="{F3682D35-420C-4EE5-A961-C81170ACBC54}" srcOrd="6" destOrd="0" presId="urn:microsoft.com/office/officeart/2005/8/layout/radial6"/>
    <dgm:cxn modelId="{FDEAA321-BAA4-468C-B5FC-DC05A47B8F3C}" type="presParOf" srcId="{E1FD1F1A-42A3-4032-9D91-3F3136D1D0DD}" destId="{7435DEA8-5D18-40F0-8019-1FCEB8013952}" srcOrd="7" destOrd="0" presId="urn:microsoft.com/office/officeart/2005/8/layout/radial6"/>
    <dgm:cxn modelId="{9609B219-D9F2-4F19-BBC3-7614F1F500BA}" type="presParOf" srcId="{E1FD1F1A-42A3-4032-9D91-3F3136D1D0DD}" destId="{B51C3384-888E-4113-B82F-4CE62849601A}" srcOrd="8" destOrd="0" presId="urn:microsoft.com/office/officeart/2005/8/layout/radial6"/>
    <dgm:cxn modelId="{BF72B9B1-984E-4D22-975C-CEE5E1DDA3D8}" type="presParOf" srcId="{E1FD1F1A-42A3-4032-9D91-3F3136D1D0DD}" destId="{C6E2B723-E9F9-4B96-A436-AB122B27C502}" srcOrd="9" destOrd="0" presId="urn:microsoft.com/office/officeart/2005/8/layout/radial6"/>
    <dgm:cxn modelId="{9D7F1A96-0A9E-47BB-B7ED-CAE79603CFCD}" type="presParOf" srcId="{E1FD1F1A-42A3-4032-9D91-3F3136D1D0DD}" destId="{43D03CDE-F772-4A67-8445-9130525901FF}" srcOrd="10" destOrd="0" presId="urn:microsoft.com/office/officeart/2005/8/layout/radial6"/>
    <dgm:cxn modelId="{D9FD983A-320E-4142-AA65-AC6B0C330829}" type="presParOf" srcId="{E1FD1F1A-42A3-4032-9D91-3F3136D1D0DD}" destId="{CC0950C2-C49D-417E-B885-9753CDF28367}" srcOrd="11" destOrd="0" presId="urn:microsoft.com/office/officeart/2005/8/layout/radial6"/>
    <dgm:cxn modelId="{9B878420-86C1-4AF5-AF36-6C81C25E211B}" type="presParOf" srcId="{E1FD1F1A-42A3-4032-9D91-3F3136D1D0DD}" destId="{F172008A-1001-402B-BE6E-EEBEF02058E3}" srcOrd="12" destOrd="0" presId="urn:microsoft.com/office/officeart/2005/8/layout/radial6"/>
    <dgm:cxn modelId="{55C332D6-ABB1-4810-B1F0-EE631E0594D3}" type="presParOf" srcId="{E1FD1F1A-42A3-4032-9D91-3F3136D1D0DD}" destId="{6C7D19E5-39A1-4EFC-BC3F-5B282E496E53}" srcOrd="13" destOrd="0" presId="urn:microsoft.com/office/officeart/2005/8/layout/radial6"/>
    <dgm:cxn modelId="{D12C17BF-4E83-4B65-AE31-5EB6A633EED8}" type="presParOf" srcId="{E1FD1F1A-42A3-4032-9D91-3F3136D1D0DD}" destId="{6DF388EF-F8A9-4673-87AE-F4C995C244C2}" srcOrd="14" destOrd="0" presId="urn:microsoft.com/office/officeart/2005/8/layout/radial6"/>
    <dgm:cxn modelId="{36D754B0-94E7-4E16-A2A2-2E61B405B057}" type="presParOf" srcId="{E1FD1F1A-42A3-4032-9D91-3F3136D1D0DD}" destId="{DB844E2D-FD93-4C6F-992D-D7D609087610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F9507CC-217F-41BB-9831-24CC36491AC6}">
      <dsp:nvSpPr>
        <dsp:cNvPr id="0" name=""/>
        <dsp:cNvSpPr/>
      </dsp:nvSpPr>
      <dsp:spPr>
        <a:xfrm>
          <a:off x="425753" y="1152"/>
          <a:ext cx="950174" cy="9501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功能</a:t>
          </a:r>
          <a:endParaRPr lang="zh-TW" altLang="en-US" sz="1600" kern="1200" dirty="0"/>
        </a:p>
      </dsp:txBody>
      <dsp:txXfrm>
        <a:off x="425753" y="1152"/>
        <a:ext cx="950174" cy="950174"/>
      </dsp:txXfrm>
    </dsp:sp>
    <dsp:sp modelId="{2BDDD7B0-CDFF-4B83-81F9-C560878A6092}">
      <dsp:nvSpPr>
        <dsp:cNvPr id="0" name=""/>
        <dsp:cNvSpPr/>
      </dsp:nvSpPr>
      <dsp:spPr>
        <a:xfrm>
          <a:off x="625290" y="1028481"/>
          <a:ext cx="551101" cy="551101"/>
        </a:xfrm>
        <a:prstGeom prst="mathPlus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800" kern="1200"/>
        </a:p>
      </dsp:txBody>
      <dsp:txXfrm>
        <a:off x="625290" y="1028481"/>
        <a:ext cx="551101" cy="551101"/>
      </dsp:txXfrm>
    </dsp:sp>
    <dsp:sp modelId="{1B3D48CF-CE9E-473D-ADC7-0C94309B21AF}">
      <dsp:nvSpPr>
        <dsp:cNvPr id="0" name=""/>
        <dsp:cNvSpPr/>
      </dsp:nvSpPr>
      <dsp:spPr>
        <a:xfrm>
          <a:off x="425753" y="1656736"/>
          <a:ext cx="950174" cy="95017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600" kern="1200" dirty="0" smtClean="0"/>
            <a:t>非功能</a:t>
          </a:r>
          <a:endParaRPr lang="zh-TW" altLang="en-US" sz="1600" kern="1200" dirty="0"/>
        </a:p>
      </dsp:txBody>
      <dsp:txXfrm>
        <a:off x="425753" y="1656736"/>
        <a:ext cx="950174" cy="950174"/>
      </dsp:txXfrm>
    </dsp:sp>
    <dsp:sp modelId="{6DF30777-7436-4E22-B13A-4651350341A9}">
      <dsp:nvSpPr>
        <dsp:cNvPr id="0" name=""/>
        <dsp:cNvSpPr/>
      </dsp:nvSpPr>
      <dsp:spPr>
        <a:xfrm>
          <a:off x="1518454" y="1127299"/>
          <a:ext cx="302155" cy="353465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300" kern="1200"/>
        </a:p>
      </dsp:txBody>
      <dsp:txXfrm>
        <a:off x="1518454" y="1127299"/>
        <a:ext cx="302155" cy="353465"/>
      </dsp:txXfrm>
    </dsp:sp>
    <dsp:sp modelId="{D7BE4299-2C3B-4299-80D1-FF2A24A3657C}">
      <dsp:nvSpPr>
        <dsp:cNvPr id="0" name=""/>
        <dsp:cNvSpPr/>
      </dsp:nvSpPr>
      <dsp:spPr>
        <a:xfrm>
          <a:off x="1946033" y="353857"/>
          <a:ext cx="1900349" cy="190034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800" kern="1200" dirty="0" smtClean="0"/>
            <a:t>音樂</a:t>
          </a:r>
          <a:endParaRPr lang="zh-TW" altLang="en-US" sz="4800" kern="1200" dirty="0"/>
        </a:p>
      </dsp:txBody>
      <dsp:txXfrm>
        <a:off x="1946033" y="353857"/>
        <a:ext cx="1900349" cy="190034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239F59A-D16E-4985-9CA2-FB45B3755ACC}">
      <dsp:nvSpPr>
        <dsp:cNvPr id="0" name=""/>
        <dsp:cNvSpPr/>
      </dsp:nvSpPr>
      <dsp:spPr>
        <a:xfrm>
          <a:off x="467338" y="441722"/>
          <a:ext cx="2951522" cy="2951522"/>
        </a:xfrm>
        <a:prstGeom prst="blockArc">
          <a:avLst>
            <a:gd name="adj1" fmla="val 9000000"/>
            <a:gd name="adj2" fmla="val 16200000"/>
            <a:gd name="adj3" fmla="val 464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C73AB-B202-4EA3-9463-32FB0B24B49A}">
      <dsp:nvSpPr>
        <dsp:cNvPr id="0" name=""/>
        <dsp:cNvSpPr/>
      </dsp:nvSpPr>
      <dsp:spPr>
        <a:xfrm>
          <a:off x="467338" y="441722"/>
          <a:ext cx="2951522" cy="2951522"/>
        </a:xfrm>
        <a:prstGeom prst="blockArc">
          <a:avLst>
            <a:gd name="adj1" fmla="val 1800000"/>
            <a:gd name="adj2" fmla="val 9000000"/>
            <a:gd name="adj3" fmla="val 464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E60C1-D2A9-4309-B308-0E91049ABD03}">
      <dsp:nvSpPr>
        <dsp:cNvPr id="0" name=""/>
        <dsp:cNvSpPr/>
      </dsp:nvSpPr>
      <dsp:spPr>
        <a:xfrm>
          <a:off x="467338" y="441722"/>
          <a:ext cx="2951522" cy="2951522"/>
        </a:xfrm>
        <a:prstGeom prst="blockArc">
          <a:avLst>
            <a:gd name="adj1" fmla="val 16200000"/>
            <a:gd name="adj2" fmla="val 1800000"/>
            <a:gd name="adj3" fmla="val 464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4FAA9-B3EB-4753-A94C-37EE43991B6D}">
      <dsp:nvSpPr>
        <dsp:cNvPr id="0" name=""/>
        <dsp:cNvSpPr/>
      </dsp:nvSpPr>
      <dsp:spPr>
        <a:xfrm>
          <a:off x="1225833" y="1219591"/>
          <a:ext cx="1358651" cy="13586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3400" kern="1200" dirty="0" smtClean="0"/>
            <a:t>配樂</a:t>
          </a:r>
          <a:endParaRPr lang="zh-TW" altLang="en-US" sz="3400" kern="1200" dirty="0"/>
        </a:p>
      </dsp:txBody>
      <dsp:txXfrm>
        <a:off x="1225833" y="1219591"/>
        <a:ext cx="1358651" cy="1358651"/>
      </dsp:txXfrm>
    </dsp:sp>
    <dsp:sp modelId="{C2871720-C1FA-4BAD-B42E-3A37FB30AB60}">
      <dsp:nvSpPr>
        <dsp:cNvPr id="0" name=""/>
        <dsp:cNvSpPr/>
      </dsp:nvSpPr>
      <dsp:spPr>
        <a:xfrm>
          <a:off x="1467571" y="432"/>
          <a:ext cx="951056" cy="9510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kern="1200" dirty="0" smtClean="0"/>
            <a:t>music</a:t>
          </a:r>
          <a:endParaRPr lang="zh-TW" altLang="en-US" sz="1600" kern="1200" dirty="0"/>
        </a:p>
      </dsp:txBody>
      <dsp:txXfrm>
        <a:off x="1467571" y="432"/>
        <a:ext cx="951056" cy="951056"/>
      </dsp:txXfrm>
    </dsp:sp>
    <dsp:sp modelId="{F904673F-97CD-4FDE-AFEB-2E9F9156C4DF}">
      <dsp:nvSpPr>
        <dsp:cNvPr id="0" name=""/>
        <dsp:cNvSpPr/>
      </dsp:nvSpPr>
      <dsp:spPr>
        <a:xfrm>
          <a:off x="2715967" y="2162717"/>
          <a:ext cx="951056" cy="9510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kern="1200" dirty="0" smtClean="0"/>
            <a:t>OS+SB</a:t>
          </a:r>
          <a:endParaRPr lang="zh-TW" altLang="en-US" sz="1600" kern="1200" dirty="0"/>
        </a:p>
      </dsp:txBody>
      <dsp:txXfrm>
        <a:off x="2715967" y="2162717"/>
        <a:ext cx="951056" cy="951056"/>
      </dsp:txXfrm>
    </dsp:sp>
    <dsp:sp modelId="{74C42C35-6755-4CE7-B82F-E2D8AD3E7367}">
      <dsp:nvSpPr>
        <dsp:cNvPr id="0" name=""/>
        <dsp:cNvSpPr/>
      </dsp:nvSpPr>
      <dsp:spPr>
        <a:xfrm>
          <a:off x="219176" y="2162717"/>
          <a:ext cx="951056" cy="9510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kern="1200" dirty="0" smtClean="0"/>
            <a:t>SE+NS</a:t>
          </a:r>
          <a:endParaRPr lang="zh-TW" altLang="en-US" sz="1600" kern="1200" dirty="0"/>
        </a:p>
      </dsp:txBody>
      <dsp:txXfrm>
        <a:off x="219176" y="2162717"/>
        <a:ext cx="951056" cy="95105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90127D1-D13F-416D-92C3-0EA3DEAB467E}">
      <dsp:nvSpPr>
        <dsp:cNvPr id="0" name=""/>
        <dsp:cNvSpPr/>
      </dsp:nvSpPr>
      <dsp:spPr>
        <a:xfrm>
          <a:off x="907722" y="2417956"/>
          <a:ext cx="2101071" cy="1050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500" kern="1200" dirty="0" smtClean="0"/>
            <a:t>門</a:t>
          </a:r>
          <a:endParaRPr lang="zh-TW" altLang="en-US" sz="4500" kern="1200" dirty="0"/>
        </a:p>
      </dsp:txBody>
      <dsp:txXfrm>
        <a:off x="907722" y="2417956"/>
        <a:ext cx="2101071" cy="1050535"/>
      </dsp:txXfrm>
    </dsp:sp>
    <dsp:sp modelId="{993E3EA4-3A7E-4E35-A41E-024917756A60}">
      <dsp:nvSpPr>
        <dsp:cNvPr id="0" name=""/>
        <dsp:cNvSpPr/>
      </dsp:nvSpPr>
      <dsp:spPr>
        <a:xfrm rot="17350740">
          <a:off x="2149897" y="1719046"/>
          <a:ext cx="255822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558221" y="160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800" kern="1200"/>
        </a:p>
      </dsp:txBody>
      <dsp:txXfrm rot="17350740">
        <a:off x="3365052" y="1671152"/>
        <a:ext cx="127911" cy="127911"/>
      </dsp:txXfrm>
    </dsp:sp>
    <dsp:sp modelId="{3430EADC-A690-4D25-AE89-16C73722971E}">
      <dsp:nvSpPr>
        <dsp:cNvPr id="0" name=""/>
        <dsp:cNvSpPr/>
      </dsp:nvSpPr>
      <dsp:spPr>
        <a:xfrm>
          <a:off x="3849222" y="1724"/>
          <a:ext cx="2101071" cy="1050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500" kern="1200" dirty="0" smtClean="0"/>
            <a:t>神秘</a:t>
          </a:r>
          <a:endParaRPr lang="zh-TW" altLang="en-US" sz="4500" kern="1200" dirty="0"/>
        </a:p>
      </dsp:txBody>
      <dsp:txXfrm>
        <a:off x="3849222" y="1724"/>
        <a:ext cx="2101071" cy="1050535"/>
      </dsp:txXfrm>
    </dsp:sp>
    <dsp:sp modelId="{9984B47E-0242-45DE-A4DE-E38D71E46CFD}">
      <dsp:nvSpPr>
        <dsp:cNvPr id="0" name=""/>
        <dsp:cNvSpPr/>
      </dsp:nvSpPr>
      <dsp:spPr>
        <a:xfrm rot="18289469">
          <a:off x="2693164" y="2323104"/>
          <a:ext cx="14716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71687" y="160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 rot="18289469">
        <a:off x="3392215" y="2302373"/>
        <a:ext cx="73584" cy="73584"/>
      </dsp:txXfrm>
    </dsp:sp>
    <dsp:sp modelId="{0EC6FA1F-540B-4784-B302-DC6EFA577CBC}">
      <dsp:nvSpPr>
        <dsp:cNvPr id="0" name=""/>
        <dsp:cNvSpPr/>
      </dsp:nvSpPr>
      <dsp:spPr>
        <a:xfrm>
          <a:off x="3849222" y="1209840"/>
          <a:ext cx="2101071" cy="1050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500" kern="1200" dirty="0" smtClean="0"/>
            <a:t>溫馨</a:t>
          </a:r>
          <a:endParaRPr lang="zh-TW" altLang="en-US" sz="4500" kern="1200" dirty="0"/>
        </a:p>
      </dsp:txBody>
      <dsp:txXfrm>
        <a:off x="3849222" y="1209840"/>
        <a:ext cx="2101071" cy="1050535"/>
      </dsp:txXfrm>
    </dsp:sp>
    <dsp:sp modelId="{855665C0-7531-49C9-929C-33A200DA07A9}">
      <dsp:nvSpPr>
        <dsp:cNvPr id="0" name=""/>
        <dsp:cNvSpPr/>
      </dsp:nvSpPr>
      <dsp:spPr>
        <a:xfrm>
          <a:off x="3008793" y="2927161"/>
          <a:ext cx="84042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40428" y="160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>
        <a:off x="3407997" y="2922213"/>
        <a:ext cx="42021" cy="42021"/>
      </dsp:txXfrm>
    </dsp:sp>
    <dsp:sp modelId="{2D942129-0815-4A15-8492-14FB660718AD}">
      <dsp:nvSpPr>
        <dsp:cNvPr id="0" name=""/>
        <dsp:cNvSpPr/>
      </dsp:nvSpPr>
      <dsp:spPr>
        <a:xfrm>
          <a:off x="3849222" y="2417956"/>
          <a:ext cx="2101071" cy="1050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500" kern="1200" dirty="0" smtClean="0"/>
            <a:t>緊張</a:t>
          </a:r>
          <a:endParaRPr lang="zh-TW" altLang="en-US" sz="4500" kern="1200" dirty="0"/>
        </a:p>
      </dsp:txBody>
      <dsp:txXfrm>
        <a:off x="3849222" y="2417956"/>
        <a:ext cx="2101071" cy="1050535"/>
      </dsp:txXfrm>
    </dsp:sp>
    <dsp:sp modelId="{01765EC7-F837-4E2F-AB3C-C36F77DEDD48}">
      <dsp:nvSpPr>
        <dsp:cNvPr id="0" name=""/>
        <dsp:cNvSpPr/>
      </dsp:nvSpPr>
      <dsp:spPr>
        <a:xfrm rot="3310531">
          <a:off x="2693164" y="3531219"/>
          <a:ext cx="14716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71687" y="160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kern="1200"/>
        </a:p>
      </dsp:txBody>
      <dsp:txXfrm rot="3310531">
        <a:off x="3392215" y="3510489"/>
        <a:ext cx="73584" cy="73584"/>
      </dsp:txXfrm>
    </dsp:sp>
    <dsp:sp modelId="{E3AD77B8-EA99-4F90-82F1-29D7C7B9ECB3}">
      <dsp:nvSpPr>
        <dsp:cNvPr id="0" name=""/>
        <dsp:cNvSpPr/>
      </dsp:nvSpPr>
      <dsp:spPr>
        <a:xfrm>
          <a:off x="3849222" y="3626072"/>
          <a:ext cx="2101071" cy="1050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500" kern="1200" dirty="0" smtClean="0"/>
            <a:t>有趣</a:t>
          </a:r>
          <a:endParaRPr lang="zh-TW" altLang="en-US" sz="4500" kern="1200" dirty="0"/>
        </a:p>
      </dsp:txBody>
      <dsp:txXfrm>
        <a:off x="3849222" y="3626072"/>
        <a:ext cx="2101071" cy="1050535"/>
      </dsp:txXfrm>
    </dsp:sp>
    <dsp:sp modelId="{650C27AC-021A-4BB1-9BC4-B118A2DBD585}">
      <dsp:nvSpPr>
        <dsp:cNvPr id="0" name=""/>
        <dsp:cNvSpPr/>
      </dsp:nvSpPr>
      <dsp:spPr>
        <a:xfrm rot="4249260">
          <a:off x="2149897" y="4135277"/>
          <a:ext cx="255822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558221" y="1606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800" kern="1200"/>
        </a:p>
      </dsp:txBody>
      <dsp:txXfrm rot="4249260">
        <a:off x="3365052" y="4087384"/>
        <a:ext cx="127911" cy="127911"/>
      </dsp:txXfrm>
    </dsp:sp>
    <dsp:sp modelId="{5A357B6A-8BF4-4FCA-B205-5D206BA76FBA}">
      <dsp:nvSpPr>
        <dsp:cNvPr id="0" name=""/>
        <dsp:cNvSpPr/>
      </dsp:nvSpPr>
      <dsp:spPr>
        <a:xfrm>
          <a:off x="3849222" y="4834187"/>
          <a:ext cx="2101071" cy="1050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500" kern="1200" dirty="0" smtClean="0"/>
            <a:t>英勇</a:t>
          </a:r>
          <a:endParaRPr lang="zh-TW" altLang="en-US" sz="4500" kern="1200" dirty="0"/>
        </a:p>
      </dsp:txBody>
      <dsp:txXfrm>
        <a:off x="3849222" y="4834187"/>
        <a:ext cx="2101071" cy="1050535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239F59A-D16E-4985-9CA2-FB45B3755ACC}">
      <dsp:nvSpPr>
        <dsp:cNvPr id="0" name=""/>
        <dsp:cNvSpPr/>
      </dsp:nvSpPr>
      <dsp:spPr>
        <a:xfrm>
          <a:off x="467338" y="441722"/>
          <a:ext cx="2951522" cy="2951522"/>
        </a:xfrm>
        <a:prstGeom prst="blockArc">
          <a:avLst>
            <a:gd name="adj1" fmla="val 9000000"/>
            <a:gd name="adj2" fmla="val 16200000"/>
            <a:gd name="adj3" fmla="val 4640"/>
          </a:avLst>
        </a:prstGeom>
        <a:solidFill>
          <a:schemeClr val="accent2">
            <a:hueOff val="-163191"/>
            <a:satOff val="-9432"/>
            <a:lumOff val="1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DC73AB-B202-4EA3-9463-32FB0B24B49A}">
      <dsp:nvSpPr>
        <dsp:cNvPr id="0" name=""/>
        <dsp:cNvSpPr/>
      </dsp:nvSpPr>
      <dsp:spPr>
        <a:xfrm>
          <a:off x="467338" y="441722"/>
          <a:ext cx="2951522" cy="2951522"/>
        </a:xfrm>
        <a:prstGeom prst="blockArc">
          <a:avLst>
            <a:gd name="adj1" fmla="val 1800000"/>
            <a:gd name="adj2" fmla="val 9000000"/>
            <a:gd name="adj3" fmla="val 4640"/>
          </a:avLst>
        </a:prstGeom>
        <a:solidFill>
          <a:schemeClr val="accent2">
            <a:hueOff val="-81596"/>
            <a:satOff val="-4716"/>
            <a:lumOff val="647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E60C1-D2A9-4309-B308-0E91049ABD03}">
      <dsp:nvSpPr>
        <dsp:cNvPr id="0" name=""/>
        <dsp:cNvSpPr/>
      </dsp:nvSpPr>
      <dsp:spPr>
        <a:xfrm>
          <a:off x="467338" y="441722"/>
          <a:ext cx="2951522" cy="2951522"/>
        </a:xfrm>
        <a:prstGeom prst="blockArc">
          <a:avLst>
            <a:gd name="adj1" fmla="val 16200000"/>
            <a:gd name="adj2" fmla="val 1800000"/>
            <a:gd name="adj3" fmla="val 464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4FAA9-B3EB-4753-A94C-37EE43991B6D}">
      <dsp:nvSpPr>
        <dsp:cNvPr id="0" name=""/>
        <dsp:cNvSpPr/>
      </dsp:nvSpPr>
      <dsp:spPr>
        <a:xfrm>
          <a:off x="1225833" y="1219591"/>
          <a:ext cx="1358651" cy="13586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lvl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3400" kern="1200" dirty="0" smtClean="0"/>
            <a:t>配樂</a:t>
          </a:r>
          <a:endParaRPr lang="zh-TW" altLang="en-US" sz="3400" kern="1200" dirty="0"/>
        </a:p>
      </dsp:txBody>
      <dsp:txXfrm>
        <a:off x="1225833" y="1219591"/>
        <a:ext cx="1358651" cy="1358651"/>
      </dsp:txXfrm>
    </dsp:sp>
    <dsp:sp modelId="{C2871720-C1FA-4BAD-B42E-3A37FB30AB60}">
      <dsp:nvSpPr>
        <dsp:cNvPr id="0" name=""/>
        <dsp:cNvSpPr/>
      </dsp:nvSpPr>
      <dsp:spPr>
        <a:xfrm>
          <a:off x="1467571" y="432"/>
          <a:ext cx="951056" cy="95105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kern="1200" dirty="0" smtClean="0"/>
            <a:t>music</a:t>
          </a:r>
          <a:endParaRPr lang="zh-TW" altLang="en-US" sz="1600" kern="1200" dirty="0"/>
        </a:p>
      </dsp:txBody>
      <dsp:txXfrm>
        <a:off x="1467571" y="432"/>
        <a:ext cx="951056" cy="951056"/>
      </dsp:txXfrm>
    </dsp:sp>
    <dsp:sp modelId="{F904673F-97CD-4FDE-AFEB-2E9F9156C4DF}">
      <dsp:nvSpPr>
        <dsp:cNvPr id="0" name=""/>
        <dsp:cNvSpPr/>
      </dsp:nvSpPr>
      <dsp:spPr>
        <a:xfrm>
          <a:off x="2715967" y="2162717"/>
          <a:ext cx="951056" cy="951056"/>
        </a:xfrm>
        <a:prstGeom prst="ellipse">
          <a:avLst/>
        </a:prstGeom>
        <a:solidFill>
          <a:schemeClr val="accent2">
            <a:hueOff val="-81596"/>
            <a:satOff val="-4716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kern="1200" dirty="0" smtClean="0"/>
            <a:t>OS+SB</a:t>
          </a:r>
          <a:endParaRPr lang="zh-TW" altLang="en-US" sz="1600" kern="1200" dirty="0"/>
        </a:p>
      </dsp:txBody>
      <dsp:txXfrm>
        <a:off x="2715967" y="2162717"/>
        <a:ext cx="951056" cy="951056"/>
      </dsp:txXfrm>
    </dsp:sp>
    <dsp:sp modelId="{74C42C35-6755-4CE7-B82F-E2D8AD3E7367}">
      <dsp:nvSpPr>
        <dsp:cNvPr id="0" name=""/>
        <dsp:cNvSpPr/>
      </dsp:nvSpPr>
      <dsp:spPr>
        <a:xfrm>
          <a:off x="219176" y="2162717"/>
          <a:ext cx="951056" cy="951056"/>
        </a:xfrm>
        <a:prstGeom prst="ellipse">
          <a:avLst/>
        </a:prstGeom>
        <a:solidFill>
          <a:schemeClr val="accent2">
            <a:hueOff val="-163191"/>
            <a:satOff val="-9432"/>
            <a:lumOff val="1294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600" kern="1200" dirty="0" smtClean="0"/>
            <a:t>SE+NS</a:t>
          </a:r>
          <a:endParaRPr lang="zh-TW" altLang="en-US" sz="1600" kern="1200" dirty="0"/>
        </a:p>
      </dsp:txBody>
      <dsp:txXfrm>
        <a:off x="219176" y="2162717"/>
        <a:ext cx="951056" cy="95105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B844E2D-FD93-4C6F-992D-D7D609087610}">
      <dsp:nvSpPr>
        <dsp:cNvPr id="0" name=""/>
        <dsp:cNvSpPr/>
      </dsp:nvSpPr>
      <dsp:spPr>
        <a:xfrm>
          <a:off x="2226059" y="554198"/>
          <a:ext cx="3701280" cy="3701280"/>
        </a:xfrm>
        <a:prstGeom prst="blockArc">
          <a:avLst>
            <a:gd name="adj1" fmla="val 11880000"/>
            <a:gd name="adj2" fmla="val 1620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2008A-1001-402B-BE6E-EEBEF02058E3}">
      <dsp:nvSpPr>
        <dsp:cNvPr id="0" name=""/>
        <dsp:cNvSpPr/>
      </dsp:nvSpPr>
      <dsp:spPr>
        <a:xfrm>
          <a:off x="2226059" y="554198"/>
          <a:ext cx="3701280" cy="3701280"/>
        </a:xfrm>
        <a:prstGeom prst="blockArc">
          <a:avLst>
            <a:gd name="adj1" fmla="val 7560000"/>
            <a:gd name="adj2" fmla="val 1188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2B723-E9F9-4B96-A436-AB122B27C502}">
      <dsp:nvSpPr>
        <dsp:cNvPr id="0" name=""/>
        <dsp:cNvSpPr/>
      </dsp:nvSpPr>
      <dsp:spPr>
        <a:xfrm>
          <a:off x="2226059" y="554198"/>
          <a:ext cx="3701280" cy="3701280"/>
        </a:xfrm>
        <a:prstGeom prst="blockArc">
          <a:avLst>
            <a:gd name="adj1" fmla="val 3240000"/>
            <a:gd name="adj2" fmla="val 756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682D35-420C-4EE5-A961-C81170ACBC54}">
      <dsp:nvSpPr>
        <dsp:cNvPr id="0" name=""/>
        <dsp:cNvSpPr/>
      </dsp:nvSpPr>
      <dsp:spPr>
        <a:xfrm>
          <a:off x="2226059" y="554198"/>
          <a:ext cx="3701280" cy="3701280"/>
        </a:xfrm>
        <a:prstGeom prst="blockArc">
          <a:avLst>
            <a:gd name="adj1" fmla="val 20520000"/>
            <a:gd name="adj2" fmla="val 324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A132F-D77F-42F6-8CF1-CB3BD85A0777}">
      <dsp:nvSpPr>
        <dsp:cNvPr id="0" name=""/>
        <dsp:cNvSpPr/>
      </dsp:nvSpPr>
      <dsp:spPr>
        <a:xfrm>
          <a:off x="2226059" y="554198"/>
          <a:ext cx="3701280" cy="3701280"/>
        </a:xfrm>
        <a:prstGeom prst="blockArc">
          <a:avLst>
            <a:gd name="adj1" fmla="val 16200000"/>
            <a:gd name="adj2" fmla="val 20520000"/>
            <a:gd name="adj3" fmla="val 464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C3226-4AD4-4CB8-889C-7A743E091F5E}">
      <dsp:nvSpPr>
        <dsp:cNvPr id="0" name=""/>
        <dsp:cNvSpPr/>
      </dsp:nvSpPr>
      <dsp:spPr>
        <a:xfrm>
          <a:off x="3224733" y="1552872"/>
          <a:ext cx="1703933" cy="170393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4610" tIns="54610" rIns="54610" bIns="54610" numCol="1" spcCol="1270" anchor="ctr" anchorCtr="0">
          <a:noAutofit/>
        </a:bodyPr>
        <a:lstStyle/>
        <a:p>
          <a:pPr lvl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4300" kern="1200" dirty="0" smtClean="0"/>
            <a:t>配樂</a:t>
          </a:r>
          <a:endParaRPr lang="zh-TW" altLang="en-US" sz="4300" kern="1200" dirty="0"/>
        </a:p>
      </dsp:txBody>
      <dsp:txXfrm>
        <a:off x="3224733" y="1552872"/>
        <a:ext cx="1703933" cy="1703933"/>
      </dsp:txXfrm>
    </dsp:sp>
    <dsp:sp modelId="{643B151A-0A7F-44A6-8238-74C63FDD4793}">
      <dsp:nvSpPr>
        <dsp:cNvPr id="0" name=""/>
        <dsp:cNvSpPr/>
      </dsp:nvSpPr>
      <dsp:spPr>
        <a:xfrm>
          <a:off x="3480323" y="761"/>
          <a:ext cx="1192753" cy="1192753"/>
        </a:xfrm>
        <a:prstGeom prst="ellipse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100" kern="1200" dirty="0" smtClean="0"/>
            <a:t>畫外音、</a:t>
          </a:r>
          <a:endParaRPr lang="en-US" altLang="zh-TW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100" kern="1200" dirty="0" smtClean="0"/>
            <a:t>旁白</a:t>
          </a:r>
          <a:endParaRPr lang="en-US" altLang="zh-TW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OS</a:t>
          </a:r>
          <a:endParaRPr lang="zh-TW" altLang="en-US" sz="1100" kern="1200" dirty="0"/>
        </a:p>
      </dsp:txBody>
      <dsp:txXfrm>
        <a:off x="3480323" y="761"/>
        <a:ext cx="1192753" cy="1192753"/>
      </dsp:txXfrm>
    </dsp:sp>
    <dsp:sp modelId="{A1FEC8D7-2843-4473-8025-175B2CE2FA00}">
      <dsp:nvSpPr>
        <dsp:cNvPr id="0" name=""/>
        <dsp:cNvSpPr/>
      </dsp:nvSpPr>
      <dsp:spPr>
        <a:xfrm>
          <a:off x="5199549" y="1249851"/>
          <a:ext cx="1192753" cy="1192753"/>
        </a:xfrm>
        <a:prstGeom prst="ellipse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100" kern="1200" dirty="0" smtClean="0"/>
            <a:t>對話</a:t>
          </a:r>
          <a:r>
            <a:rPr lang="en-US" altLang="zh-TW" sz="1100" kern="1200" dirty="0" smtClean="0"/>
            <a:t>,</a:t>
          </a:r>
          <a:r>
            <a:rPr lang="zh-TW" altLang="en-US" sz="1100" kern="1200" dirty="0" smtClean="0"/>
            <a:t>採訪</a:t>
          </a:r>
          <a:endParaRPr lang="en-US" altLang="zh-TW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SB</a:t>
          </a:r>
          <a:endParaRPr lang="zh-TW" altLang="en-US" sz="1100" kern="1200" dirty="0"/>
        </a:p>
      </dsp:txBody>
      <dsp:txXfrm>
        <a:off x="5199549" y="1249851"/>
        <a:ext cx="1192753" cy="1192753"/>
      </dsp:txXfrm>
    </dsp:sp>
    <dsp:sp modelId="{7435DEA8-5D18-40F0-8019-1FCEB8013952}">
      <dsp:nvSpPr>
        <dsp:cNvPr id="0" name=""/>
        <dsp:cNvSpPr/>
      </dsp:nvSpPr>
      <dsp:spPr>
        <a:xfrm>
          <a:off x="4542863" y="3270922"/>
          <a:ext cx="1192753" cy="11927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100" kern="1200" dirty="0" smtClean="0"/>
            <a:t>音樂</a:t>
          </a:r>
          <a:endParaRPr lang="en-US" altLang="zh-TW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MUSIC</a:t>
          </a:r>
          <a:endParaRPr lang="zh-TW" altLang="en-US" sz="1100" kern="1200" dirty="0"/>
        </a:p>
      </dsp:txBody>
      <dsp:txXfrm>
        <a:off x="4542863" y="3270922"/>
        <a:ext cx="1192753" cy="1192753"/>
      </dsp:txXfrm>
    </dsp:sp>
    <dsp:sp modelId="{43D03CDE-F772-4A67-8445-9130525901FF}">
      <dsp:nvSpPr>
        <dsp:cNvPr id="0" name=""/>
        <dsp:cNvSpPr/>
      </dsp:nvSpPr>
      <dsp:spPr>
        <a:xfrm>
          <a:off x="2417783" y="3270922"/>
          <a:ext cx="1192753" cy="11927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100" kern="1200" dirty="0" smtClean="0"/>
            <a:t>音效</a:t>
          </a:r>
          <a:endParaRPr lang="en-US" altLang="zh-TW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SE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100" kern="1200" dirty="0"/>
        </a:p>
      </dsp:txBody>
      <dsp:txXfrm>
        <a:off x="2417783" y="3270922"/>
        <a:ext cx="1192753" cy="1192753"/>
      </dsp:txXfrm>
    </dsp:sp>
    <dsp:sp modelId="{6C7D19E5-39A1-4EFC-BC3F-5B282E496E53}">
      <dsp:nvSpPr>
        <dsp:cNvPr id="0" name=""/>
        <dsp:cNvSpPr/>
      </dsp:nvSpPr>
      <dsp:spPr>
        <a:xfrm>
          <a:off x="1761097" y="1249851"/>
          <a:ext cx="1192753" cy="11927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1100" kern="1200" dirty="0" smtClean="0"/>
            <a:t>環境音</a:t>
          </a:r>
          <a:endParaRPr lang="en-US" altLang="zh-TW" sz="1100" kern="1200" dirty="0" smtClean="0"/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TW" sz="1100" kern="1200" dirty="0" smtClean="0"/>
            <a:t>NS</a:t>
          </a:r>
          <a:endParaRPr lang="zh-TW" altLang="en-US" sz="1100" kern="1200" dirty="0"/>
        </a:p>
      </dsp:txBody>
      <dsp:txXfrm>
        <a:off x="1761097" y="1249851"/>
        <a:ext cx="1192753" cy="11927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1B6E321F-7307-4286-B784-2F223B0E0166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fld id="{B2276125-8219-4B99-AAA4-FB5FBE10AD2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935737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B10756D-282E-4255-8F67-4408DD921828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70DCB79-8892-43D4-BCE8-AA7385BB4493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946198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68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  <p:sp>
        <p:nvSpPr>
          <p:cNvPr id="682" name="Shape 68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218039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E9097B6-89C4-470C-AFC8-E284783F35F2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10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B2AC881-5497-4D05-901C-FA272133DE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A423E-C750-4AB3-980D-97535EDDBE57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F4C68-70C0-4F92-8B6C-F452A9B2A64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7" name="日期版面配置區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3C6B5-FA92-498F-BEB6-B3111A072528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8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6029092-6429-472A-A3EE-BECAFF34E3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9" name="頁尾版面配置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5718E18-3D96-448D-9C0C-3594C66F0D0B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6" name="投影片編號版面配置區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51537D4-BDB7-47FD-B96D-53040F07DA3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7" name="頁尾版面配置區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16" name="文字版面配置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15" name="文字版面配置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日期版面配置區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87E5F49-2212-4CEA-84CE-10C7914B51B2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8" name="投影片編號版面配置區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A2BD6B4-32E5-4A7D-8866-0E6997AE900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9" name="頁尾版面配置區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AC2A43-1C29-4220-8AEE-D991B9F616CF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0BECC-C487-4BF2-ABE9-6447C9ED9FC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4F1A0-12F0-402F-9EBE-EE07FC29EE22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5E0E6E-C7F3-4A3B-A845-B98CA328BA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D332A-D48C-4AF1-9B6E-AFB65CF14DB6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72169-5963-4F96-8A95-1FF5E75978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8" name="矩形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 smtClean="0"/>
              <a:t>按一下圖示以新增圖片</a:t>
            </a:r>
            <a:endParaRPr lang="en-US" noProof="0" dirty="0"/>
          </a:p>
        </p:txBody>
      </p:sp>
      <p:sp>
        <p:nvSpPr>
          <p:cNvPr id="9" name="日期版面配置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3DC4782-C185-4410-8F63-F379E71707AD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10" name="投影片編號版面配置區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B4937E09-2407-44ED-A13D-0F1B39C489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sp>
        <p:nvSpPr>
          <p:cNvPr id="11" name="頁尾版面配置區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02AE0-7A42-4853-852D-9C6FCA0E4B5D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110A1-2B29-441A-849E-23FAEF672A8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矩形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6" name="矩形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AB8FF6-4BCE-4D2E-8527-01C3514A917F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6D1E5-B56E-4000-A900-BE8409EABDB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D3CB8-3A49-46BA-920A-46B4B09321BA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248FD-9EA9-4952-A01C-88CC99A3C9D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14F1A0-12F0-402F-9EBE-EE07FC29EE22}" type="datetimeFigureOut">
              <a:rPr lang="zh-TW" altLang="en-US">
                <a:solidFill>
                  <a:srgbClr val="5A6378"/>
                </a:solidFill>
              </a:rPr>
              <a:pPr>
                <a:defRPr/>
              </a:pPr>
              <a:t>2018/3/13</a:t>
            </a:fld>
            <a:endParaRPr lang="zh-TW" altLang="en-US">
              <a:solidFill>
                <a:srgbClr val="5A6378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srgbClr val="5A6378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45E0E6E-C7F3-4A3B-A845-B98CA328BA04}" type="slidenum">
              <a:rPr lang="zh-TW" altLang="en-US">
                <a:solidFill>
                  <a:srgbClr val="5A6378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srgbClr val="5A6378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smtClean="0"/>
          </a:p>
        </p:txBody>
      </p:sp>
      <p:sp>
        <p:nvSpPr>
          <p:cNvPr id="102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8A937C-0C74-4A9B-BFC9-A892A4FCD768}" type="datetimeFigureOut">
              <a:rPr lang="zh-TW" altLang="en-US"/>
              <a:pPr>
                <a:defRPr/>
              </a:pPr>
              <a:t>2018/3/13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矩形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261F5BF-467D-4DA5-B642-2318D25AE70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37" r:id="rId2"/>
    <p:sldLayoutId id="2147483743" r:id="rId3"/>
    <p:sldLayoutId id="2147483744" r:id="rId4"/>
    <p:sldLayoutId id="2147483745" r:id="rId5"/>
    <p:sldLayoutId id="2147483738" r:id="rId6"/>
    <p:sldLayoutId id="2147483746" r:id="rId7"/>
    <p:sldLayoutId id="2147483739" r:id="rId8"/>
    <p:sldLayoutId id="2147483747" r:id="rId9"/>
    <p:sldLayoutId id="2147483740" r:id="rId10"/>
    <p:sldLayoutId id="2147483748" r:id="rId11"/>
    <p:sldLayoutId id="214748374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微軟正黑體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微軟正黑體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微軟正黑體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微軟正黑體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微軟正黑體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微軟正黑體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smtClean="0"/>
          </a:p>
        </p:txBody>
      </p:sp>
      <p:sp>
        <p:nvSpPr>
          <p:cNvPr id="102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smtClean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68A937C-0C74-4A9B-BFC9-A892A4FCD768}" type="datetimeFigureOut">
              <a:rPr lang="zh-TW" altLang="en-US">
                <a:solidFill>
                  <a:srgbClr val="5A6378"/>
                </a:solidFill>
              </a:rPr>
              <a:pPr>
                <a:defRPr/>
              </a:pPr>
              <a:t>2018/3/13</a:t>
            </a:fld>
            <a:endParaRPr lang="zh-TW" altLang="en-US">
              <a:solidFill>
                <a:srgbClr val="5A6378"/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srgbClr val="5A6378"/>
              </a:solidFill>
            </a:endParaRPr>
          </a:p>
        </p:txBody>
      </p:sp>
      <p:sp>
        <p:nvSpPr>
          <p:cNvPr id="7" name="矩形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white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solidFill>
                <a:prstClr val="white"/>
              </a:solidFill>
            </a:endParaRPr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261F5BF-467D-4DA5-B642-2318D25AE70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微軟正黑體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  <a:cs typeface="微軟正黑體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  <a:ea typeface="微軟正黑體" pitchFamily="34" charset="-12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微軟正黑體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微軟正黑體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微軟正黑體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微軟正黑體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微軟正黑體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&#20449;&#32681;&#25151;&#23627;/&#20449;&#32681;&#25151;&#23627;&#12304;&#20449;&#20219;&#24515;&#22478;&#24066;&#12305;&#31532;&#19968;&#23395;&#65295;&#31532;&#19968;&#35441;&#65306;&#23569;&#24180;&#26085;&#30340;&#23565;&#19981;&#36215;.mp4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3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hyperlink" Target="&#12298;&#26623;&#23376;&#33394;&#30340;&#34903;&#29128;&#12299;&#24149;&#24460;&#32000;&#23526;EP03&#65293;%20&#25910;&#38899;&#31687;.mp4" TargetMode="External"/><Relationship Id="rId17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jpeg"/><Relationship Id="rId11" Type="http://schemas.openxmlformats.org/officeDocument/2006/relationships/image" Target="../media/image12.jpeg"/><Relationship Id="rId5" Type="http://schemas.openxmlformats.org/officeDocument/2006/relationships/image" Target="../media/image7.jpeg"/><Relationship Id="rId15" Type="http://schemas.openxmlformats.org/officeDocument/2006/relationships/image" Target="../media/image15.jpeg"/><Relationship Id="rId10" Type="http://schemas.openxmlformats.org/officeDocument/2006/relationships/hyperlink" Target="https://www.youtube.com/watch?v=z-563Cw3HF8&#12298;&#26623;&#23376;&#33394;&#30340;&#34903;&#29128;&#12299;&#24149;&#24460;&#32000;&#23526;EP03&#65293;%20&#25910;&#38899;&#31687;.mp4" TargetMode="External"/><Relationship Id="rId4" Type="http://schemas.openxmlformats.org/officeDocument/2006/relationships/image" Target="../media/image6.jpeg"/><Relationship Id="rId9" Type="http://schemas.openxmlformats.org/officeDocument/2006/relationships/image" Target="../media/image11.jpeg"/><Relationship Id="rId14" Type="http://schemas.openxmlformats.org/officeDocument/2006/relationships/image" Target="../media/image1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9.png"/><Relationship Id="rId2" Type="http://schemas.openxmlformats.org/officeDocument/2006/relationships/video" Target="file:///G:\02_&#22823;&#23416;&#35506;&#31243;&#30456;&#38364;\01_&#28436;&#35611;&#23560;&#29992;\&#20132;&#24819;&#24773;&#20154;&#22818;_&#35997;&#19971;.mp4" TargetMode="External"/><Relationship Id="rId1" Type="http://schemas.openxmlformats.org/officeDocument/2006/relationships/video" Target="file:///G:\02_&#22823;&#23416;&#35506;&#31243;&#30456;&#38364;\01_&#28436;&#35611;&#23560;&#29992;\&#22403;&#22334;&#36554;&#38899;&#27138;.mp4" TargetMode="External"/><Relationship Id="rId6" Type="http://schemas.openxmlformats.org/officeDocument/2006/relationships/image" Target="../media/image18.png"/><Relationship Id="rId5" Type="http://schemas.openxmlformats.org/officeDocument/2006/relationships/hyperlink" Target="&#20132;&#24819;&#24773;&#20154;&#22818;_&#35997;&#19971;.mp4" TargetMode="External"/><Relationship Id="rId4" Type="http://schemas.openxmlformats.org/officeDocument/2006/relationships/hyperlink" Target="&#22403;&#22334;&#36554;&#38899;&#27138;.mp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image" Target="../media/image22.png"/><Relationship Id="rId3" Type="http://schemas.openxmlformats.org/officeDocument/2006/relationships/audio" Target="file:///G:\02_&#22823;&#23416;&#35506;&#31243;&#30456;&#38364;\01_&#28436;&#35611;&#23560;&#29992;\Attack15(&#25915;&#25802;)%20&#32202;&#24373;&#65343;&#31649;&#24358;&#27138;.wav" TargetMode="External"/><Relationship Id="rId7" Type="http://schemas.openxmlformats.org/officeDocument/2006/relationships/diagramData" Target="../diagrams/data3.xml"/><Relationship Id="rId12" Type="http://schemas.openxmlformats.org/officeDocument/2006/relationships/image" Target="../media/image21.png"/><Relationship Id="rId2" Type="http://schemas.openxmlformats.org/officeDocument/2006/relationships/audio" Target="file:///G:\02_&#22823;&#23416;&#35506;&#31243;&#30456;&#38364;\01_&#28436;&#35611;&#23560;&#29992;\ROMANCE%20%20C%20with%20piano%20%20070706_&#28331;&#39336;.wav" TargetMode="External"/><Relationship Id="rId1" Type="http://schemas.openxmlformats.org/officeDocument/2006/relationships/audio" Target="file:///G:\02_&#22823;&#23416;&#35506;&#31243;&#30456;&#38364;\01_&#28436;&#35611;&#23560;&#29992;\MoonlitCastle60(&#26376;&#20809;&#29031;&#32768;&#30340;&#21476;&#22561;_&#31070;&#31192;_&#20132;&#38911;&#27138;).wav" TargetMode="External"/><Relationship Id="rId6" Type="http://schemas.openxmlformats.org/officeDocument/2006/relationships/slideLayout" Target="../slideLayouts/slideLayout12.xml"/><Relationship Id="rId11" Type="http://schemas.microsoft.com/office/2007/relationships/diagramDrawing" Target="../diagrams/drawing3.xml"/><Relationship Id="rId5" Type="http://schemas.openxmlformats.org/officeDocument/2006/relationships/audio" Target="file:///G:\02_&#22823;&#23416;&#35506;&#31243;&#30456;&#38364;\01_&#28436;&#35611;&#23560;&#29992;\&#21098;&#25509;&#24460;%20Highbrow%20Long.wav" TargetMode="External"/><Relationship Id="rId10" Type="http://schemas.openxmlformats.org/officeDocument/2006/relationships/diagramColors" Target="../diagrams/colors3.xml"/><Relationship Id="rId4" Type="http://schemas.openxmlformats.org/officeDocument/2006/relationships/audio" Target="file:///G:\02_&#22823;&#23416;&#35506;&#31243;&#30456;&#38364;\01_&#28436;&#35611;&#23560;&#29992;\Spring_In_Paris_&#26377;&#36259;_&#31649;&#24358;&#27138;.wav" TargetMode="External"/><Relationship Id="rId9" Type="http://schemas.openxmlformats.org/officeDocument/2006/relationships/diagramQuickStyle" Target="../diagrams/quickStyle3.xml"/><Relationship Id="rId1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&#23567;&#20024;&#23376;.mp4" TargetMode="External"/><Relationship Id="rId3" Type="http://schemas.openxmlformats.org/officeDocument/2006/relationships/diagramLayout" Target="../diagrams/layout4.xml"/><Relationship Id="rId7" Type="http://schemas.openxmlformats.org/officeDocument/2006/relationships/image" Target="../media/image24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hyperlink" Target="&#26970;&#38272;&#30340;&#19990;&#30028;.mp4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sound.org/browse/tags/music/" TargetMode="External"/><Relationship Id="rId2" Type="http://schemas.openxmlformats.org/officeDocument/2006/relationships/hyperlink" Target="https://www.youtube.com/audiolibrary/musi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incompetech.com/music/royalty-free/collections.php" TargetMode="External"/><Relationship Id="rId5" Type="http://schemas.openxmlformats.org/officeDocument/2006/relationships/hyperlink" Target="http://freepd.com/" TargetMode="External"/><Relationship Id="rId4" Type="http://schemas.openxmlformats.org/officeDocument/2006/relationships/hyperlink" Target="https://musopen.org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soundtrackmusic.com/" TargetMode="External"/><Relationship Id="rId7" Type="http://schemas.openxmlformats.org/officeDocument/2006/relationships/hyperlink" Target="http://audionautix.com/" TargetMode="External"/><Relationship Id="rId2" Type="http://schemas.openxmlformats.org/officeDocument/2006/relationships/hyperlink" Target="http://www.pacdv.com/sounds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udio.ibeat.org/" TargetMode="External"/><Relationship Id="rId5" Type="http://schemas.openxmlformats.org/officeDocument/2006/relationships/hyperlink" Target="http://www.looperman.com/" TargetMode="External"/><Relationship Id="rId4" Type="http://schemas.openxmlformats.org/officeDocument/2006/relationships/hyperlink" Target="http://www.findsound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</p:spPr>
        <p:txBody>
          <a:bodyPr/>
          <a:lstStyle/>
          <a:p>
            <a:r>
              <a:rPr lang="zh-TW" altLang="en-US" dirty="0" smtClean="0">
                <a:solidFill>
                  <a:schemeClr val="bg1"/>
                </a:solidFill>
              </a:rPr>
              <a:t>信義心城市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69634" name="Picture 2" descr="C:\Users\宗翰\Pictures\monitor-section1.jpg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1700808"/>
            <a:ext cx="8792400" cy="45365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34000"/>
            <a:lum/>
          </a:blip>
          <a:srcRect/>
          <a:stretch>
            <a:fillRect t="-30000" b="-30000"/>
          </a:stretch>
        </a:blipFill>
        <a:effectLst/>
      </p:bgPr>
    </p:bg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Shape 684"/>
          <p:cNvSpPr txBox="1"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zh-TW" sz="4400" b="0" i="0" u="none" strike="noStrike" cap="none" dirty="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客家電視台動畫</a:t>
            </a:r>
            <a:r>
              <a:rPr lang="zh-TW" sz="4400" b="0" i="0" u="none" strike="noStrike" cap="none" dirty="0" smtClean="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收音</a:t>
            </a:r>
            <a:r>
              <a:rPr lang="en-US" altLang="zh-TW" dirty="0" smtClean="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br>
              <a:rPr lang="en-US" altLang="zh-TW" dirty="0" smtClean="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</a:br>
            <a:r>
              <a:rPr lang="en-US" altLang="zh-TW" sz="1100" dirty="0" smtClean="0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Sound Recording For Hakka TV</a:t>
            </a:r>
            <a:endParaRPr lang="zh-TW" sz="1100" b="0" i="0" u="none" strike="noStrike" cap="none" dirty="0">
              <a:solidFill>
                <a:schemeClr val="dk2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685" name="Shape 685" descr="圖片1.jpg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 cstate="print">
            <a:alphaModFix/>
          </a:blip>
          <a:srcRect/>
          <a:stretch/>
        </p:blipFill>
        <p:spPr>
          <a:xfrm>
            <a:off x="0" y="1557338"/>
            <a:ext cx="4594225" cy="1970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Shape 686" descr="圖片2.jpg"/>
          <p:cNvPicPr preferRelativeResize="0"/>
          <p:nvPr/>
        </p:nvPicPr>
        <p:blipFill rotWithShape="1">
          <a:blip r:embed="rId5" cstate="print">
            <a:alphaModFix/>
          </a:blip>
          <a:srcRect/>
          <a:stretch/>
        </p:blipFill>
        <p:spPr>
          <a:xfrm>
            <a:off x="4503528" y="3317265"/>
            <a:ext cx="1757700" cy="2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Shape 687" descr="圖片3.jpg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4139951" y="1556791"/>
            <a:ext cx="3908700" cy="18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Shape 688" descr="圖片4.jpg"/>
          <p:cNvPicPr preferRelativeResize="0"/>
          <p:nvPr/>
        </p:nvPicPr>
        <p:blipFill rotWithShape="1">
          <a:blip r:embed="rId7" cstate="print">
            <a:alphaModFix/>
          </a:blip>
          <a:srcRect/>
          <a:stretch/>
        </p:blipFill>
        <p:spPr>
          <a:xfrm>
            <a:off x="0" y="3501007"/>
            <a:ext cx="38007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Shape 689" descr="圖片5.jpg"/>
          <p:cNvPicPr preferRelativeResize="0"/>
          <p:nvPr/>
        </p:nvPicPr>
        <p:blipFill rotWithShape="1">
          <a:blip r:embed="rId8" cstate="print">
            <a:alphaModFix/>
          </a:blip>
          <a:srcRect/>
          <a:stretch/>
        </p:blipFill>
        <p:spPr>
          <a:xfrm>
            <a:off x="6300192" y="3284983"/>
            <a:ext cx="3464400" cy="19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Shape 690" descr="圖片6.jpg"/>
          <p:cNvPicPr preferRelativeResize="0"/>
          <p:nvPr/>
        </p:nvPicPr>
        <p:blipFill rotWithShape="1">
          <a:blip r:embed="rId9" cstate="print">
            <a:alphaModFix/>
          </a:blip>
          <a:srcRect/>
          <a:stretch/>
        </p:blipFill>
        <p:spPr>
          <a:xfrm>
            <a:off x="3491881" y="3356993"/>
            <a:ext cx="3195299" cy="206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Shape 691" descr="圖片7.jpg">
            <a:hlinkClick r:id="rId10"/>
          </p:cNvPr>
          <p:cNvPicPr preferRelativeResize="0"/>
          <p:nvPr/>
        </p:nvPicPr>
        <p:blipFill rotWithShape="1">
          <a:blip r:embed="rId11" cstate="print">
            <a:alphaModFix/>
          </a:blip>
          <a:srcRect/>
          <a:stretch/>
        </p:blipFill>
        <p:spPr>
          <a:xfrm>
            <a:off x="6228184" y="3212976"/>
            <a:ext cx="3738300" cy="210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2" name="Shape 692" descr="圖片8.jpg">
            <a:hlinkClick r:id="rId12" action="ppaction://hlinkfile"/>
          </p:cNvPr>
          <p:cNvPicPr preferRelativeResize="0"/>
          <p:nvPr/>
        </p:nvPicPr>
        <p:blipFill rotWithShape="1">
          <a:blip r:embed="rId9" cstate="print">
            <a:alphaModFix/>
          </a:blip>
          <a:srcRect/>
          <a:stretch/>
        </p:blipFill>
        <p:spPr>
          <a:xfrm>
            <a:off x="2267744" y="5229200"/>
            <a:ext cx="3195299" cy="206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Shape 693" descr="圖片9.jpg"/>
          <p:cNvPicPr preferRelativeResize="0"/>
          <p:nvPr/>
        </p:nvPicPr>
        <p:blipFill rotWithShape="1">
          <a:blip r:embed="rId13" cstate="print">
            <a:alphaModFix/>
          </a:blip>
          <a:srcRect/>
          <a:stretch/>
        </p:blipFill>
        <p:spPr>
          <a:xfrm>
            <a:off x="7814404" y="1412775"/>
            <a:ext cx="1329600" cy="212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Shape 694" descr="圖片22.jpg"/>
          <p:cNvPicPr preferRelativeResize="0"/>
          <p:nvPr/>
        </p:nvPicPr>
        <p:blipFill rotWithShape="1">
          <a:blip r:embed="rId14" cstate="print">
            <a:alphaModFix/>
          </a:blip>
          <a:srcRect/>
          <a:stretch/>
        </p:blipFill>
        <p:spPr>
          <a:xfrm>
            <a:off x="-684583" y="5301207"/>
            <a:ext cx="3322800" cy="18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30" name="Picture 2" descr="C:\Users\宗翰\Google 雲端硬碟\課程音樂相關照片\產學合作\10392146_1223289441021203_6388077806429279013_n.jp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5652120" y="5013176"/>
            <a:ext cx="3816424" cy="2146738"/>
          </a:xfrm>
          <a:prstGeom prst="rect">
            <a:avLst/>
          </a:prstGeom>
          <a:noFill/>
        </p:spPr>
      </p:pic>
      <p:pic>
        <p:nvPicPr>
          <p:cNvPr id="22531" name="Picture 3" descr="C:\Users\宗翰\Google 雲端硬碟\課程音樂相關照片\產學合作\12347648_1213637181986429_2234471766841717515_n.jp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-828600" y="5157192"/>
            <a:ext cx="3971882" cy="2234183"/>
          </a:xfrm>
          <a:prstGeom prst="rect">
            <a:avLst/>
          </a:prstGeom>
          <a:noFill/>
        </p:spPr>
      </p:pic>
      <p:pic>
        <p:nvPicPr>
          <p:cNvPr id="22532" name="Picture 4" descr="C:\Users\宗翰\Google 雲端硬碟\課程音樂相關照片\產學合作\12316548_1213637291986418_8447609482505347560_n.jpg">
            <a:hlinkClick r:id="rId12" action="ppaction://hlinkfile"/>
          </p:cNvPr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843808" y="5229200"/>
            <a:ext cx="3712412" cy="20882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音樂分類</a:t>
            </a:r>
          </a:p>
        </p:txBody>
      </p:sp>
      <p:graphicFrame>
        <p:nvGraphicFramePr>
          <p:cNvPr id="4" name="資料庫圖表 3"/>
          <p:cNvGraphicFramePr/>
          <p:nvPr/>
        </p:nvGraphicFramePr>
        <p:xfrm>
          <a:off x="4871864" y="4005064"/>
          <a:ext cx="4272136" cy="2608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53400" cy="869950"/>
          </a:xfrm>
        </p:spPr>
        <p:txBody>
          <a:bodyPr/>
          <a:lstStyle/>
          <a:p>
            <a:r>
              <a:rPr lang="zh-TW" altLang="en-US" dirty="0" smtClean="0"/>
              <a:t>兩大類音樂</a:t>
            </a:r>
          </a:p>
        </p:txBody>
      </p:sp>
      <p:sp>
        <p:nvSpPr>
          <p:cNvPr id="18435" name="文字版面配置區 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39763"/>
          </a:xfrm>
        </p:spPr>
        <p:txBody>
          <a:bodyPr/>
          <a:lstStyle/>
          <a:p>
            <a:r>
              <a:rPr lang="zh-TW" altLang="en-US" dirty="0" smtClean="0">
                <a:hlinkClick r:id="rId4" action="ppaction://hlinkfile"/>
              </a:rPr>
              <a:t>功能性音樂</a:t>
            </a:r>
            <a:r>
              <a:rPr lang="zh-TW" altLang="en-US" dirty="0" smtClean="0"/>
              <a:t>    商業音樂</a:t>
            </a:r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39763"/>
          </a:xfrm>
        </p:spPr>
        <p:txBody>
          <a:bodyPr/>
          <a:lstStyle/>
          <a:p>
            <a:pPr>
              <a:defRPr/>
            </a:pPr>
            <a:r>
              <a:rPr lang="zh-TW" altLang="en-US" dirty="0" smtClean="0">
                <a:hlinkClick r:id="rId5" action="ppaction://hlinkfile"/>
              </a:rPr>
              <a:t>非功能性音樂</a:t>
            </a:r>
            <a:endParaRPr lang="zh-TW" altLang="en-US" dirty="0"/>
          </a:p>
        </p:txBody>
      </p:sp>
      <p:pic>
        <p:nvPicPr>
          <p:cNvPr id="14" name="垃圾車音樂.mp4">
            <a:hlinkClick r:id="" action="ppaction://media"/>
          </p:cNvPr>
          <p:cNvPicPr>
            <a:picLocks noGrp="1" noChangeAspect="1"/>
          </p:cNvPicPr>
          <p:nvPr>
            <p:ph sz="quarter" idx="2"/>
            <a:videoFile r:link="rId1"/>
            <p:extLst/>
          </p:nvPr>
        </p:nvPicPr>
        <p:blipFill>
          <a:blip r:embed="rId6" cstate="print"/>
          <a:stretch>
            <a:fillRect/>
          </a:stretch>
        </p:blipFill>
        <p:spPr>
          <a:xfrm>
            <a:off x="611559" y="2708920"/>
            <a:ext cx="4128459" cy="3096344"/>
          </a:xfrm>
          <a:prstGeom prst="rect">
            <a:avLst/>
          </a:prstGeom>
        </p:spPr>
      </p:pic>
      <p:pic>
        <p:nvPicPr>
          <p:cNvPr id="15" name="交想情人夢_貝七.mp4">
            <a:hlinkClick r:id="" action="ppaction://media"/>
          </p:cNvPr>
          <p:cNvPicPr>
            <a:picLocks noGrp="1" noChangeAspect="1"/>
          </p:cNvPicPr>
          <p:nvPr>
            <p:ph sz="quarter" idx="4"/>
            <a:videoFile r:link="rId2"/>
            <p:extLst/>
          </p:nvPr>
        </p:nvPicPr>
        <p:blipFill>
          <a:blip r:embed="rId7" cstate="print"/>
          <a:stretch>
            <a:fillRect/>
          </a:stretch>
        </p:blipFill>
        <p:spPr>
          <a:xfrm>
            <a:off x="4791516" y="2924944"/>
            <a:ext cx="4352484" cy="2808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音樂與畫面</a:t>
            </a:r>
          </a:p>
        </p:txBody>
      </p:sp>
      <p:sp>
        <p:nvSpPr>
          <p:cNvPr id="2048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聲音與情緒</a:t>
            </a:r>
            <a:endParaRPr lang="en-US" altLang="zh-TW" dirty="0" smtClean="0"/>
          </a:p>
          <a:p>
            <a:r>
              <a:rPr lang="zh-TW" altLang="en-US" dirty="0" smtClean="0"/>
              <a:t>配樂三大要素</a:t>
            </a:r>
          </a:p>
        </p:txBody>
      </p:sp>
      <p:graphicFrame>
        <p:nvGraphicFramePr>
          <p:cNvPr id="4" name="內容版面配置區 11"/>
          <p:cNvGraphicFramePr>
            <a:graphicFrameLocks/>
          </p:cNvGraphicFramePr>
          <p:nvPr/>
        </p:nvGraphicFramePr>
        <p:xfrm>
          <a:off x="4786314" y="2857496"/>
          <a:ext cx="3886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標題 1"/>
          <p:cNvSpPr>
            <a:spLocks noGrp="1"/>
          </p:cNvSpPr>
          <p:nvPr>
            <p:ph type="title" idx="4294967295"/>
          </p:nvPr>
        </p:nvSpPr>
        <p:spPr>
          <a:xfrm>
            <a:off x="609600" y="273050"/>
            <a:ext cx="8077200" cy="869950"/>
          </a:xfrm>
        </p:spPr>
        <p:txBody>
          <a:bodyPr/>
          <a:lstStyle/>
          <a:p>
            <a:r>
              <a:rPr lang="zh-TW" altLang="en-US" smtClean="0"/>
              <a:t>音樂情緒 </a:t>
            </a:r>
            <a:r>
              <a:rPr lang="en-US" altLang="zh-TW" smtClean="0"/>
              <a:t>Hevner Adjective Circle</a:t>
            </a:r>
            <a:endParaRPr lang="zh-TW" altLang="en-US" smtClean="0"/>
          </a:p>
        </p:txBody>
      </p:sp>
      <p:sp>
        <p:nvSpPr>
          <p:cNvPr id="35843" name="文字版面配置區 2"/>
          <p:cNvSpPr>
            <a:spLocks noGrp="1"/>
          </p:cNvSpPr>
          <p:nvPr>
            <p:ph type="body" idx="4294967295"/>
          </p:nvPr>
        </p:nvSpPr>
        <p:spPr>
          <a:xfrm>
            <a:off x="609600" y="1752600"/>
            <a:ext cx="1600200" cy="4343400"/>
          </a:xfrm>
          <a:solidFill>
            <a:schemeClr val="accent2"/>
          </a:solidFill>
          <a:ln w="50800" cap="sq" cmpd="dbl" algn="ctr">
            <a:solidFill>
              <a:schemeClr val="accent2"/>
            </a:solidFill>
          </a:ln>
        </p:spPr>
        <p:txBody>
          <a:bodyPr lIns="137160" tIns="182880" rIns="137160" bIns="91440"/>
          <a:lstStyle/>
          <a:p>
            <a:pPr marL="0" indent="0">
              <a:spcAft>
                <a:spcPts val="1000"/>
              </a:spcAft>
              <a:buFont typeface="Wingdings" pitchFamily="2" charset="2"/>
              <a:buNone/>
            </a:pPr>
            <a:r>
              <a:rPr lang="en-US" altLang="zh-TW" sz="1800" smtClean="0">
                <a:solidFill>
                  <a:srgbClr val="FFFFFF"/>
                </a:solidFill>
              </a:rPr>
              <a:t>Hevner</a:t>
            </a:r>
            <a:r>
              <a:rPr lang="zh-TW" altLang="en-US" sz="1800" smtClean="0">
                <a:solidFill>
                  <a:srgbClr val="FFFFFF"/>
                </a:solidFill>
              </a:rPr>
              <a:t>的形容詞週期表</a:t>
            </a:r>
          </a:p>
          <a:p>
            <a:pPr marL="0" indent="0">
              <a:spcAft>
                <a:spcPts val="1000"/>
              </a:spcAft>
              <a:buFont typeface="Wingdings" pitchFamily="2" charset="2"/>
              <a:buNone/>
            </a:pPr>
            <a:r>
              <a:rPr lang="zh-TW" altLang="en-US" sz="1800" smtClean="0">
                <a:solidFill>
                  <a:srgbClr val="FFFFFF"/>
                </a:solidFill>
              </a:rPr>
              <a:t>將代表相似意義的形容詞敘述歸為同一類情緒</a:t>
            </a:r>
            <a:endParaRPr lang="en-US" altLang="zh-TW" sz="1800" smtClean="0">
              <a:solidFill>
                <a:srgbClr val="FFFFFF"/>
              </a:solidFill>
            </a:endParaRPr>
          </a:p>
          <a:p>
            <a:pPr marL="0" indent="0">
              <a:spcAft>
                <a:spcPts val="1000"/>
              </a:spcAft>
              <a:buFont typeface="Wingdings" pitchFamily="2" charset="2"/>
              <a:buNone/>
            </a:pPr>
            <a:r>
              <a:rPr lang="zh-TW" altLang="en-US" sz="1800" smtClean="0">
                <a:solidFill>
                  <a:srgbClr val="FFFFFF"/>
                </a:solidFill>
              </a:rPr>
              <a:t>音樂欣賞心情語彙</a:t>
            </a:r>
            <a:r>
              <a:rPr lang="en-US" altLang="zh-TW" sz="1800" smtClean="0">
                <a:solidFill>
                  <a:srgbClr val="FFFFFF"/>
                </a:solidFill>
              </a:rPr>
              <a:t>mood terms</a:t>
            </a:r>
            <a:r>
              <a:rPr lang="zh-TW" altLang="en-US" sz="1800" smtClean="0">
                <a:solidFill>
                  <a:srgbClr val="FFFFFF"/>
                </a:solidFill>
              </a:rPr>
              <a:t>為八大種類</a:t>
            </a:r>
          </a:p>
          <a:p>
            <a:pPr marL="0" indent="0">
              <a:spcAft>
                <a:spcPts val="1000"/>
              </a:spcAft>
              <a:buFont typeface="Wingdings" pitchFamily="2" charset="2"/>
              <a:buNone/>
            </a:pPr>
            <a:endParaRPr lang="zh-TW" altLang="en-US" sz="1800" smtClean="0">
              <a:solidFill>
                <a:srgbClr val="FFFFFF"/>
              </a:solidFill>
            </a:endParaRPr>
          </a:p>
          <a:p>
            <a:pPr marL="0" indent="0">
              <a:spcAft>
                <a:spcPts val="1000"/>
              </a:spcAft>
              <a:buFont typeface="Wingdings" pitchFamily="2" charset="2"/>
              <a:buNone/>
            </a:pPr>
            <a:endParaRPr lang="zh-TW" altLang="en-US" sz="1800" smtClean="0">
              <a:solidFill>
                <a:srgbClr val="FFFFFF"/>
              </a:solidFill>
            </a:endParaRPr>
          </a:p>
        </p:txBody>
      </p:sp>
      <p:pic>
        <p:nvPicPr>
          <p:cNvPr id="35844" name="內容版面配置區 4" descr="情緒循環表.bmp"/>
          <p:cNvPicPr>
            <a:picLocks noGrp="1" noChangeAspect="1"/>
          </p:cNvPicPr>
          <p:nvPr>
            <p:ph sz="quarter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714625" y="1533525"/>
            <a:ext cx="6143625" cy="5324475"/>
          </a:xfrm>
        </p:spPr>
      </p:pic>
      <p:sp>
        <p:nvSpPr>
          <p:cNvPr id="5" name="橢圓 4"/>
          <p:cNvSpPr/>
          <p:nvPr/>
        </p:nvSpPr>
        <p:spPr>
          <a:xfrm>
            <a:off x="4786313" y="1428750"/>
            <a:ext cx="1285875" cy="128587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4929188" y="5000625"/>
            <a:ext cx="1285875" cy="1857375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>
            <a:off x="6143625" y="1643063"/>
            <a:ext cx="642938" cy="4841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6929438" y="1571625"/>
            <a:ext cx="1357312" cy="928688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/>
              <a:t>快樂類群</a:t>
            </a:r>
          </a:p>
        </p:txBody>
      </p:sp>
      <p:sp>
        <p:nvSpPr>
          <p:cNvPr id="9" name="向右箭號 8"/>
          <p:cNvSpPr/>
          <p:nvPr/>
        </p:nvSpPr>
        <p:spPr>
          <a:xfrm>
            <a:off x="6286500" y="5429250"/>
            <a:ext cx="642938" cy="4841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7000875" y="5143500"/>
            <a:ext cx="1214438" cy="11430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dirty="0"/>
              <a:t>悲傷類群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 idx="4294967295"/>
          </p:nvPr>
        </p:nvSpPr>
        <p:spPr>
          <a:xfrm>
            <a:off x="609600" y="273050"/>
            <a:ext cx="8077200" cy="869950"/>
          </a:xfrm>
        </p:spPr>
        <p:txBody>
          <a:bodyPr/>
          <a:lstStyle/>
          <a:p>
            <a:r>
              <a:rPr lang="zh-TW" altLang="en-US" dirty="0" smtClean="0"/>
              <a:t>實際操作</a:t>
            </a:r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4294967295"/>
          </p:nvPr>
        </p:nvGraphicFramePr>
        <p:xfrm>
          <a:off x="3428992" y="1214422"/>
          <a:ext cx="6858016" cy="5886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MoonlitCastle60(月光照耀的古堡_神秘_交響樂).wav">
            <a:hlinkClick r:id="" action="ppaction://media"/>
          </p:cNvPr>
          <p:cNvPicPr>
            <a:picLocks noChangeAspect="1"/>
          </p:cNvPicPr>
          <p:nvPr>
            <a:audioFile r:link="rId1"/>
            <p:extLst/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643938" y="2143125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ROMANCE  C with piano  070706_溫馨.wav">
            <a:hlinkClick r:id="" action="ppaction://media"/>
          </p:cNvPr>
          <p:cNvPicPr>
            <a:picLocks noChangeAspect="1"/>
          </p:cNvPicPr>
          <p:nvPr>
            <a:audioFile r:link="rId2"/>
            <p:extLst/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643938" y="314325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Attack15(攻擊) 緊張＿管弦樂.wav">
            <a:hlinkClick r:id="" action="ppaction://media"/>
          </p:cNvPr>
          <p:cNvPicPr>
            <a:picLocks noChangeAspect="1"/>
          </p:cNvPicPr>
          <p:nvPr>
            <a:audioFile r:link="rId3"/>
            <p:extLst/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643938" y="3929063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Spring_In_Paris_有趣_管弦樂.wav">
            <a:hlinkClick r:id="" action="ppaction://media"/>
          </p:cNvPr>
          <p:cNvPicPr>
            <a:picLocks noChangeAspect="1"/>
          </p:cNvPicPr>
          <p:nvPr>
            <a:audioFile r:link="rId4"/>
            <p:extLst/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839200" y="485775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剪接後 Highbrow Long.wav">
            <a:hlinkClick r:id="" action="ppaction://media"/>
          </p:cNvPr>
          <p:cNvPicPr>
            <a:picLocks noChangeAspect="1"/>
          </p:cNvPicPr>
          <p:nvPr>
            <a:audioFile r:link="rId5"/>
            <p:extLst/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839200" y="5715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7" name="Picture 5" descr="M:\音樂分類學 相關課程資料\PPT\音樂情緒圖\家春秋8_1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71500" y="2500313"/>
            <a:ext cx="3929063" cy="423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文字版面配置區 6"/>
          <p:cNvSpPr>
            <a:spLocks noGrp="1"/>
          </p:cNvSpPr>
          <p:nvPr>
            <p:ph type="body" sz="quarter" idx="4294967295"/>
          </p:nvPr>
        </p:nvSpPr>
        <p:spPr>
          <a:xfrm>
            <a:off x="609600" y="1752600"/>
            <a:ext cx="3886200" cy="639763"/>
          </a:xfr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zh-TW" altLang="en-US" dirty="0" smtClean="0"/>
              <a:t>導演情緒表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5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7062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5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>
                <p:cTn id="1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9364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>
                <p:cTn id="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9859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>
                <p:cTn id="3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標題 1"/>
          <p:cNvSpPr>
            <a:spLocks noGrp="1"/>
          </p:cNvSpPr>
          <p:nvPr>
            <p:ph type="title" idx="4294967295"/>
          </p:nvPr>
        </p:nvSpPr>
        <p:spPr>
          <a:xfrm>
            <a:off x="533400" y="273050"/>
            <a:ext cx="8153400" cy="869950"/>
          </a:xfrm>
        </p:spPr>
        <p:txBody>
          <a:bodyPr/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製作檔介紹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endParaRPr lang="zh-TW" altLang="en-US" dirty="0" smtClean="0"/>
          </a:p>
        </p:txBody>
      </p:sp>
      <p:graphicFrame>
        <p:nvGraphicFramePr>
          <p:cNvPr id="12" name="內容版面配置區 11"/>
          <p:cNvGraphicFramePr>
            <a:graphicFrameLocks noGrp="1"/>
          </p:cNvGraphicFramePr>
          <p:nvPr>
            <p:ph sz="quarter" idx="4294967295"/>
          </p:nvPr>
        </p:nvGraphicFramePr>
        <p:xfrm>
          <a:off x="4786314" y="2857496"/>
          <a:ext cx="3886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8916" name="內容版面配置區 10"/>
          <p:cNvSpPr>
            <a:spLocks noGrp="1"/>
          </p:cNvSpPr>
          <p:nvPr>
            <p:ph sz="quarter" idx="4294967295"/>
          </p:nvPr>
        </p:nvSpPr>
        <p:spPr>
          <a:xfrm>
            <a:off x="571500" y="2500313"/>
            <a:ext cx="3886200" cy="3581400"/>
          </a:xfrm>
        </p:spPr>
        <p:txBody>
          <a:bodyPr/>
          <a:lstStyle/>
          <a:p>
            <a:r>
              <a:rPr lang="zh-TW" altLang="en-US" smtClean="0"/>
              <a:t>音樂主導權</a:t>
            </a:r>
            <a:endParaRPr lang="en-US" altLang="zh-TW" smtClean="0"/>
          </a:p>
          <a:p>
            <a:r>
              <a:rPr lang="zh-TW" altLang="en-US" smtClean="0"/>
              <a:t>配樂的特性</a:t>
            </a:r>
            <a:endParaRPr lang="en-US" altLang="zh-TW" smtClean="0"/>
          </a:p>
        </p:txBody>
      </p:sp>
      <p:sp>
        <p:nvSpPr>
          <p:cNvPr id="38917" name="文字版面配置區 6"/>
          <p:cNvSpPr>
            <a:spLocks noGrp="1"/>
          </p:cNvSpPr>
          <p:nvPr>
            <p:ph type="body" sz="quarter" idx="4294967295"/>
          </p:nvPr>
        </p:nvSpPr>
        <p:spPr>
          <a:xfrm>
            <a:off x="609600" y="1752600"/>
            <a:ext cx="3886200" cy="639763"/>
          </a:xfrm>
          <a:solidFill>
            <a:schemeClr val="accent2"/>
          </a:solidFill>
        </p:spPr>
        <p:txBody>
          <a:bodyPr anchor="ctr"/>
          <a:lstStyle/>
          <a:p>
            <a:pPr marL="0" indent="0">
              <a:buFontTx/>
              <a:buNone/>
            </a:pPr>
            <a:r>
              <a:rPr lang="zh-TW" altLang="en-US" sz="2000" b="1" dirty="0" smtClean="0">
                <a:solidFill>
                  <a:srgbClr val="FFFFFF"/>
                </a:solidFill>
              </a:rPr>
              <a:t>工作檔檢視</a:t>
            </a:r>
          </a:p>
        </p:txBody>
      </p:sp>
      <p:sp>
        <p:nvSpPr>
          <p:cNvPr id="9" name="文字版面配置區 8"/>
          <p:cNvSpPr>
            <a:spLocks noGrp="1"/>
          </p:cNvSpPr>
          <p:nvPr>
            <p:ph type="body" sz="quarter" idx="4294967295"/>
          </p:nvPr>
        </p:nvSpPr>
        <p:spPr>
          <a:xfrm>
            <a:off x="4800600" y="1752600"/>
            <a:ext cx="3886200" cy="639763"/>
          </a:xfrm>
          <a:solidFill>
            <a:schemeClr val="accent4"/>
          </a:solidFill>
        </p:spPr>
        <p:txBody>
          <a:bodyPr rtlCol="0" anchor="ctr"/>
          <a:lstStyle/>
          <a:p>
            <a:pPr marL="0" indent="0">
              <a:buFontTx/>
              <a:buNone/>
              <a:defRPr/>
            </a:pPr>
            <a:r>
              <a:rPr lang="zh-TW" altLang="en-US" sz="2000" b="1" dirty="0" smtClean="0">
                <a:solidFill>
                  <a:srgbClr val="FFFFFF"/>
                </a:solidFill>
                <a:cs typeface="+mn-cs"/>
              </a:rPr>
              <a:t>配樂構成三大要素</a:t>
            </a:r>
            <a:endParaRPr lang="zh-TW" altLang="en-US" sz="2000" b="1" dirty="0">
              <a:solidFill>
                <a:srgbClr val="FFFFFF"/>
              </a:solidFill>
              <a:cs typeface="+mn-cs"/>
            </a:endParaRPr>
          </a:p>
        </p:txBody>
      </p:sp>
      <p:pic>
        <p:nvPicPr>
          <p:cNvPr id="15" name="內容版面配置區 5" descr="eq.JPG"/>
          <p:cNvPicPr>
            <a:picLocks noChangeAspect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lum contrast="32000"/>
          </a:blip>
          <a:stretch>
            <a:fillRect/>
          </a:stretch>
        </p:blipFill>
        <p:spPr bwMode="auto">
          <a:xfrm>
            <a:off x="714348" y="4286256"/>
            <a:ext cx="3686392" cy="23574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9525">
            <a:noFill/>
            <a:miter lim="800000"/>
            <a:headEnd/>
            <a:tailEnd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矩形 7"/>
          <p:cNvSpPr/>
          <p:nvPr/>
        </p:nvSpPr>
        <p:spPr>
          <a:xfrm>
            <a:off x="7452320" y="6237312"/>
            <a:ext cx="14157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b="1" dirty="0" smtClean="0">
                <a:solidFill>
                  <a:srgbClr val="FFFFFF"/>
                </a:solidFill>
                <a:cs typeface="+mn-cs"/>
                <a:hlinkClick r:id="rId8" action="ppaction://hlinkfile"/>
              </a:rPr>
              <a:t>小丸子</a:t>
            </a:r>
            <a:r>
              <a:rPr lang="en-US" altLang="zh-TW" b="1" dirty="0" smtClean="0">
                <a:solidFill>
                  <a:srgbClr val="FFFFFF"/>
                </a:solidFill>
                <a:cs typeface="+mn-cs"/>
                <a:hlinkClick r:id="rId8" action="ppaction://hlinkfile"/>
              </a:rPr>
              <a:t>.mp4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572000" y="64886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hlinkClick r:id="rId9" action="ppaction://hlinkfile"/>
              </a:rPr>
              <a:t>楚門的世界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標題 1"/>
          <p:cNvSpPr>
            <a:spLocks noGrp="1"/>
          </p:cNvSpPr>
          <p:nvPr>
            <p:ph type="title" idx="4294967295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endParaRPr lang="zh-TW" altLang="en-US" dirty="0" smtClean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4294967295"/>
          </p:nvPr>
        </p:nvGraphicFramePr>
        <p:xfrm>
          <a:off x="612775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endParaRPr lang="zh-TW" altLang="en-US" smtClean="0"/>
          </a:p>
        </p:txBody>
      </p:sp>
      <p:sp>
        <p:nvSpPr>
          <p:cNvPr id="40963" name="內容版面配置區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en-US" altLang="zh-TW" dirty="0" smtClean="0"/>
              <a:t>OS = Off-Screen  (</a:t>
            </a:r>
            <a:r>
              <a:rPr lang="zh-TW" altLang="en-US" dirty="0" smtClean="0"/>
              <a:t>畫外音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SB=sound bite</a:t>
            </a:r>
          </a:p>
          <a:p>
            <a:r>
              <a:rPr lang="en-US" altLang="zh-TW" smtClean="0"/>
              <a:t>SE=sound effects</a:t>
            </a:r>
            <a:endParaRPr lang="en-US" altLang="zh-TW" dirty="0" smtClean="0"/>
          </a:p>
          <a:p>
            <a:r>
              <a:rPr lang="en-US" altLang="zh-TW" dirty="0" smtClean="0"/>
              <a:t>NS=</a:t>
            </a:r>
            <a:r>
              <a:rPr lang="zh-TW" altLang="en-US" dirty="0" smtClean="0"/>
              <a:t> </a:t>
            </a:r>
            <a:r>
              <a:rPr lang="en-US" altLang="zh-TW" dirty="0" smtClean="0"/>
              <a:t>nature sound</a:t>
            </a:r>
          </a:p>
          <a:p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OS = Off-Screen (</a:t>
            </a:r>
            <a:r>
              <a:rPr lang="zh-TW" altLang="en-US" dirty="0" smtClean="0"/>
              <a:t>畫外音</a:t>
            </a:r>
            <a:r>
              <a:rPr lang="en-US" altLang="zh-TW" dirty="0" smtClean="0"/>
              <a:t>)</a:t>
            </a:r>
            <a:r>
              <a:rPr lang="zh-TW" altLang="en-US" dirty="0" smtClean="0"/>
              <a:t> 主角內心</a:t>
            </a:r>
            <a:r>
              <a:rPr lang="en-US" altLang="zh-TW" dirty="0" err="1" smtClean="0"/>
              <a:t>os</a:t>
            </a:r>
            <a:endParaRPr lang="en-US" altLang="zh-TW" dirty="0" smtClean="0"/>
          </a:p>
          <a:p>
            <a:r>
              <a:rPr lang="en-US" altLang="zh-TW" dirty="0" err="1" smtClean="0"/>
              <a:t>vo</a:t>
            </a:r>
            <a:r>
              <a:rPr lang="en-US" altLang="zh-TW" dirty="0" smtClean="0"/>
              <a:t> = voice over  (</a:t>
            </a:r>
            <a:r>
              <a:rPr lang="zh-TW" altLang="en-US" dirty="0" smtClean="0"/>
              <a:t>旁白</a:t>
            </a:r>
            <a:r>
              <a:rPr lang="en-US" altLang="zh-TW" dirty="0" smtClean="0"/>
              <a:t>)</a:t>
            </a:r>
            <a:r>
              <a:rPr lang="zh-TW" altLang="en-US" dirty="0" smtClean="0"/>
              <a:t> 觀眾聽到的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 smtClean="0"/>
              <a:t>SB=sound bite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採訪音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Dialogue(</a:t>
            </a:r>
            <a:r>
              <a:rPr lang="zh-TW" altLang="en-US" dirty="0" smtClean="0"/>
              <a:t>對白、口白</a:t>
            </a:r>
            <a:r>
              <a:rPr lang="en-US" altLang="zh-TW" dirty="0" smtClean="0"/>
              <a:t>)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SE=sound effect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音效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NS=</a:t>
            </a:r>
            <a:r>
              <a:rPr lang="zh-TW" altLang="en-US" dirty="0" smtClean="0"/>
              <a:t> </a:t>
            </a:r>
            <a:r>
              <a:rPr lang="en-US" altLang="zh-TW" dirty="0" smtClean="0"/>
              <a:t>nature sound</a:t>
            </a:r>
            <a:r>
              <a:rPr lang="zh-TW" altLang="en-US" dirty="0" smtClean="0"/>
              <a:t>、</a:t>
            </a:r>
            <a:r>
              <a:rPr lang="en-US" altLang="zh-TW" dirty="0" smtClean="0"/>
              <a:t>Ambience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環境音</a:t>
            </a:r>
            <a:r>
              <a:rPr lang="en-US" altLang="zh-TW" dirty="0" smtClean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國際授權音樂音效素材網站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sz="2600" b="1" dirty="0" smtClean="0"/>
              <a:t>1</a:t>
            </a:r>
            <a:r>
              <a:rPr lang="pt-BR" altLang="zh-TW" sz="2600" b="1" dirty="0" smtClean="0"/>
              <a:t>. </a:t>
            </a:r>
            <a:r>
              <a:rPr lang="pt-BR" altLang="zh-TW" sz="2600" b="1" dirty="0"/>
              <a:t>YouTube </a:t>
            </a:r>
            <a:r>
              <a:rPr lang="zh-TW" altLang="pt-BR" sz="2600" b="1" dirty="0"/>
              <a:t>免費音樂音效資料庫</a:t>
            </a:r>
            <a:endParaRPr lang="pt-BR" altLang="zh-TW" sz="2600" dirty="0"/>
          </a:p>
          <a:p>
            <a:r>
              <a:rPr lang="pt-BR" altLang="zh-TW" sz="2600" dirty="0">
                <a:hlinkClick r:id="rId2"/>
              </a:rPr>
              <a:t>https://www.youtube.com/audiolibrary/music</a:t>
            </a:r>
            <a:endParaRPr lang="pt-BR" altLang="zh-TW" sz="2600" dirty="0"/>
          </a:p>
          <a:p>
            <a:r>
              <a:rPr lang="en-US" altLang="zh-TW" sz="2600" b="1" dirty="0" smtClean="0"/>
              <a:t>2. </a:t>
            </a:r>
            <a:r>
              <a:rPr lang="en-US" altLang="zh-TW" sz="2600" b="1" dirty="0" err="1"/>
              <a:t>Freesound</a:t>
            </a:r>
            <a:endParaRPr lang="en-US" altLang="zh-TW" sz="2600" dirty="0"/>
          </a:p>
          <a:p>
            <a:r>
              <a:rPr lang="en-US" altLang="zh-TW" sz="2600" b="1" dirty="0">
                <a:hlinkClick r:id="rId3"/>
              </a:rPr>
              <a:t>http://www.freesound.org/browse/tags/music/</a:t>
            </a:r>
            <a:endParaRPr lang="en-US" altLang="zh-TW" sz="2600" dirty="0"/>
          </a:p>
          <a:p>
            <a:r>
              <a:rPr lang="en-US" altLang="zh-TW" sz="2600" b="1" dirty="0" smtClean="0"/>
              <a:t>3. </a:t>
            </a:r>
            <a:r>
              <a:rPr lang="en-US" altLang="zh-TW" sz="2600" b="1" dirty="0" err="1"/>
              <a:t>Musopen</a:t>
            </a:r>
            <a:endParaRPr lang="en-US" altLang="zh-TW" sz="2600" dirty="0"/>
          </a:p>
          <a:p>
            <a:r>
              <a:rPr lang="en-US" altLang="zh-TW" sz="2600" b="1" dirty="0">
                <a:hlinkClick r:id="rId4"/>
              </a:rPr>
              <a:t>https://musopen.org/</a:t>
            </a:r>
            <a:endParaRPr lang="en-US" altLang="zh-TW" sz="2600" dirty="0"/>
          </a:p>
          <a:p>
            <a:r>
              <a:rPr lang="en-US" altLang="zh-TW" sz="2600" b="1" dirty="0" smtClean="0"/>
              <a:t>4. </a:t>
            </a:r>
            <a:r>
              <a:rPr lang="en-US" altLang="zh-TW" sz="2600" b="1" dirty="0" err="1"/>
              <a:t>freepd</a:t>
            </a:r>
            <a:endParaRPr lang="en-US" altLang="zh-TW" sz="2600" dirty="0"/>
          </a:p>
          <a:p>
            <a:r>
              <a:rPr lang="en-US" altLang="zh-TW" sz="2600" b="1" dirty="0">
                <a:hlinkClick r:id="rId5"/>
              </a:rPr>
              <a:t>http://</a:t>
            </a:r>
            <a:r>
              <a:rPr lang="en-US" altLang="zh-TW" sz="2600" b="1" dirty="0" smtClean="0">
                <a:hlinkClick r:id="rId5"/>
              </a:rPr>
              <a:t>freepd.com/</a:t>
            </a:r>
            <a:endParaRPr lang="en-US" altLang="zh-TW" sz="2600" b="1" dirty="0" smtClean="0"/>
          </a:p>
          <a:p>
            <a:r>
              <a:rPr lang="en-US" altLang="zh-TW" sz="2600" b="1" dirty="0"/>
              <a:t>5</a:t>
            </a:r>
            <a:r>
              <a:rPr lang="en-US" altLang="zh-TW" sz="2600" b="1" dirty="0" smtClean="0"/>
              <a:t>. </a:t>
            </a:r>
            <a:r>
              <a:rPr lang="en-US" altLang="zh-TW" sz="2600" b="1" dirty="0" err="1"/>
              <a:t>incompetech</a:t>
            </a:r>
            <a:endParaRPr lang="en-US" altLang="zh-TW" sz="2600" dirty="0"/>
          </a:p>
          <a:p>
            <a:r>
              <a:rPr lang="en-US" altLang="zh-TW" sz="2600" b="1" dirty="0">
                <a:hlinkClick r:id="rId6"/>
              </a:rPr>
              <a:t>http://incompetech.com/music/royalty-free/collections.php</a:t>
            </a:r>
            <a:endParaRPr lang="en-US" altLang="zh-TW" sz="2600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b="1" dirty="0" smtClean="0"/>
              <a:t>6. </a:t>
            </a:r>
            <a:r>
              <a:rPr lang="en-US" altLang="zh-TW" b="1" dirty="0" err="1"/>
              <a:t>pacdv</a:t>
            </a:r>
            <a:endParaRPr lang="en-US" altLang="zh-TW" dirty="0"/>
          </a:p>
          <a:p>
            <a:r>
              <a:rPr lang="en-US" altLang="zh-TW" b="1" dirty="0">
                <a:hlinkClick r:id="rId2"/>
              </a:rPr>
              <a:t>http://www.pacdv.com/sounds/index.html</a:t>
            </a:r>
            <a:endParaRPr lang="en-US" altLang="zh-TW" dirty="0"/>
          </a:p>
          <a:p>
            <a:r>
              <a:rPr lang="en-US" altLang="zh-TW" b="1" dirty="0" smtClean="0"/>
              <a:t>7.freesoundtrackmusic</a:t>
            </a:r>
            <a:endParaRPr lang="en-US" altLang="zh-TW" dirty="0"/>
          </a:p>
          <a:p>
            <a:r>
              <a:rPr lang="en-US" altLang="zh-TW" b="1" dirty="0">
                <a:hlinkClick r:id="rId3"/>
              </a:rPr>
              <a:t>http://www.freesoundtrackmusic.com</a:t>
            </a:r>
            <a:r>
              <a:rPr lang="en-US" altLang="zh-TW" b="1" dirty="0" smtClean="0">
                <a:hlinkClick r:id="rId3"/>
              </a:rPr>
              <a:t>/</a:t>
            </a:r>
            <a:endParaRPr lang="en-US" altLang="zh-TW" b="1" dirty="0" smtClean="0"/>
          </a:p>
          <a:p>
            <a:r>
              <a:rPr lang="en-US" altLang="zh-TW" b="1" dirty="0" smtClean="0"/>
              <a:t>8. </a:t>
            </a:r>
            <a:r>
              <a:rPr lang="en-US" altLang="zh-TW" b="1" dirty="0" err="1"/>
              <a:t>findsound</a:t>
            </a:r>
            <a:endParaRPr lang="en-US" altLang="zh-TW" dirty="0"/>
          </a:p>
          <a:p>
            <a:r>
              <a:rPr lang="en-US" altLang="zh-TW" b="1" dirty="0">
                <a:hlinkClick r:id="rId4"/>
              </a:rPr>
              <a:t>http://www.findsounds.com/</a:t>
            </a:r>
            <a:endParaRPr lang="en-US" altLang="zh-TW" dirty="0"/>
          </a:p>
          <a:p>
            <a:r>
              <a:rPr lang="en-US" altLang="zh-TW" b="1" dirty="0" smtClean="0"/>
              <a:t>9. </a:t>
            </a:r>
            <a:r>
              <a:rPr lang="en-US" altLang="zh-TW" b="1" dirty="0" err="1"/>
              <a:t>looperman</a:t>
            </a:r>
            <a:endParaRPr lang="en-US" altLang="zh-TW" dirty="0"/>
          </a:p>
          <a:p>
            <a:r>
              <a:rPr lang="en-US" altLang="zh-TW" b="1" dirty="0">
                <a:hlinkClick r:id="rId5"/>
              </a:rPr>
              <a:t>http://www.looperman.com/</a:t>
            </a:r>
            <a:endParaRPr lang="en-US" altLang="zh-TW" dirty="0"/>
          </a:p>
          <a:p>
            <a:r>
              <a:rPr lang="en-US" altLang="zh-TW" b="1" dirty="0" smtClean="0"/>
              <a:t>10. </a:t>
            </a:r>
            <a:r>
              <a:rPr lang="en-US" altLang="zh-TW" b="1" dirty="0" err="1"/>
              <a:t>iBeat</a:t>
            </a:r>
            <a:endParaRPr lang="en-US" altLang="zh-TW" dirty="0"/>
          </a:p>
          <a:p>
            <a:r>
              <a:rPr lang="en-US" altLang="zh-TW" b="1" dirty="0">
                <a:hlinkClick r:id="rId6"/>
              </a:rPr>
              <a:t>http://audio.ibeat.org/</a:t>
            </a:r>
            <a:endParaRPr lang="en-US" altLang="zh-TW" dirty="0"/>
          </a:p>
          <a:p>
            <a:r>
              <a:rPr lang="en-US" altLang="zh-TW" b="1" dirty="0" smtClean="0"/>
              <a:t>11. </a:t>
            </a:r>
            <a:r>
              <a:rPr lang="en-US" altLang="zh-TW" b="1" dirty="0" err="1"/>
              <a:t>audionautix</a:t>
            </a:r>
            <a:endParaRPr lang="en-US" altLang="zh-TW" dirty="0"/>
          </a:p>
          <a:p>
            <a:r>
              <a:rPr lang="en-US" altLang="zh-TW" b="1" dirty="0">
                <a:hlinkClick r:id="rId7"/>
              </a:rPr>
              <a:t>http://audionautix.com/</a:t>
            </a:r>
            <a:endParaRPr lang="en-US" altLang="zh-TW" dirty="0"/>
          </a:p>
          <a:p>
            <a:endParaRPr lang="en-US" altLang="zh-TW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中庸">
  <a:themeElements>
    <a:clrScheme name="旅程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中庸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7_中庸">
  <a:themeElements>
    <a:clrScheme name="模組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中庸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無標題簡報</Template>
  <TotalTime>8327</TotalTime>
  <Words>275</Words>
  <Application>Microsoft Office PowerPoint</Application>
  <PresentationFormat>如螢幕大小 (4:3)</PresentationFormat>
  <Paragraphs>88</Paragraphs>
  <Slides>13</Slides>
  <Notes>1</Notes>
  <HiddenSlides>0</HiddenSlides>
  <MMClips>7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13</vt:i4>
      </vt:variant>
    </vt:vector>
  </HeadingPairs>
  <TitlesOfParts>
    <vt:vector size="15" baseType="lpstr">
      <vt:lpstr>中庸</vt:lpstr>
      <vt:lpstr>7_中庸</vt:lpstr>
      <vt:lpstr>信義心城市</vt:lpstr>
      <vt:lpstr>客家電視台動畫收音  Sound Recording For Hakka TV</vt:lpstr>
      <vt:lpstr>音樂分類</vt:lpstr>
      <vt:lpstr>兩大類音樂</vt:lpstr>
      <vt:lpstr>音樂與畫面</vt:lpstr>
      <vt:lpstr>音樂情緒 Hevner Adjective Circle</vt:lpstr>
      <vt:lpstr>實際操作</vt:lpstr>
      <vt:lpstr> 製作檔介紹 </vt:lpstr>
      <vt:lpstr>投影片 9</vt:lpstr>
      <vt:lpstr>投影片 10</vt:lpstr>
      <vt:lpstr>投影片 11</vt:lpstr>
      <vt:lpstr>國際授權音樂音效素材網站</vt:lpstr>
      <vt:lpstr>投影片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vaio</dc:creator>
  <cp:lastModifiedBy>謝宗翰</cp:lastModifiedBy>
  <cp:revision>654</cp:revision>
  <dcterms:created xsi:type="dcterms:W3CDTF">2010-02-17T02:19:37Z</dcterms:created>
  <dcterms:modified xsi:type="dcterms:W3CDTF">2018-03-13T01:51:12Z</dcterms:modified>
</cp:coreProperties>
</file>